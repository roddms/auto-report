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78" d="100"/>
          <a:sy n="78" d="100"/>
        </p:scale>
        <p:origin x="10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SL4_chart_1!$B$1</c:f>
              <c:strCache>
                <c:ptCount val="1"/>
                <c:pt idx="0">
                  <c:v>방문인구 수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SL4_chart_1!$A$2:$A$4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SL4_chart_1!$B$2:$B$4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SL4_chart_1!$C$1</c:f>
              <c:strCache>
                <c:ptCount val="1"/>
                <c:pt idx="0">
                  <c:v>방문인구 수 증감률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SL4_chart_1!$A$2:$A$4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SL4_chart_1!$C$2:$C$4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301.99470000000002</c:v>
                </c:pt>
                <c:pt idx="1">
                  <c:v>301.85989999999998</c:v>
                </c:pt>
                <c:pt idx="2">
                  <c:v>298.30369999999999</c:v>
                </c:pt>
                <c:pt idx="3">
                  <c:v>302.41410000000002</c:v>
                </c:pt>
                <c:pt idx="4">
                  <c:v>300.86070000000001</c:v>
                </c:pt>
                <c:pt idx="5">
                  <c:v>299.17020000000002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1월 1일</c:v>
                </c:pt>
                <c:pt idx="1">
                  <c:v>1월 2일</c:v>
                </c:pt>
                <c:pt idx="2">
                  <c:v>1월 3일</c:v>
                </c:pt>
                <c:pt idx="3">
                  <c:v>1월 4일</c:v>
                </c:pt>
                <c:pt idx="4">
                  <c:v>1월 5일</c:v>
                </c:pt>
                <c:pt idx="5">
                  <c:v>1월 6일</c:v>
                </c:pt>
                <c:pt idx="6">
                  <c:v>1월 7일</c:v>
                </c:pt>
                <c:pt idx="7">
                  <c:v>1월 8일</c:v>
                </c:pt>
                <c:pt idx="8">
                  <c:v>1월 9일</c:v>
                </c:pt>
                <c:pt idx="9">
                  <c:v>1월 10일</c:v>
                </c:pt>
                <c:pt idx="10">
                  <c:v>1월 11일</c:v>
                </c:pt>
                <c:pt idx="11">
                  <c:v>1월 12일</c:v>
                </c:pt>
                <c:pt idx="12">
                  <c:v>1월 13일</c:v>
                </c:pt>
                <c:pt idx="13">
                  <c:v>1월 14일</c:v>
                </c:pt>
                <c:pt idx="14">
                  <c:v>1월 15일</c:v>
                </c:pt>
                <c:pt idx="15">
                  <c:v>1월 16일</c:v>
                </c:pt>
                <c:pt idx="16">
                  <c:v>1월 17일</c:v>
                </c:pt>
                <c:pt idx="17">
                  <c:v>1월 18일</c:v>
                </c:pt>
                <c:pt idx="18">
                  <c:v>1월 19일</c:v>
                </c:pt>
                <c:pt idx="19">
                  <c:v>1월 20일</c:v>
                </c:pt>
                <c:pt idx="20">
                  <c:v>1월 21일</c:v>
                </c:pt>
                <c:pt idx="21">
                  <c:v>1월 22일</c:v>
                </c:pt>
                <c:pt idx="22">
                  <c:v>1월 23일</c:v>
                </c:pt>
                <c:pt idx="23">
                  <c:v>1월 24일</c:v>
                </c:pt>
                <c:pt idx="24">
                  <c:v>1월 25일</c:v>
                </c:pt>
                <c:pt idx="25">
                  <c:v>1월 26일</c:v>
                </c:pt>
                <c:pt idx="26">
                  <c:v>1월 27일</c:v>
                </c:pt>
                <c:pt idx="27">
                  <c:v>1월 28일</c:v>
                </c:pt>
                <c:pt idx="28">
                  <c:v>1월 29일</c:v>
                </c:pt>
                <c:pt idx="29">
                  <c:v>1월 30일</c:v>
                </c:pt>
                <c:pt idx="30">
                  <c:v>1월 31일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19.4848</c:v>
                </c:pt>
                <c:pt idx="1">
                  <c:v>33.582900000000002</c:v>
                </c:pt>
                <c:pt idx="2">
                  <c:v>37.494199999999999</c:v>
                </c:pt>
                <c:pt idx="3">
                  <c:v>47.7241</c:v>
                </c:pt>
                <c:pt idx="4">
                  <c:v>63.7682</c:v>
                </c:pt>
                <c:pt idx="5">
                  <c:v>77.459100000000007</c:v>
                </c:pt>
                <c:pt idx="6">
                  <c:v>89.8232</c:v>
                </c:pt>
                <c:pt idx="7">
                  <c:v>68.261399999999995</c:v>
                </c:pt>
                <c:pt idx="8">
                  <c:v>77.679199999999994</c:v>
                </c:pt>
                <c:pt idx="9">
                  <c:v>66.879099999999994</c:v>
                </c:pt>
                <c:pt idx="10">
                  <c:v>68.539699999999996</c:v>
                </c:pt>
                <c:pt idx="11">
                  <c:v>56.289900000000003</c:v>
                </c:pt>
                <c:pt idx="12">
                  <c:v>41.418900000000001</c:v>
                </c:pt>
                <c:pt idx="13">
                  <c:v>85.978800000000007</c:v>
                </c:pt>
                <c:pt idx="14">
                  <c:v>95.729399999999998</c:v>
                </c:pt>
                <c:pt idx="15">
                  <c:v>13.9686</c:v>
                </c:pt>
                <c:pt idx="16">
                  <c:v>67.550899999999999</c:v>
                </c:pt>
                <c:pt idx="17">
                  <c:v>30.238700000000001</c:v>
                </c:pt>
                <c:pt idx="18">
                  <c:v>84.1892</c:v>
                </c:pt>
                <c:pt idx="19">
                  <c:v>17.346900000000002</c:v>
                </c:pt>
                <c:pt idx="20">
                  <c:v>92.904799999999994</c:v>
                </c:pt>
                <c:pt idx="21">
                  <c:v>32.078800000000001</c:v>
                </c:pt>
                <c:pt idx="22">
                  <c:v>16.710100000000001</c:v>
                </c:pt>
                <c:pt idx="23">
                  <c:v>72.8048</c:v>
                </c:pt>
                <c:pt idx="24">
                  <c:v>35.0002</c:v>
                </c:pt>
                <c:pt idx="25">
                  <c:v>18.6067</c:v>
                </c:pt>
                <c:pt idx="26">
                  <c:v>66.8172</c:v>
                </c:pt>
                <c:pt idx="27">
                  <c:v>86.487499999999997</c:v>
                </c:pt>
                <c:pt idx="28">
                  <c:v>99.283900000000003</c:v>
                </c:pt>
                <c:pt idx="29">
                  <c:v>86.840900000000005</c:v>
                </c:pt>
                <c:pt idx="30">
                  <c:v>53.661200000000001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1월 1일</c:v>
                </c:pt>
                <c:pt idx="1">
                  <c:v>1월 2일</c:v>
                </c:pt>
                <c:pt idx="2">
                  <c:v>1월 3일</c:v>
                </c:pt>
                <c:pt idx="3">
                  <c:v>1월 4일</c:v>
                </c:pt>
                <c:pt idx="4">
                  <c:v>1월 5일</c:v>
                </c:pt>
                <c:pt idx="5">
                  <c:v>1월 6일</c:v>
                </c:pt>
                <c:pt idx="6">
                  <c:v>1월 7일</c:v>
                </c:pt>
                <c:pt idx="7">
                  <c:v>1월 8일</c:v>
                </c:pt>
                <c:pt idx="8">
                  <c:v>1월 9일</c:v>
                </c:pt>
                <c:pt idx="9">
                  <c:v>1월 10일</c:v>
                </c:pt>
                <c:pt idx="10">
                  <c:v>1월 11일</c:v>
                </c:pt>
                <c:pt idx="11">
                  <c:v>1월 12일</c:v>
                </c:pt>
                <c:pt idx="12">
                  <c:v>1월 13일</c:v>
                </c:pt>
                <c:pt idx="13">
                  <c:v>1월 14일</c:v>
                </c:pt>
                <c:pt idx="14">
                  <c:v>1월 15일</c:v>
                </c:pt>
                <c:pt idx="15">
                  <c:v>1월 16일</c:v>
                </c:pt>
                <c:pt idx="16">
                  <c:v>1월 17일</c:v>
                </c:pt>
                <c:pt idx="17">
                  <c:v>1월 18일</c:v>
                </c:pt>
                <c:pt idx="18">
                  <c:v>1월 19일</c:v>
                </c:pt>
                <c:pt idx="19">
                  <c:v>1월 20일</c:v>
                </c:pt>
                <c:pt idx="20">
                  <c:v>1월 21일</c:v>
                </c:pt>
                <c:pt idx="21">
                  <c:v>1월 22일</c:v>
                </c:pt>
                <c:pt idx="22">
                  <c:v>1월 23일</c:v>
                </c:pt>
                <c:pt idx="23">
                  <c:v>1월 24일</c:v>
                </c:pt>
                <c:pt idx="24">
                  <c:v>1월 25일</c:v>
                </c:pt>
                <c:pt idx="25">
                  <c:v>1월 26일</c:v>
                </c:pt>
                <c:pt idx="26">
                  <c:v>1월 27일</c:v>
                </c:pt>
                <c:pt idx="27">
                  <c:v>1월 28일</c:v>
                </c:pt>
                <c:pt idx="28">
                  <c:v>1월 29일</c:v>
                </c:pt>
                <c:pt idx="29">
                  <c:v>1월 30일</c:v>
                </c:pt>
                <c:pt idx="30">
                  <c:v>1월 31일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19.4848</c:v>
                </c:pt>
                <c:pt idx="1">
                  <c:v>33.582900000000002</c:v>
                </c:pt>
                <c:pt idx="2">
                  <c:v>37.494199999999999</c:v>
                </c:pt>
                <c:pt idx="3">
                  <c:v>47.7241</c:v>
                </c:pt>
                <c:pt idx="4">
                  <c:v>63.7682</c:v>
                </c:pt>
                <c:pt idx="5">
                  <c:v>77.459100000000007</c:v>
                </c:pt>
                <c:pt idx="6">
                  <c:v>89.8232</c:v>
                </c:pt>
                <c:pt idx="7">
                  <c:v>68.261399999999995</c:v>
                </c:pt>
                <c:pt idx="8">
                  <c:v>77.679199999999994</c:v>
                </c:pt>
                <c:pt idx="9">
                  <c:v>66.879099999999994</c:v>
                </c:pt>
                <c:pt idx="10">
                  <c:v>68.539699999999996</c:v>
                </c:pt>
                <c:pt idx="11">
                  <c:v>56.289900000000003</c:v>
                </c:pt>
                <c:pt idx="12">
                  <c:v>41.418900000000001</c:v>
                </c:pt>
                <c:pt idx="13">
                  <c:v>85.978800000000007</c:v>
                </c:pt>
                <c:pt idx="14">
                  <c:v>95.729399999999998</c:v>
                </c:pt>
                <c:pt idx="15">
                  <c:v>13.9686</c:v>
                </c:pt>
                <c:pt idx="16">
                  <c:v>67.550899999999999</c:v>
                </c:pt>
                <c:pt idx="17">
                  <c:v>30.238700000000001</c:v>
                </c:pt>
                <c:pt idx="18">
                  <c:v>84.1892</c:v>
                </c:pt>
                <c:pt idx="19">
                  <c:v>17.346900000000002</c:v>
                </c:pt>
                <c:pt idx="20">
                  <c:v>92.904799999999994</c:v>
                </c:pt>
                <c:pt idx="21">
                  <c:v>32.078800000000001</c:v>
                </c:pt>
                <c:pt idx="22">
                  <c:v>16.710100000000001</c:v>
                </c:pt>
                <c:pt idx="23">
                  <c:v>72.8048</c:v>
                </c:pt>
                <c:pt idx="24">
                  <c:v>35.0002</c:v>
                </c:pt>
                <c:pt idx="25">
                  <c:v>18.6067</c:v>
                </c:pt>
                <c:pt idx="26">
                  <c:v>66.8172</c:v>
                </c:pt>
                <c:pt idx="27">
                  <c:v>86.487499999999997</c:v>
                </c:pt>
                <c:pt idx="28">
                  <c:v>99.283900000000003</c:v>
                </c:pt>
                <c:pt idx="29">
                  <c:v>86.840900000000005</c:v>
                </c:pt>
                <c:pt idx="30">
                  <c:v>53.661200000000001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55B669C-FDB6-40B0-8C6D-95C926379BC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867.8442</c:v>
                </c:pt>
                <c:pt idx="1">
                  <c:v>936.75909999999999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1716.808</c:v>
                </c:pt>
                <c:pt idx="1">
                  <c:v>87.795299999999997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448.64440000000002</c:v>
                </c:pt>
                <c:pt idx="1">
                  <c:v>726.51880000000006</c:v>
                </c:pt>
                <c:pt idx="2">
                  <c:v>629.44010000000003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chart_gender_vis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8001235</c:v>
                </c:pt>
                <c:pt idx="1">
                  <c:v>9556521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 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전년대비 증감율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  <c:pt idx="5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주말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Sheet1!$A$2:$A$22</c:f>
              <c:strCache>
                <c:ptCount val="21"/>
                <c:pt idx="0">
                  <c:v>10월 1일</c:v>
                </c:pt>
                <c:pt idx="1">
                  <c:v>10월 2일</c:v>
                </c:pt>
                <c:pt idx="2">
                  <c:v>10월 3일</c:v>
                </c:pt>
                <c:pt idx="3">
                  <c:v>10월 4일</c:v>
                </c:pt>
                <c:pt idx="4">
                  <c:v>10월 5일</c:v>
                </c:pt>
                <c:pt idx="5">
                  <c:v>10월 6일</c:v>
                </c:pt>
                <c:pt idx="6">
                  <c:v>10월 7일</c:v>
                </c:pt>
                <c:pt idx="7">
                  <c:v>10월 8일</c:v>
                </c:pt>
                <c:pt idx="8">
                  <c:v>10월 9일</c:v>
                </c:pt>
                <c:pt idx="9">
                  <c:v>10월 10일</c:v>
                </c:pt>
                <c:pt idx="10">
                  <c:v>10월 11일</c:v>
                </c:pt>
                <c:pt idx="11">
                  <c:v>10월 12일</c:v>
                </c:pt>
                <c:pt idx="12">
                  <c:v>10월 13일</c:v>
                </c:pt>
                <c:pt idx="13">
                  <c:v>10월 14일</c:v>
                </c:pt>
                <c:pt idx="14">
                  <c:v>10월 15일</c:v>
                </c:pt>
                <c:pt idx="15">
                  <c:v>10월 16일</c:v>
                </c:pt>
                <c:pt idx="16">
                  <c:v>10월 17일</c:v>
                </c:pt>
                <c:pt idx="17">
                  <c:v>10월 18일</c:v>
                </c:pt>
                <c:pt idx="18">
                  <c:v>10월 19일</c:v>
                </c:pt>
                <c:pt idx="19">
                  <c:v>10월 20일</c:v>
                </c:pt>
                <c:pt idx="20">
                  <c:v>10월 21일</c:v>
                </c:pt>
              </c:strCache>
            </c:strRef>
          </c:cat>
          <c:val>
            <c:numRef>
              <c:f>Sheet1!$B$2:$B$22</c:f>
              <c:numCache>
                <c:formatCode>#,##0</c:formatCode>
                <c:ptCount val="21"/>
                <c:pt idx="0">
                  <c:v>100000</c:v>
                </c:pt>
                <c:pt idx="1">
                  <c:v>110000</c:v>
                </c:pt>
                <c:pt idx="2">
                  <c:v>120000</c:v>
                </c:pt>
                <c:pt idx="3">
                  <c:v>120000</c:v>
                </c:pt>
                <c:pt idx="4">
                  <c:v>120000</c:v>
                </c:pt>
                <c:pt idx="5">
                  <c:v>120000</c:v>
                </c:pt>
                <c:pt idx="6">
                  <c:v>120000</c:v>
                </c:pt>
                <c:pt idx="7">
                  <c:v>120000</c:v>
                </c:pt>
                <c:pt idx="8">
                  <c:v>120000</c:v>
                </c:pt>
                <c:pt idx="9">
                  <c:v>120000</c:v>
                </c:pt>
                <c:pt idx="10">
                  <c:v>120000</c:v>
                </c:pt>
                <c:pt idx="11">
                  <c:v>120000</c:v>
                </c:pt>
                <c:pt idx="12">
                  <c:v>120000</c:v>
                </c:pt>
                <c:pt idx="13">
                  <c:v>120000</c:v>
                </c:pt>
                <c:pt idx="14">
                  <c:v>110000</c:v>
                </c:pt>
                <c:pt idx="15">
                  <c:v>120000</c:v>
                </c:pt>
                <c:pt idx="16">
                  <c:v>120000</c:v>
                </c:pt>
                <c:pt idx="17">
                  <c:v>120000</c:v>
                </c:pt>
                <c:pt idx="18">
                  <c:v>110000</c:v>
                </c:pt>
                <c:pt idx="19">
                  <c:v>120000</c:v>
                </c:pt>
                <c:pt idx="20">
                  <c:v>120000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32</c:v>
                </c:pt>
                <c:pt idx="6">
                  <c:v>32</c:v>
                </c:pt>
                <c:pt idx="7">
                  <c:v>28</c:v>
                </c:pt>
                <c:pt idx="8">
                  <c:v>12</c:v>
                </c:pt>
                <c:pt idx="9">
                  <c:v>15</c:v>
                </c:pt>
                <c:pt idx="10">
                  <c:v>32</c:v>
                </c:pt>
                <c:pt idx="11">
                  <c:v>32</c:v>
                </c:pt>
                <c:pt idx="12">
                  <c:v>28</c:v>
                </c:pt>
                <c:pt idx="13">
                  <c:v>12</c:v>
                </c:pt>
                <c:pt idx="14">
                  <c:v>15</c:v>
                </c:pt>
                <c:pt idx="15">
                  <c:v>32</c:v>
                </c:pt>
                <c:pt idx="16">
                  <c:v>32</c:v>
                </c:pt>
                <c:pt idx="1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21</c:v>
                </c:pt>
                <c:pt idx="9">
                  <c:v>28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21</c:v>
                </c:pt>
                <c:pt idx="14">
                  <c:v>28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매출건수(건)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Sheet1!$A$2:$A$25</c:f>
              <c:strCache>
                <c:ptCount val="24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D+1</c:v>
                </c:pt>
                <c:pt idx="18">
                  <c:v>D+2</c:v>
                </c:pt>
                <c:pt idx="19">
                  <c:v>D+3</c:v>
                </c:pt>
                <c:pt idx="20">
                  <c:v>D+4</c:v>
                </c:pt>
                <c:pt idx="21">
                  <c:v>D+5</c:v>
                </c:pt>
                <c:pt idx="22">
                  <c:v>D+6</c:v>
                </c:pt>
                <c:pt idx="23">
                  <c:v>D+7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416</c:v>
                </c:pt>
                <c:pt idx="3">
                  <c:v>400</c:v>
                </c:pt>
                <c:pt idx="4">
                  <c:v>437</c:v>
                </c:pt>
                <c:pt idx="5">
                  <c:v>800</c:v>
                </c:pt>
                <c:pt idx="6">
                  <c:v>587</c:v>
                </c:pt>
                <c:pt idx="7">
                  <c:v>341</c:v>
                </c:pt>
                <c:pt idx="8">
                  <c:v>464</c:v>
                </c:pt>
                <c:pt idx="9">
                  <c:v>431</c:v>
                </c:pt>
                <c:pt idx="10">
                  <c:v>404</c:v>
                </c:pt>
                <c:pt idx="11">
                  <c:v>608</c:v>
                </c:pt>
                <c:pt idx="12">
                  <c:v>576</c:v>
                </c:pt>
                <c:pt idx="13">
                  <c:v>666</c:v>
                </c:pt>
                <c:pt idx="14">
                  <c:v>394</c:v>
                </c:pt>
                <c:pt idx="15">
                  <c:v>469</c:v>
                </c:pt>
                <c:pt idx="16">
                  <c:v>554</c:v>
                </c:pt>
                <c:pt idx="17">
                  <c:v>560</c:v>
                </c:pt>
                <c:pt idx="18">
                  <c:v>469</c:v>
                </c:pt>
                <c:pt idx="19">
                  <c:v>975</c:v>
                </c:pt>
                <c:pt idx="20">
                  <c:v>767</c:v>
                </c:pt>
                <c:pt idx="21">
                  <c:v>448</c:v>
                </c:pt>
                <c:pt idx="22">
                  <c:v>367</c:v>
                </c:pt>
                <c:pt idx="23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F1BBA85-08E1-4DA8-AA7D-42F9C4355EF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D82C539-F49A-408C-9949-1D7EEB52CDE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F870E58-4C00-441E-959C-335AD4DCD7C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C2826BB-752B-4713-A496-7DE0F77D22F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18EAC13-D3CF-4759-A5F5-4BBE799A62D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7.5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  <c:pt idx="10">
                  <c:v>항목 11</c:v>
                </c:pt>
                <c:pt idx="11">
                  <c:v>항목 12</c:v>
                </c:pt>
                <c:pt idx="12">
                  <c:v>항목 13</c:v>
                </c:pt>
                <c:pt idx="13">
                  <c:v>항목 14</c:v>
                </c:pt>
                <c:pt idx="14">
                  <c:v>항목 15</c:v>
                </c:pt>
                <c:pt idx="15">
                  <c:v>항목 16</c:v>
                </c:pt>
                <c:pt idx="16">
                  <c:v>항목 17</c:v>
                </c:pt>
                <c:pt idx="17">
                  <c:v>항목 18</c:v>
                </c:pt>
                <c:pt idx="18">
                  <c:v>항목 19</c:v>
                </c:pt>
                <c:pt idx="19">
                  <c:v>항목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  <c:pt idx="10">
                  <c:v>5.0599999999999996</c:v>
                </c:pt>
                <c:pt idx="11">
                  <c:v>5.22</c:v>
                </c:pt>
                <c:pt idx="12">
                  <c:v>5.38</c:v>
                </c:pt>
                <c:pt idx="13">
                  <c:v>5.54</c:v>
                </c:pt>
                <c:pt idx="14">
                  <c:v>5.7</c:v>
                </c:pt>
                <c:pt idx="15">
                  <c:v>5.86</c:v>
                </c:pt>
                <c:pt idx="16">
                  <c:v>6.02</c:v>
                </c:pt>
                <c:pt idx="17">
                  <c:v>6.18</c:v>
                </c:pt>
                <c:pt idx="18">
                  <c:v>6.34</c:v>
                </c:pt>
                <c:pt idx="19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소비금액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소비건수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7.6</c:v>
                </c:pt>
                <c:pt idx="6">
                  <c:v>2.2000000000000002</c:v>
                </c:pt>
                <c:pt idx="7">
                  <c:v>32</c:v>
                </c:pt>
                <c:pt idx="8">
                  <c:v>32</c:v>
                </c:pt>
                <c:pt idx="9">
                  <c:v>28</c:v>
                </c:pt>
                <c:pt idx="10">
                  <c:v>12</c:v>
                </c:pt>
                <c:pt idx="11">
                  <c:v>15</c:v>
                </c:pt>
                <c:pt idx="12">
                  <c:v>7.6</c:v>
                </c:pt>
                <c:pt idx="13">
                  <c:v>2.2000000000000002</c:v>
                </c:pt>
                <c:pt idx="14">
                  <c:v>32</c:v>
                </c:pt>
                <c:pt idx="15">
                  <c:v>32</c:v>
                </c:pt>
                <c:pt idx="16">
                  <c:v>28</c:v>
                </c:pt>
                <c:pt idx="1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0</c:v>
                </c:pt>
                <c:pt idx="6">
                  <c:v>33.4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21</c:v>
                </c:pt>
                <c:pt idx="11">
                  <c:v>28</c:v>
                </c:pt>
                <c:pt idx="12">
                  <c:v>29.3</c:v>
                </c:pt>
                <c:pt idx="13">
                  <c:v>33.4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4">
                  <c:v>41</c:v>
                </c:pt>
                <c:pt idx="5">
                  <c:v>51</c:v>
                </c:pt>
                <c:pt idx="6">
                  <c:v>64.599999999999994</c:v>
                </c:pt>
                <c:pt idx="7">
                  <c:v>55</c:v>
                </c:pt>
                <c:pt idx="8">
                  <c:v>5</c:v>
                </c:pt>
                <c:pt idx="9">
                  <c:v>3</c:v>
                </c:pt>
                <c:pt idx="10">
                  <c:v>30</c:v>
                </c:pt>
                <c:pt idx="11">
                  <c:v>41</c:v>
                </c:pt>
                <c:pt idx="12">
                  <c:v>51</c:v>
                </c:pt>
                <c:pt idx="13">
                  <c:v>64.599999999999994</c:v>
                </c:pt>
                <c:pt idx="14">
                  <c:v>5</c:v>
                </c:pt>
                <c:pt idx="15">
                  <c:v>1</c:v>
                </c:pt>
                <c:pt idx="16">
                  <c:v>2</c:v>
                </c:pt>
                <c:pt idx="1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39</c:v>
                </c:pt>
                <c:pt idx="4">
                  <c:v>54</c:v>
                </c:pt>
                <c:pt idx="5">
                  <c:v>72.7</c:v>
                </c:pt>
                <c:pt idx="6">
                  <c:v>95.8</c:v>
                </c:pt>
                <c:pt idx="7">
                  <c:v>40</c:v>
                </c:pt>
                <c:pt idx="8">
                  <c:v>10</c:v>
                </c:pt>
                <c:pt idx="9">
                  <c:v>20</c:v>
                </c:pt>
                <c:pt idx="10">
                  <c:v>39</c:v>
                </c:pt>
                <c:pt idx="11">
                  <c:v>54</c:v>
                </c:pt>
                <c:pt idx="12">
                  <c:v>72.7</c:v>
                </c:pt>
                <c:pt idx="13">
                  <c:v>95.8</c:v>
                </c:pt>
                <c:pt idx="14">
                  <c:v>2</c:v>
                </c:pt>
                <c:pt idx="15">
                  <c:v>1</c:v>
                </c:pt>
                <c:pt idx="16">
                  <c:v>20</c:v>
                </c:pt>
                <c:pt idx="1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48</c:v>
                </c:pt>
                <c:pt idx="4">
                  <c:v>67</c:v>
                </c:pt>
                <c:pt idx="5">
                  <c:v>94.4</c:v>
                </c:pt>
                <c:pt idx="6">
                  <c:v>0</c:v>
                </c:pt>
                <c:pt idx="7">
                  <c:v>50</c:v>
                </c:pt>
                <c:pt idx="8">
                  <c:v>85</c:v>
                </c:pt>
                <c:pt idx="9">
                  <c:v>74</c:v>
                </c:pt>
                <c:pt idx="10">
                  <c:v>48</c:v>
                </c:pt>
                <c:pt idx="11">
                  <c:v>67</c:v>
                </c:pt>
                <c:pt idx="12">
                  <c:v>94.4</c:v>
                </c:pt>
                <c:pt idx="13">
                  <c:v>127</c:v>
                </c:pt>
                <c:pt idx="14">
                  <c:v>3</c:v>
                </c:pt>
                <c:pt idx="15">
                  <c:v>2</c:v>
                </c:pt>
                <c:pt idx="16">
                  <c:v>18</c:v>
                </c:pt>
                <c:pt idx="1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7.6</c:v>
                </c:pt>
                <c:pt idx="6">
                  <c:v>2.2000000000000002</c:v>
                </c:pt>
                <c:pt idx="7">
                  <c:v>32</c:v>
                </c:pt>
                <c:pt idx="8">
                  <c:v>32</c:v>
                </c:pt>
                <c:pt idx="9">
                  <c:v>28</c:v>
                </c:pt>
                <c:pt idx="10">
                  <c:v>12</c:v>
                </c:pt>
                <c:pt idx="11">
                  <c:v>15</c:v>
                </c:pt>
                <c:pt idx="12">
                  <c:v>7.6</c:v>
                </c:pt>
                <c:pt idx="13">
                  <c:v>2.2000000000000002</c:v>
                </c:pt>
                <c:pt idx="14">
                  <c:v>32</c:v>
                </c:pt>
                <c:pt idx="15">
                  <c:v>32</c:v>
                </c:pt>
                <c:pt idx="16">
                  <c:v>28</c:v>
                </c:pt>
                <c:pt idx="1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0</c:v>
                </c:pt>
                <c:pt idx="6">
                  <c:v>33.4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21</c:v>
                </c:pt>
                <c:pt idx="11">
                  <c:v>28</c:v>
                </c:pt>
                <c:pt idx="12">
                  <c:v>29.3</c:v>
                </c:pt>
                <c:pt idx="13">
                  <c:v>33.4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4">
                  <c:v>41</c:v>
                </c:pt>
                <c:pt idx="5">
                  <c:v>51</c:v>
                </c:pt>
                <c:pt idx="6">
                  <c:v>64.599999999999994</c:v>
                </c:pt>
                <c:pt idx="7">
                  <c:v>55</c:v>
                </c:pt>
                <c:pt idx="8">
                  <c:v>5</c:v>
                </c:pt>
                <c:pt idx="9">
                  <c:v>3</c:v>
                </c:pt>
                <c:pt idx="10">
                  <c:v>30</c:v>
                </c:pt>
                <c:pt idx="11">
                  <c:v>41</c:v>
                </c:pt>
                <c:pt idx="12">
                  <c:v>51</c:v>
                </c:pt>
                <c:pt idx="13">
                  <c:v>64.599999999999994</c:v>
                </c:pt>
                <c:pt idx="14">
                  <c:v>5</c:v>
                </c:pt>
                <c:pt idx="15">
                  <c:v>1</c:v>
                </c:pt>
                <c:pt idx="16">
                  <c:v>2</c:v>
                </c:pt>
                <c:pt idx="1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39</c:v>
                </c:pt>
                <c:pt idx="4">
                  <c:v>54</c:v>
                </c:pt>
                <c:pt idx="5">
                  <c:v>72.7</c:v>
                </c:pt>
                <c:pt idx="6">
                  <c:v>95.8</c:v>
                </c:pt>
                <c:pt idx="7">
                  <c:v>40</c:v>
                </c:pt>
                <c:pt idx="8">
                  <c:v>10</c:v>
                </c:pt>
                <c:pt idx="9">
                  <c:v>20</c:v>
                </c:pt>
                <c:pt idx="10">
                  <c:v>39</c:v>
                </c:pt>
                <c:pt idx="11">
                  <c:v>54</c:v>
                </c:pt>
                <c:pt idx="12">
                  <c:v>72.7</c:v>
                </c:pt>
                <c:pt idx="13">
                  <c:v>95.8</c:v>
                </c:pt>
                <c:pt idx="14">
                  <c:v>2</c:v>
                </c:pt>
                <c:pt idx="15">
                  <c:v>1</c:v>
                </c:pt>
                <c:pt idx="16">
                  <c:v>20</c:v>
                </c:pt>
                <c:pt idx="1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48</c:v>
                </c:pt>
                <c:pt idx="4">
                  <c:v>67</c:v>
                </c:pt>
                <c:pt idx="5">
                  <c:v>94.4</c:v>
                </c:pt>
                <c:pt idx="6">
                  <c:v>0</c:v>
                </c:pt>
                <c:pt idx="7">
                  <c:v>50</c:v>
                </c:pt>
                <c:pt idx="8">
                  <c:v>85</c:v>
                </c:pt>
                <c:pt idx="9">
                  <c:v>74</c:v>
                </c:pt>
                <c:pt idx="10">
                  <c:v>48</c:v>
                </c:pt>
                <c:pt idx="11">
                  <c:v>67</c:v>
                </c:pt>
                <c:pt idx="12">
                  <c:v>94.4</c:v>
                </c:pt>
                <c:pt idx="13">
                  <c:v>127</c:v>
                </c:pt>
                <c:pt idx="14">
                  <c:v>3</c:v>
                </c:pt>
                <c:pt idx="15">
                  <c:v>2</c:v>
                </c:pt>
                <c:pt idx="16">
                  <c:v>18</c:v>
                </c:pt>
                <c:pt idx="1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  <c:pt idx="7">
                  <c:v>8.5</c:v>
                </c:pt>
                <c:pt idx="8">
                  <c:v>9.5</c:v>
                </c:pt>
                <c:pt idx="9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매출금액(천만원)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cat>
            <c:strRef>
              <c:f>Sheet1!$A$2:$A$25</c:f>
              <c:strCache>
                <c:ptCount val="24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D+1</c:v>
                </c:pt>
                <c:pt idx="18">
                  <c:v>D+2</c:v>
                </c:pt>
                <c:pt idx="19">
                  <c:v>D+3</c:v>
                </c:pt>
                <c:pt idx="20">
                  <c:v>D+4</c:v>
                </c:pt>
                <c:pt idx="21">
                  <c:v>D+5</c:v>
                </c:pt>
                <c:pt idx="22">
                  <c:v>D+6</c:v>
                </c:pt>
                <c:pt idx="23">
                  <c:v>D+7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416</c:v>
                </c:pt>
                <c:pt idx="3">
                  <c:v>400</c:v>
                </c:pt>
                <c:pt idx="4">
                  <c:v>437</c:v>
                </c:pt>
                <c:pt idx="5">
                  <c:v>800</c:v>
                </c:pt>
                <c:pt idx="6">
                  <c:v>587</c:v>
                </c:pt>
                <c:pt idx="7">
                  <c:v>341</c:v>
                </c:pt>
                <c:pt idx="8">
                  <c:v>464</c:v>
                </c:pt>
                <c:pt idx="9">
                  <c:v>431</c:v>
                </c:pt>
                <c:pt idx="10">
                  <c:v>404</c:v>
                </c:pt>
                <c:pt idx="11">
                  <c:v>608</c:v>
                </c:pt>
                <c:pt idx="12">
                  <c:v>576</c:v>
                </c:pt>
                <c:pt idx="13">
                  <c:v>666</c:v>
                </c:pt>
                <c:pt idx="14">
                  <c:v>394</c:v>
                </c:pt>
                <c:pt idx="15">
                  <c:v>469</c:v>
                </c:pt>
                <c:pt idx="16">
                  <c:v>554</c:v>
                </c:pt>
                <c:pt idx="17">
                  <c:v>560</c:v>
                </c:pt>
                <c:pt idx="18">
                  <c:v>469</c:v>
                </c:pt>
                <c:pt idx="19">
                  <c:v>975</c:v>
                </c:pt>
                <c:pt idx="20">
                  <c:v>767</c:v>
                </c:pt>
                <c:pt idx="21">
                  <c:v>448</c:v>
                </c:pt>
                <c:pt idx="22">
                  <c:v>367</c:v>
                </c:pt>
                <c:pt idx="23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cat>
            <c:strRef>
              <c:f>Sheet1!$A$2:$A$25</c:f>
              <c:strCache>
                <c:ptCount val="24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D+1</c:v>
                </c:pt>
                <c:pt idx="18">
                  <c:v>D+2</c:v>
                </c:pt>
                <c:pt idx="19">
                  <c:v>D+3</c:v>
                </c:pt>
                <c:pt idx="20">
                  <c:v>D+4</c:v>
                </c:pt>
                <c:pt idx="21">
                  <c:v>D+5</c:v>
                </c:pt>
                <c:pt idx="22">
                  <c:v>D+6</c:v>
                </c:pt>
                <c:pt idx="23">
                  <c:v>D+7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0.87</c:v>
                </c:pt>
                <c:pt idx="3">
                  <c:v>0.77</c:v>
                </c:pt>
                <c:pt idx="4">
                  <c:v>1.04</c:v>
                </c:pt>
                <c:pt idx="5">
                  <c:v>2.5499999999999998</c:v>
                </c:pt>
                <c:pt idx="6">
                  <c:v>1.63</c:v>
                </c:pt>
                <c:pt idx="7">
                  <c:v>0.69</c:v>
                </c:pt>
                <c:pt idx="8">
                  <c:v>1.23</c:v>
                </c:pt>
                <c:pt idx="9">
                  <c:v>1.05</c:v>
                </c:pt>
                <c:pt idx="10">
                  <c:v>0.92</c:v>
                </c:pt>
                <c:pt idx="11">
                  <c:v>1.42</c:v>
                </c:pt>
                <c:pt idx="12">
                  <c:v>1.54</c:v>
                </c:pt>
                <c:pt idx="13">
                  <c:v>1.47</c:v>
                </c:pt>
                <c:pt idx="14">
                  <c:v>0.74</c:v>
                </c:pt>
                <c:pt idx="15">
                  <c:v>0.95</c:v>
                </c:pt>
                <c:pt idx="16">
                  <c:v>1.2</c:v>
                </c:pt>
                <c:pt idx="17">
                  <c:v>1.06</c:v>
                </c:pt>
                <c:pt idx="18">
                  <c:v>1.1100000000000001</c:v>
                </c:pt>
                <c:pt idx="19">
                  <c:v>2.48</c:v>
                </c:pt>
                <c:pt idx="20">
                  <c:v>1.58</c:v>
                </c:pt>
                <c:pt idx="21">
                  <c:v>0.86</c:v>
                </c:pt>
                <c:pt idx="22">
                  <c:v>1.04</c:v>
                </c:pt>
                <c:pt idx="23">
                  <c:v>0.74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호텔업</cx:pt>
          <cx:pt idx="1">오락장 운영업</cx:pt>
          <cx:pt idx="2">기타 통신판매업</cx:pt>
          <cx:pt idx="3">당구장 운영업</cx:pt>
          <cx:pt idx="4">자동차 전문 수리업</cx:pt>
          <cx:pt idx="5">연극단체</cx:pt>
          <cx:pt idx="6">소매업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</cx:lvl>
        <cx:lvl ptCount="16">
          <cx:pt idx="0">소비금액</cx:pt>
          <cx:pt idx="1">소비금액</cx:pt>
          <cx:pt idx="2">소비금액</cx:pt>
          <cx:pt idx="3">소비금액</cx:pt>
          <cx:pt idx="4">소비금액</cx:pt>
          <cx:pt idx="5">소비금액</cx:pt>
          <cx:pt idx="6">소비금액</cx:pt>
        </cx:lvl>
      </cx:strDim>
      <cx:numDim type="size">
        <cx:f>Sheet1!$D$2:$D$17</cx:f>
        <cx:lvl ptCount="16" formatCode="G/표준">
          <cx:pt idx="0">192.80000000000001</cx:pt>
          <cx:pt idx="1">186.40000000000001</cx:pt>
          <cx:pt idx="2">187.90000000000001</cx:pt>
          <cx:pt idx="3">197.69999999999999</cx:pt>
          <cx:pt idx="4">191.69999999999999</cx:pt>
          <cx:pt idx="5">188.30000000000001</cx:pt>
          <cx:pt idx="6">191.09999999999999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계열1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호텔업</cx:pt>
          <cx:pt idx="1">오락장 운영업</cx:pt>
          <cx:pt idx="2">기타 통신판매업</cx:pt>
          <cx:pt idx="3">당구장 운영업</cx:pt>
          <cx:pt idx="4">자동차 전문 수리업</cx:pt>
          <cx:pt idx="5">연극단체</cx:pt>
          <cx:pt idx="6">소매업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</cx:lvl>
        <cx:lvl ptCount="16">
          <cx:pt idx="0">소비금액</cx:pt>
          <cx:pt idx="1">소비금액</cx:pt>
          <cx:pt idx="2">소비금액</cx:pt>
          <cx:pt idx="3">소비금액</cx:pt>
          <cx:pt idx="4">소비금액</cx:pt>
          <cx:pt idx="5">소비금액</cx:pt>
          <cx:pt idx="6">소비금액</cx:pt>
        </cx:lvl>
      </cx:strDim>
      <cx:numDim type="size">
        <cx:f>Sheet1!$D$2:$D$17</cx:f>
        <cx:lvl ptCount="16" formatCode="G/표준">
          <cx:pt idx="0">192.80000000000001</cx:pt>
          <cx:pt idx="1">186.40000000000001</cx:pt>
          <cx:pt idx="2">187.90000000000001</cx:pt>
          <cx:pt idx="3">197.69999999999999</cx:pt>
          <cx:pt idx="4">191.69999999999999</cx:pt>
          <cx:pt idx="5">188.30000000000001</cx:pt>
          <cx:pt idx="6">191.09999999999999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계열1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{{SL3_p_1}}명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{{SL3_p_2}}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{{SL3_p_5}}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({{SL3_p_6}}명)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{{SL3_p_7}}%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{{SL3_p_10}}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({{SL3_p_11}}명)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{{SL3_p_12}}%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{{SL3_p_3}}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{{SL3_p_9}}%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{{SL3_p_13}}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{{SL3_p_8}}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{{SL3_p_14}}%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{{SL3_p_4}}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{{SL4_p_1}}명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{{SL4_p_2}}명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{{SL4_p_3}}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{{SL4_p_4}}명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{{SL4_p_5}}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{{SL4_p_6}}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{{SL4_p_7}}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{{SL4_p_8}}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{{SL4_p_9}}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{{SL4_p_10}}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{{SL5_p_1}}명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{{SL5_p_2}}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{{SL5_p_3}}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({{SL5_p_4}}명)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{{SL5_p_5}}%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{{SL5_p_6}}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{{SL5_p_7}}%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{{SL5_p_8}}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{{SL5_p_9}}명)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{{SL5_p_10}}%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{{SL5_p_11}}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{{SL5_p_12}}%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{{SL5_p_13}}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{{SL5_p_14}}%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{{SL6_m}}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{{SL6_f}}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{{SL6_p_1}}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{{SL6_p_3}}%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{{SL6_p_2}}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{{SL7_p_5}}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({{SL7_p_6}})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{{SL7_p_1}}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{{SL7_p_2}}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{{SL7_p_3}}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({{SL7_p_4}})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{{SL8_1}}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{{SL8_share_1}}%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{{SL8_2}}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{{SL8_share_2}}%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{{SL8_3}}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{{SL8_4}}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{{SL8_share_4}}%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{{SL8_5}}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{{SL8_share_5}}%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{{SL9_1}}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{{SL9_2}}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{{SL9_3}}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{{SL9_4}}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{{SL10_2}}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{{SL10_3}}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{{SL10_1}}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{{SL10_6}}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{{SL10_7}}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{{SL10_4}}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{{SL10_5}}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{{SL11_1}}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{{SL11_2}}%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{{SL11_3}}명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{{SL11_4}}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{{SL11_5}}명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{{SL11_6}}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{{SL21_1}}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{{SL21_2}}명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{{SL21_3}}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{{SL21_4}}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{{SL21_5}}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{{SL21_6}}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{{SL12_p_1}}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({{SL12_p_2}}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{{SL12_p_3}}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{{SL12_p_4}}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{{SL12_p_5}}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{{SL12_p_6}}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{{SL12_p_7}}%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{{SL12_p_8}}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{{SL12_p_9}}%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{{SL12_p_10}}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{{SL12_p_11}}%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{{SL12_p_12}}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{{SL12_p_13}}%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{{SL13_1}}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{{SL13_2}}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({{SL13_3}}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{{SL13_4}}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{{SL13_5}}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({{SL13_6}}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{{SL13_7}}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{{SL13_8}}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({{SL13_9}}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{{SL14_1}}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({{SL14_2}}%)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{{SL14_3}}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({{SL14_4}}%)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{{SL14_5}}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({{SL14_6}}%)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{{SL14_7}}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({{SL14_8}}%)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{{SL14_9}}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({{SL14_10}}%)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{{SL14_11}}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({{SL14_12}}%)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{{SL15_1}}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{{SL15_2}}%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{{SL15_3}}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({{SL15_4}}%)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{{SL15_7}}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({{SL15_8}}%)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{{SL15_11}}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({{SL15_12}}%)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{{SL15_5}}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({{SL15_6}}%)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{{SL15_9}}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({{SL15_10}}%)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{{SL15_13}}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({{SL15_14}}%)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sp>
        <p:nvSpPr>
          <p:cNvPr id="2" name="SL15_heatmap">
            <a:extLst>
              <a:ext uri="{FF2B5EF4-FFF2-40B4-BE49-F238E27FC236}">
                <a16:creationId xmlns:a16="http://schemas.microsoft.com/office/drawing/2014/main" id="{2A403ACE-2BEB-8F41-2E80-977A58506AEA}"/>
              </a:ext>
            </a:extLst>
          </p:cNvPr>
          <p:cNvSpPr/>
          <p:nvPr/>
        </p:nvSpPr>
        <p:spPr>
          <a:xfrm>
            <a:off x="5287681" y="1505665"/>
            <a:ext cx="6314811" cy="4848963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{{SL16_2}}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{{SL16_1}}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{{SL16_3}}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{{SL16_4}}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{{SL16_5}}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{{SL16_6}}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{{SL16_7}}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{{SL16_8}}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{{SL16_9}}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{{SL16_10}}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{{SL16_11}}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{{SL16_12}}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{{SL16_nm_1}}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{{SL16_nm_2}}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{{SL16_nm_3}}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{{SL16_nm_4}}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{{SL16_nm_5}}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{{SL17_2}}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{{SL17_3}}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{{SL17_4}}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{{SL17_5}}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{{SL17_6}}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{{SL17_7}}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{{SL17_8}}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{{SL17_1}}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{{SL17_9}}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{{SL17_10}}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{{SL17_11}}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{{SL17_12}}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{{SL17_nm_1}}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{{SL17_nm_2}}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{{SL17_nm_3}}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{{SL17_nm_4}}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{{SL17_nm_5}}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{{SL18_10}}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{{SL18_11}}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{{SL18_12}}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{{SL18_1}}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({{SL18_2}}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{{SL18_3}}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{{SL18_4}}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({{SL18_5}}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{{SL18_6}}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{{SL18_7}}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({{SL18_8}}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{{SL18_9}}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{{SL19_1}}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({{SL19_2}}%)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{{SL19_3}}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({{SL19_4}}%)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{{SL19_5}}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({{SL19_6}}%)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{{SL19_17}}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{{SL19_18}}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{{SL19_15}}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{{SL19_16}}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{{SL19_7}}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({{SL19_8}}%)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{{SL19_9}}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({{SL19_10}}%)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{{SL19_11}}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({{SL19_12}}%)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{{SL19_13}}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53607593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9054228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{{SL19_14}}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{{SL20_1}}원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{{SL20_2}}건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{{SL20_3}}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{{SL20_4}}원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{{SL20_5}}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{{SL20_6}}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{{SL20_7}}원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{{SL20_8}}건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{{SL20_9}}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{{SL22_1}}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{{SL22_3}}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{{SL22_5}}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{{SL22_7}}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{{SL22_9}}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{{SL22_2}}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{{SL22_4}}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{{SL22_6}}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{{SL22_8}}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{{SL22_10}}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{{SL23_1}}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{{SL23_3}}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{{SL23_5}}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{{SL23_7}}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{{SL23_2}}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{{SL23_4}}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{{SL23_6}}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{{SL23_8}}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{{SL24_1}}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{{SL24_3}}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{{SL24_2}}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{{SL24_4}}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{{SL25_1}}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{{SL25_2}}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{{SL26_1}}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{{SL26_2}}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{{SL29_1}}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{{SL29_2}}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{{SL27_1}}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{{SL27_2}}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{{SL27_3}}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{{SL27_4}}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{{SL28_1}}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{{SL28_2}}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{{SL28_3}}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{{SL28_4}}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7917</TotalTime>
  <Words>2882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Arial</vt:lpstr>
      <vt:lpstr>Pretendard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1564</cp:revision>
  <dcterms:created xsi:type="dcterms:W3CDTF">2025-10-15T03:48:02Z</dcterms:created>
  <dcterms:modified xsi:type="dcterms:W3CDTF">2025-11-03T05:30:38Z</dcterms:modified>
</cp:coreProperties>
</file>