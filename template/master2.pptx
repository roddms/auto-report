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64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6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52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E50"/>
    <a:srgbClr val="222268"/>
    <a:srgbClr val="09081B"/>
    <a:srgbClr val="161641"/>
    <a:srgbClr val="2F2D8E"/>
    <a:srgbClr val="5B59C9"/>
    <a:srgbClr val="3D3BB4"/>
    <a:srgbClr val="E7E6E6"/>
    <a:srgbClr val="8181D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 varScale="1">
        <p:scale>
          <a:sx n="102" d="100"/>
          <a:sy n="102" d="100"/>
        </p:scale>
        <p:origin x="312" y="108"/>
      </p:cViewPr>
      <p:guideLst>
        <p:guide orient="horz" pos="754"/>
        <p:guide pos="52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SL4_chart_1!$B$1</c:f>
              <c:strCache>
                <c:ptCount val="1"/>
                <c:pt idx="0">
                  <c:v>방문인구 수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SL4_chart_1!$A$2:$A$4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SL4_chart_1!$B$2:$B$4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SL4_chart_1!$C$1</c:f>
              <c:strCache>
                <c:ptCount val="1"/>
                <c:pt idx="0">
                  <c:v>방문인구 수 증감률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SL4_chart_1!$A$2:$A$4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SL4_chart_1!$C$2:$C$4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301.99470000000002</c:v>
                </c:pt>
                <c:pt idx="1">
                  <c:v>301.85989999999998</c:v>
                </c:pt>
                <c:pt idx="2">
                  <c:v>298.30369999999999</c:v>
                </c:pt>
                <c:pt idx="3">
                  <c:v>302.41410000000002</c:v>
                </c:pt>
                <c:pt idx="4">
                  <c:v>300.86070000000001</c:v>
                </c:pt>
                <c:pt idx="5">
                  <c:v>299.17020000000002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Sheet1!$A$2:$A$32</c:f>
              <c:strCache>
                <c:ptCount val="31"/>
                <c:pt idx="0">
                  <c:v>1월 1일</c:v>
                </c:pt>
                <c:pt idx="1">
                  <c:v>1월 2일</c:v>
                </c:pt>
                <c:pt idx="2">
                  <c:v>1월 3일</c:v>
                </c:pt>
                <c:pt idx="3">
                  <c:v>1월 4일</c:v>
                </c:pt>
                <c:pt idx="4">
                  <c:v>1월 5일</c:v>
                </c:pt>
                <c:pt idx="5">
                  <c:v>1월 6일</c:v>
                </c:pt>
                <c:pt idx="6">
                  <c:v>1월 7일</c:v>
                </c:pt>
                <c:pt idx="7">
                  <c:v>1월 8일</c:v>
                </c:pt>
                <c:pt idx="8">
                  <c:v>1월 9일</c:v>
                </c:pt>
                <c:pt idx="9">
                  <c:v>1월 10일</c:v>
                </c:pt>
                <c:pt idx="10">
                  <c:v>1월 11일</c:v>
                </c:pt>
                <c:pt idx="11">
                  <c:v>1월 12일</c:v>
                </c:pt>
                <c:pt idx="12">
                  <c:v>1월 13일</c:v>
                </c:pt>
                <c:pt idx="13">
                  <c:v>1월 14일</c:v>
                </c:pt>
                <c:pt idx="14">
                  <c:v>1월 15일</c:v>
                </c:pt>
                <c:pt idx="15">
                  <c:v>1월 16일</c:v>
                </c:pt>
                <c:pt idx="16">
                  <c:v>1월 17일</c:v>
                </c:pt>
                <c:pt idx="17">
                  <c:v>1월 18일</c:v>
                </c:pt>
                <c:pt idx="18">
                  <c:v>1월 19일</c:v>
                </c:pt>
                <c:pt idx="19">
                  <c:v>1월 20일</c:v>
                </c:pt>
                <c:pt idx="20">
                  <c:v>1월 21일</c:v>
                </c:pt>
                <c:pt idx="21">
                  <c:v>1월 22일</c:v>
                </c:pt>
                <c:pt idx="22">
                  <c:v>1월 23일</c:v>
                </c:pt>
                <c:pt idx="23">
                  <c:v>1월 24일</c:v>
                </c:pt>
                <c:pt idx="24">
                  <c:v>1월 25일</c:v>
                </c:pt>
                <c:pt idx="25">
                  <c:v>1월 26일</c:v>
                </c:pt>
                <c:pt idx="26">
                  <c:v>1월 27일</c:v>
                </c:pt>
                <c:pt idx="27">
                  <c:v>1월 28일</c:v>
                </c:pt>
                <c:pt idx="28">
                  <c:v>1월 29일</c:v>
                </c:pt>
                <c:pt idx="29">
                  <c:v>1월 30일</c:v>
                </c:pt>
                <c:pt idx="30">
                  <c:v>1월 31일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19.4848</c:v>
                </c:pt>
                <c:pt idx="1">
                  <c:v>33.582900000000002</c:v>
                </c:pt>
                <c:pt idx="2">
                  <c:v>37.494199999999999</c:v>
                </c:pt>
                <c:pt idx="3">
                  <c:v>47.7241</c:v>
                </c:pt>
                <c:pt idx="4">
                  <c:v>63.7682</c:v>
                </c:pt>
                <c:pt idx="5">
                  <c:v>77.459100000000007</c:v>
                </c:pt>
                <c:pt idx="6">
                  <c:v>89.8232</c:v>
                </c:pt>
                <c:pt idx="7">
                  <c:v>68.261399999999995</c:v>
                </c:pt>
                <c:pt idx="8">
                  <c:v>77.679199999999994</c:v>
                </c:pt>
                <c:pt idx="9">
                  <c:v>66.879099999999994</c:v>
                </c:pt>
                <c:pt idx="10">
                  <c:v>68.539699999999996</c:v>
                </c:pt>
                <c:pt idx="11">
                  <c:v>56.289900000000003</c:v>
                </c:pt>
                <c:pt idx="12">
                  <c:v>41.418900000000001</c:v>
                </c:pt>
                <c:pt idx="13">
                  <c:v>85.978800000000007</c:v>
                </c:pt>
                <c:pt idx="14">
                  <c:v>95.729399999999998</c:v>
                </c:pt>
                <c:pt idx="15">
                  <c:v>13.9686</c:v>
                </c:pt>
                <c:pt idx="16">
                  <c:v>67.550899999999999</c:v>
                </c:pt>
                <c:pt idx="17">
                  <c:v>30.238700000000001</c:v>
                </c:pt>
                <c:pt idx="18">
                  <c:v>84.1892</c:v>
                </c:pt>
                <c:pt idx="19">
                  <c:v>17.346900000000002</c:v>
                </c:pt>
                <c:pt idx="20">
                  <c:v>92.904799999999994</c:v>
                </c:pt>
                <c:pt idx="21">
                  <c:v>32.078800000000001</c:v>
                </c:pt>
                <c:pt idx="22">
                  <c:v>16.710100000000001</c:v>
                </c:pt>
                <c:pt idx="23">
                  <c:v>72.8048</c:v>
                </c:pt>
                <c:pt idx="24">
                  <c:v>35.0002</c:v>
                </c:pt>
                <c:pt idx="25">
                  <c:v>18.6067</c:v>
                </c:pt>
                <c:pt idx="26">
                  <c:v>66.8172</c:v>
                </c:pt>
                <c:pt idx="27">
                  <c:v>86.487499999999997</c:v>
                </c:pt>
                <c:pt idx="28">
                  <c:v>99.283900000000003</c:v>
                </c:pt>
                <c:pt idx="29">
                  <c:v>86.840900000000005</c:v>
                </c:pt>
                <c:pt idx="30">
                  <c:v>53.661200000000001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Sheet1!$A$2:$A$32</c:f>
              <c:strCache>
                <c:ptCount val="31"/>
                <c:pt idx="0">
                  <c:v>1월 1일</c:v>
                </c:pt>
                <c:pt idx="1">
                  <c:v>1월 2일</c:v>
                </c:pt>
                <c:pt idx="2">
                  <c:v>1월 3일</c:v>
                </c:pt>
                <c:pt idx="3">
                  <c:v>1월 4일</c:v>
                </c:pt>
                <c:pt idx="4">
                  <c:v>1월 5일</c:v>
                </c:pt>
                <c:pt idx="5">
                  <c:v>1월 6일</c:v>
                </c:pt>
                <c:pt idx="6">
                  <c:v>1월 7일</c:v>
                </c:pt>
                <c:pt idx="7">
                  <c:v>1월 8일</c:v>
                </c:pt>
                <c:pt idx="8">
                  <c:v>1월 9일</c:v>
                </c:pt>
                <c:pt idx="9">
                  <c:v>1월 10일</c:v>
                </c:pt>
                <c:pt idx="10">
                  <c:v>1월 11일</c:v>
                </c:pt>
                <c:pt idx="11">
                  <c:v>1월 12일</c:v>
                </c:pt>
                <c:pt idx="12">
                  <c:v>1월 13일</c:v>
                </c:pt>
                <c:pt idx="13">
                  <c:v>1월 14일</c:v>
                </c:pt>
                <c:pt idx="14">
                  <c:v>1월 15일</c:v>
                </c:pt>
                <c:pt idx="15">
                  <c:v>1월 16일</c:v>
                </c:pt>
                <c:pt idx="16">
                  <c:v>1월 17일</c:v>
                </c:pt>
                <c:pt idx="17">
                  <c:v>1월 18일</c:v>
                </c:pt>
                <c:pt idx="18">
                  <c:v>1월 19일</c:v>
                </c:pt>
                <c:pt idx="19">
                  <c:v>1월 20일</c:v>
                </c:pt>
                <c:pt idx="20">
                  <c:v>1월 21일</c:v>
                </c:pt>
                <c:pt idx="21">
                  <c:v>1월 22일</c:v>
                </c:pt>
                <c:pt idx="22">
                  <c:v>1월 23일</c:v>
                </c:pt>
                <c:pt idx="23">
                  <c:v>1월 24일</c:v>
                </c:pt>
                <c:pt idx="24">
                  <c:v>1월 25일</c:v>
                </c:pt>
                <c:pt idx="25">
                  <c:v>1월 26일</c:v>
                </c:pt>
                <c:pt idx="26">
                  <c:v>1월 27일</c:v>
                </c:pt>
                <c:pt idx="27">
                  <c:v>1월 28일</c:v>
                </c:pt>
                <c:pt idx="28">
                  <c:v>1월 29일</c:v>
                </c:pt>
                <c:pt idx="29">
                  <c:v>1월 30일</c:v>
                </c:pt>
                <c:pt idx="30">
                  <c:v>1월 31일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19.4848</c:v>
                </c:pt>
                <c:pt idx="1">
                  <c:v>33.582900000000002</c:v>
                </c:pt>
                <c:pt idx="2">
                  <c:v>37.494199999999999</c:v>
                </c:pt>
                <c:pt idx="3">
                  <c:v>47.7241</c:v>
                </c:pt>
                <c:pt idx="4">
                  <c:v>63.7682</c:v>
                </c:pt>
                <c:pt idx="5">
                  <c:v>77.459100000000007</c:v>
                </c:pt>
                <c:pt idx="6">
                  <c:v>89.8232</c:v>
                </c:pt>
                <c:pt idx="7">
                  <c:v>68.261399999999995</c:v>
                </c:pt>
                <c:pt idx="8">
                  <c:v>77.679199999999994</c:v>
                </c:pt>
                <c:pt idx="9">
                  <c:v>66.879099999999994</c:v>
                </c:pt>
                <c:pt idx="10">
                  <c:v>68.539699999999996</c:v>
                </c:pt>
                <c:pt idx="11">
                  <c:v>56.289900000000003</c:v>
                </c:pt>
                <c:pt idx="12">
                  <c:v>41.418900000000001</c:v>
                </c:pt>
                <c:pt idx="13">
                  <c:v>85.978800000000007</c:v>
                </c:pt>
                <c:pt idx="14">
                  <c:v>95.729399999999998</c:v>
                </c:pt>
                <c:pt idx="15">
                  <c:v>13.9686</c:v>
                </c:pt>
                <c:pt idx="16">
                  <c:v>67.550899999999999</c:v>
                </c:pt>
                <c:pt idx="17">
                  <c:v>30.238700000000001</c:v>
                </c:pt>
                <c:pt idx="18">
                  <c:v>84.1892</c:v>
                </c:pt>
                <c:pt idx="19">
                  <c:v>17.346900000000002</c:v>
                </c:pt>
                <c:pt idx="20">
                  <c:v>92.904799999999994</c:v>
                </c:pt>
                <c:pt idx="21">
                  <c:v>32.078800000000001</c:v>
                </c:pt>
                <c:pt idx="22">
                  <c:v>16.710100000000001</c:v>
                </c:pt>
                <c:pt idx="23">
                  <c:v>72.8048</c:v>
                </c:pt>
                <c:pt idx="24">
                  <c:v>35.0002</c:v>
                </c:pt>
                <c:pt idx="25">
                  <c:v>18.6067</c:v>
                </c:pt>
                <c:pt idx="26">
                  <c:v>66.8172</c:v>
                </c:pt>
                <c:pt idx="27">
                  <c:v>86.487499999999997</c:v>
                </c:pt>
                <c:pt idx="28">
                  <c:v>99.283900000000003</c:v>
                </c:pt>
                <c:pt idx="29">
                  <c:v>86.840900000000005</c:v>
                </c:pt>
                <c:pt idx="30">
                  <c:v>53.661200000000001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8A1032-5102-4C65-8D2A-00B13C38378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812CAC7-8AC7-492B-A847-C474DD63FD2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867.8442</c:v>
                </c:pt>
                <c:pt idx="1">
                  <c:v>936.75909999999999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EBD5078-5681-40B3-A9D1-65B32D311C0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9F10E59-908A-4AE8-B6B0-E64D07E5986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1716.808</c:v>
                </c:pt>
                <c:pt idx="1">
                  <c:v>87.795299999999997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7F33304-1CF4-4C43-BC28-C62B1D5D26F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0BCF911-453B-4B31-AAD5-B269E56EE9B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A39BE54-C83E-4E00-9CB2-A86F2F2BE12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448.64440000000002</c:v>
                </c:pt>
                <c:pt idx="1">
                  <c:v>726.51880000000006</c:v>
                </c:pt>
                <c:pt idx="2">
                  <c:v>629.44010000000003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chart_gender_vis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남성</c:v>
                </c:pt>
                <c:pt idx="1">
                  <c:v>여성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8001235</c:v>
                </c:pt>
                <c:pt idx="1">
                  <c:v>9556521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 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  <c:pt idx="5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전년대비 증감율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2.8</c:v>
                </c:pt>
                <c:pt idx="5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6.7747999999999999</c:v>
                </c:pt>
                <c:pt idx="1">
                  <c:v>5.6003999999999996</c:v>
                </c:pt>
                <c:pt idx="2">
                  <c:v>3.6555</c:v>
                </c:pt>
                <c:pt idx="3">
                  <c:v>3.8666</c:v>
                </c:pt>
                <c:pt idx="4">
                  <c:v>3.8412000000000002</c:v>
                </c:pt>
                <c:pt idx="5">
                  <c:v>4.3249000000000004</c:v>
                </c:pt>
                <c:pt idx="6">
                  <c:v>5.8460999999999999</c:v>
                </c:pt>
                <c:pt idx="7">
                  <c:v>6.5848000000000004</c:v>
                </c:pt>
                <c:pt idx="8">
                  <c:v>3.9918999999999998</c:v>
                </c:pt>
                <c:pt idx="9">
                  <c:v>2.7924000000000002</c:v>
                </c:pt>
                <c:pt idx="10">
                  <c:v>4.6535000000000002</c:v>
                </c:pt>
                <c:pt idx="11">
                  <c:v>7.6208999999999998</c:v>
                </c:pt>
                <c:pt idx="12">
                  <c:v>6.0156000000000001</c:v>
                </c:pt>
                <c:pt idx="13">
                  <c:v>3.6924000000000001</c:v>
                </c:pt>
                <c:pt idx="14">
                  <c:v>5.4271000000000003</c:v>
                </c:pt>
                <c:pt idx="15">
                  <c:v>4.7366000000000001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5.8197434846927756E-2"/>
          <c:y val="9.9756227134213032E-2"/>
          <c:w val="0.90496085742122079"/>
          <c:h val="0.76887093141337182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  <c:pt idx="5">
                  <c:v>32</c:v>
                </c:pt>
                <c:pt idx="6">
                  <c:v>32</c:v>
                </c:pt>
                <c:pt idx="7">
                  <c:v>28</c:v>
                </c:pt>
                <c:pt idx="8">
                  <c:v>12</c:v>
                </c:pt>
                <c:pt idx="9">
                  <c:v>15</c:v>
                </c:pt>
                <c:pt idx="10">
                  <c:v>32</c:v>
                </c:pt>
                <c:pt idx="11">
                  <c:v>32</c:v>
                </c:pt>
                <c:pt idx="12">
                  <c:v>28</c:v>
                </c:pt>
                <c:pt idx="13">
                  <c:v>12</c:v>
                </c:pt>
                <c:pt idx="14">
                  <c:v>15</c:v>
                </c:pt>
                <c:pt idx="15">
                  <c:v>32</c:v>
                </c:pt>
                <c:pt idx="16">
                  <c:v>32</c:v>
                </c:pt>
                <c:pt idx="17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21</c:v>
                </c:pt>
                <c:pt idx="9">
                  <c:v>28</c:v>
                </c:pt>
                <c:pt idx="10">
                  <c:v>12</c:v>
                </c:pt>
                <c:pt idx="11">
                  <c:v>12</c:v>
                </c:pt>
                <c:pt idx="12">
                  <c:v>12</c:v>
                </c:pt>
                <c:pt idx="13">
                  <c:v>21</c:v>
                </c:pt>
                <c:pt idx="14">
                  <c:v>28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항목1</c:v>
                </c:pt>
                <c:pt idx="1">
                  <c:v>항목2</c:v>
                </c:pt>
                <c:pt idx="2">
                  <c:v>항목3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항목1</c:v>
                </c:pt>
                <c:pt idx="1">
                  <c:v>항목2</c:v>
                </c:pt>
                <c:pt idx="2">
                  <c:v>항목3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항목1</c:v>
                </c:pt>
                <c:pt idx="1">
                  <c:v>항목2</c:v>
                </c:pt>
                <c:pt idx="2">
                  <c:v>항목3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항목1</c:v>
                </c:pt>
                <c:pt idx="1">
                  <c:v>항목2</c:v>
                </c:pt>
                <c:pt idx="2">
                  <c:v>항목3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항목1</c:v>
                </c:pt>
                <c:pt idx="1">
                  <c:v>항목2</c:v>
                </c:pt>
                <c:pt idx="2">
                  <c:v>항목3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매출건수(건)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Sheet1!$A$2:$A$25</c:f>
              <c:strCache>
                <c:ptCount val="24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D+1</c:v>
                </c:pt>
                <c:pt idx="18">
                  <c:v>D+2</c:v>
                </c:pt>
                <c:pt idx="19">
                  <c:v>D+3</c:v>
                </c:pt>
                <c:pt idx="20">
                  <c:v>D+4</c:v>
                </c:pt>
                <c:pt idx="21">
                  <c:v>D+5</c:v>
                </c:pt>
                <c:pt idx="22">
                  <c:v>D+6</c:v>
                </c:pt>
                <c:pt idx="23">
                  <c:v>D+7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416</c:v>
                </c:pt>
                <c:pt idx="3">
                  <c:v>400</c:v>
                </c:pt>
                <c:pt idx="4">
                  <c:v>437</c:v>
                </c:pt>
                <c:pt idx="5">
                  <c:v>800</c:v>
                </c:pt>
                <c:pt idx="6">
                  <c:v>587</c:v>
                </c:pt>
                <c:pt idx="7">
                  <c:v>341</c:v>
                </c:pt>
                <c:pt idx="8">
                  <c:v>464</c:v>
                </c:pt>
                <c:pt idx="9">
                  <c:v>431</c:v>
                </c:pt>
                <c:pt idx="10">
                  <c:v>404</c:v>
                </c:pt>
                <c:pt idx="11">
                  <c:v>608</c:v>
                </c:pt>
                <c:pt idx="12">
                  <c:v>576</c:v>
                </c:pt>
                <c:pt idx="13">
                  <c:v>666</c:v>
                </c:pt>
                <c:pt idx="14">
                  <c:v>394</c:v>
                </c:pt>
                <c:pt idx="15">
                  <c:v>469</c:v>
                </c:pt>
                <c:pt idx="16">
                  <c:v>554</c:v>
                </c:pt>
                <c:pt idx="17">
                  <c:v>560</c:v>
                </c:pt>
                <c:pt idx="18">
                  <c:v>469</c:v>
                </c:pt>
                <c:pt idx="19">
                  <c:v>975</c:v>
                </c:pt>
                <c:pt idx="20">
                  <c:v>767</c:v>
                </c:pt>
                <c:pt idx="21">
                  <c:v>448</c:v>
                </c:pt>
                <c:pt idx="22">
                  <c:v>367</c:v>
                </c:pt>
                <c:pt idx="23">
                  <c:v>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116C62F-F7A7-4FC9-A1F2-ED6AE0E9B30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8915A25-BEC5-4F2B-95BB-4DE5A4FE1AC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CEF756F-6924-42B0-B6EB-3991E14DB09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1786AF7-89A2-440D-B0C8-A71AB81341A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922BABB-BFF1-40EA-9345-12FB4E00609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7.5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0" i="0" u="none" strike="noStrike" kern="1200" baseline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  <c:pt idx="10">
                  <c:v>항목 11</c:v>
                </c:pt>
                <c:pt idx="11">
                  <c:v>항목 12</c:v>
                </c:pt>
                <c:pt idx="12">
                  <c:v>항목 13</c:v>
                </c:pt>
                <c:pt idx="13">
                  <c:v>항목 14</c:v>
                </c:pt>
                <c:pt idx="14">
                  <c:v>항목 15</c:v>
                </c:pt>
                <c:pt idx="15">
                  <c:v>항목 16</c:v>
                </c:pt>
                <c:pt idx="16">
                  <c:v>항목 17</c:v>
                </c:pt>
                <c:pt idx="17">
                  <c:v>항목 18</c:v>
                </c:pt>
                <c:pt idx="18">
                  <c:v>항목 19</c:v>
                </c:pt>
                <c:pt idx="19">
                  <c:v>항목 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  <c:pt idx="10">
                  <c:v>5.0599999999999996</c:v>
                </c:pt>
                <c:pt idx="11">
                  <c:v>5.22</c:v>
                </c:pt>
                <c:pt idx="12">
                  <c:v>5.38</c:v>
                </c:pt>
                <c:pt idx="13">
                  <c:v>5.54</c:v>
                </c:pt>
                <c:pt idx="14">
                  <c:v>5.7</c:v>
                </c:pt>
                <c:pt idx="15">
                  <c:v>5.86</c:v>
                </c:pt>
                <c:pt idx="16">
                  <c:v>6.02</c:v>
                </c:pt>
                <c:pt idx="17">
                  <c:v>6.18</c:v>
                </c:pt>
                <c:pt idx="18">
                  <c:v>6.34</c:v>
                </c:pt>
                <c:pt idx="19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소비금액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소비건수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  <c:pt idx="5">
                  <c:v>7.6</c:v>
                </c:pt>
                <c:pt idx="6">
                  <c:v>2.2000000000000002</c:v>
                </c:pt>
                <c:pt idx="7">
                  <c:v>32</c:v>
                </c:pt>
                <c:pt idx="8">
                  <c:v>32</c:v>
                </c:pt>
                <c:pt idx="9">
                  <c:v>28</c:v>
                </c:pt>
                <c:pt idx="10">
                  <c:v>12</c:v>
                </c:pt>
                <c:pt idx="11">
                  <c:v>15</c:v>
                </c:pt>
                <c:pt idx="12">
                  <c:v>7.6</c:v>
                </c:pt>
                <c:pt idx="13">
                  <c:v>2.2000000000000002</c:v>
                </c:pt>
                <c:pt idx="14">
                  <c:v>32</c:v>
                </c:pt>
                <c:pt idx="15">
                  <c:v>32</c:v>
                </c:pt>
                <c:pt idx="16">
                  <c:v>28</c:v>
                </c:pt>
                <c:pt idx="1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  <c:pt idx="5">
                  <c:v>0</c:v>
                </c:pt>
                <c:pt idx="6">
                  <c:v>33.4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  <c:pt idx="10">
                  <c:v>21</c:v>
                </c:pt>
                <c:pt idx="11">
                  <c:v>28</c:v>
                </c:pt>
                <c:pt idx="12">
                  <c:v>29.3</c:v>
                </c:pt>
                <c:pt idx="13">
                  <c:v>33.4</c:v>
                </c:pt>
                <c:pt idx="14">
                  <c:v>12</c:v>
                </c:pt>
                <c:pt idx="15">
                  <c:v>12</c:v>
                </c:pt>
                <c:pt idx="16">
                  <c:v>12</c:v>
                </c:pt>
                <c:pt idx="17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4">
                  <c:v>41</c:v>
                </c:pt>
                <c:pt idx="5">
                  <c:v>51</c:v>
                </c:pt>
                <c:pt idx="6">
                  <c:v>64.599999999999994</c:v>
                </c:pt>
                <c:pt idx="7">
                  <c:v>55</c:v>
                </c:pt>
                <c:pt idx="8">
                  <c:v>5</c:v>
                </c:pt>
                <c:pt idx="9">
                  <c:v>3</c:v>
                </c:pt>
                <c:pt idx="10">
                  <c:v>30</c:v>
                </c:pt>
                <c:pt idx="11">
                  <c:v>41</c:v>
                </c:pt>
                <c:pt idx="12">
                  <c:v>51</c:v>
                </c:pt>
                <c:pt idx="13">
                  <c:v>64.599999999999994</c:v>
                </c:pt>
                <c:pt idx="14">
                  <c:v>5</c:v>
                </c:pt>
                <c:pt idx="15">
                  <c:v>1</c:v>
                </c:pt>
                <c:pt idx="16">
                  <c:v>2</c:v>
                </c:pt>
                <c:pt idx="17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39</c:v>
                </c:pt>
                <c:pt idx="4">
                  <c:v>54</c:v>
                </c:pt>
                <c:pt idx="5">
                  <c:v>72.7</c:v>
                </c:pt>
                <c:pt idx="6">
                  <c:v>95.8</c:v>
                </c:pt>
                <c:pt idx="7">
                  <c:v>40</c:v>
                </c:pt>
                <c:pt idx="8">
                  <c:v>10</c:v>
                </c:pt>
                <c:pt idx="9">
                  <c:v>20</c:v>
                </c:pt>
                <c:pt idx="10">
                  <c:v>39</c:v>
                </c:pt>
                <c:pt idx="11">
                  <c:v>54</c:v>
                </c:pt>
                <c:pt idx="12">
                  <c:v>72.7</c:v>
                </c:pt>
                <c:pt idx="13">
                  <c:v>95.8</c:v>
                </c:pt>
                <c:pt idx="14">
                  <c:v>2</c:v>
                </c:pt>
                <c:pt idx="15">
                  <c:v>1</c:v>
                </c:pt>
                <c:pt idx="16">
                  <c:v>20</c:v>
                </c:pt>
                <c:pt idx="17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48</c:v>
                </c:pt>
                <c:pt idx="4">
                  <c:v>67</c:v>
                </c:pt>
                <c:pt idx="5">
                  <c:v>94.4</c:v>
                </c:pt>
                <c:pt idx="6">
                  <c:v>0</c:v>
                </c:pt>
                <c:pt idx="7">
                  <c:v>50</c:v>
                </c:pt>
                <c:pt idx="8">
                  <c:v>85</c:v>
                </c:pt>
                <c:pt idx="9">
                  <c:v>74</c:v>
                </c:pt>
                <c:pt idx="10">
                  <c:v>48</c:v>
                </c:pt>
                <c:pt idx="11">
                  <c:v>67</c:v>
                </c:pt>
                <c:pt idx="12">
                  <c:v>94.4</c:v>
                </c:pt>
                <c:pt idx="13">
                  <c:v>127</c:v>
                </c:pt>
                <c:pt idx="14">
                  <c:v>3</c:v>
                </c:pt>
                <c:pt idx="15">
                  <c:v>2</c:v>
                </c:pt>
                <c:pt idx="16">
                  <c:v>18</c:v>
                </c:pt>
                <c:pt idx="17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  <c:pt idx="5">
                  <c:v>7.6</c:v>
                </c:pt>
                <c:pt idx="6">
                  <c:v>2.2000000000000002</c:v>
                </c:pt>
                <c:pt idx="7">
                  <c:v>32</c:v>
                </c:pt>
                <c:pt idx="8">
                  <c:v>32</c:v>
                </c:pt>
                <c:pt idx="9">
                  <c:v>28</c:v>
                </c:pt>
                <c:pt idx="10">
                  <c:v>12</c:v>
                </c:pt>
                <c:pt idx="11">
                  <c:v>15</c:v>
                </c:pt>
                <c:pt idx="12">
                  <c:v>7.6</c:v>
                </c:pt>
                <c:pt idx="13">
                  <c:v>2.2000000000000002</c:v>
                </c:pt>
                <c:pt idx="14">
                  <c:v>32</c:v>
                </c:pt>
                <c:pt idx="15">
                  <c:v>32</c:v>
                </c:pt>
                <c:pt idx="16">
                  <c:v>28</c:v>
                </c:pt>
                <c:pt idx="1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  <c:pt idx="5">
                  <c:v>0</c:v>
                </c:pt>
                <c:pt idx="6">
                  <c:v>33.4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  <c:pt idx="10">
                  <c:v>21</c:v>
                </c:pt>
                <c:pt idx="11">
                  <c:v>28</c:v>
                </c:pt>
                <c:pt idx="12">
                  <c:v>29.3</c:v>
                </c:pt>
                <c:pt idx="13">
                  <c:v>33.4</c:v>
                </c:pt>
                <c:pt idx="14">
                  <c:v>12</c:v>
                </c:pt>
                <c:pt idx="15">
                  <c:v>12</c:v>
                </c:pt>
                <c:pt idx="16">
                  <c:v>12</c:v>
                </c:pt>
                <c:pt idx="17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4">
                  <c:v>41</c:v>
                </c:pt>
                <c:pt idx="5">
                  <c:v>51</c:v>
                </c:pt>
                <c:pt idx="6">
                  <c:v>64.599999999999994</c:v>
                </c:pt>
                <c:pt idx="7">
                  <c:v>55</c:v>
                </c:pt>
                <c:pt idx="8">
                  <c:v>5</c:v>
                </c:pt>
                <c:pt idx="9">
                  <c:v>3</c:v>
                </c:pt>
                <c:pt idx="10">
                  <c:v>30</c:v>
                </c:pt>
                <c:pt idx="11">
                  <c:v>41</c:v>
                </c:pt>
                <c:pt idx="12">
                  <c:v>51</c:v>
                </c:pt>
                <c:pt idx="13">
                  <c:v>64.599999999999994</c:v>
                </c:pt>
                <c:pt idx="14">
                  <c:v>5</c:v>
                </c:pt>
                <c:pt idx="15">
                  <c:v>1</c:v>
                </c:pt>
                <c:pt idx="16">
                  <c:v>2</c:v>
                </c:pt>
                <c:pt idx="17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계열 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39</c:v>
                </c:pt>
                <c:pt idx="4">
                  <c:v>54</c:v>
                </c:pt>
                <c:pt idx="5">
                  <c:v>72.7</c:v>
                </c:pt>
                <c:pt idx="6">
                  <c:v>95.8</c:v>
                </c:pt>
                <c:pt idx="7">
                  <c:v>40</c:v>
                </c:pt>
                <c:pt idx="8">
                  <c:v>10</c:v>
                </c:pt>
                <c:pt idx="9">
                  <c:v>20</c:v>
                </c:pt>
                <c:pt idx="10">
                  <c:v>39</c:v>
                </c:pt>
                <c:pt idx="11">
                  <c:v>54</c:v>
                </c:pt>
                <c:pt idx="12">
                  <c:v>72.7</c:v>
                </c:pt>
                <c:pt idx="13">
                  <c:v>95.8</c:v>
                </c:pt>
                <c:pt idx="14">
                  <c:v>2</c:v>
                </c:pt>
                <c:pt idx="15">
                  <c:v>1</c:v>
                </c:pt>
                <c:pt idx="16">
                  <c:v>20</c:v>
                </c:pt>
                <c:pt idx="17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계열 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00-06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48</c:v>
                </c:pt>
                <c:pt idx="4">
                  <c:v>67</c:v>
                </c:pt>
                <c:pt idx="5">
                  <c:v>94.4</c:v>
                </c:pt>
                <c:pt idx="6">
                  <c:v>0</c:v>
                </c:pt>
                <c:pt idx="7">
                  <c:v>50</c:v>
                </c:pt>
                <c:pt idx="8">
                  <c:v>85</c:v>
                </c:pt>
                <c:pt idx="9">
                  <c:v>74</c:v>
                </c:pt>
                <c:pt idx="10">
                  <c:v>48</c:v>
                </c:pt>
                <c:pt idx="11">
                  <c:v>67</c:v>
                </c:pt>
                <c:pt idx="12">
                  <c:v>94.4</c:v>
                </c:pt>
                <c:pt idx="13">
                  <c:v>127</c:v>
                </c:pt>
                <c:pt idx="14">
                  <c:v>3</c:v>
                </c:pt>
                <c:pt idx="15">
                  <c:v>2</c:v>
                </c:pt>
                <c:pt idx="16">
                  <c:v>18</c:v>
                </c:pt>
                <c:pt idx="17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5.5</c:v>
                </c:pt>
                <c:pt idx="5">
                  <c:v>6.5</c:v>
                </c:pt>
                <c:pt idx="6">
                  <c:v>7.5</c:v>
                </c:pt>
                <c:pt idx="7">
                  <c:v>8.5</c:v>
                </c:pt>
                <c:pt idx="8">
                  <c:v>9.5</c:v>
                </c:pt>
                <c:pt idx="9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매출금액(천만원)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cat>
            <c:strRef>
              <c:f>Sheet1!$A$2:$A$25</c:f>
              <c:strCache>
                <c:ptCount val="24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D+1</c:v>
                </c:pt>
                <c:pt idx="18">
                  <c:v>D+2</c:v>
                </c:pt>
                <c:pt idx="19">
                  <c:v>D+3</c:v>
                </c:pt>
                <c:pt idx="20">
                  <c:v>D+4</c:v>
                </c:pt>
                <c:pt idx="21">
                  <c:v>D+5</c:v>
                </c:pt>
                <c:pt idx="22">
                  <c:v>D+6</c:v>
                </c:pt>
                <c:pt idx="23">
                  <c:v>D+7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416</c:v>
                </c:pt>
                <c:pt idx="3">
                  <c:v>400</c:v>
                </c:pt>
                <c:pt idx="4">
                  <c:v>437</c:v>
                </c:pt>
                <c:pt idx="5">
                  <c:v>800</c:v>
                </c:pt>
                <c:pt idx="6">
                  <c:v>587</c:v>
                </c:pt>
                <c:pt idx="7">
                  <c:v>341</c:v>
                </c:pt>
                <c:pt idx="8">
                  <c:v>464</c:v>
                </c:pt>
                <c:pt idx="9">
                  <c:v>431</c:v>
                </c:pt>
                <c:pt idx="10">
                  <c:v>404</c:v>
                </c:pt>
                <c:pt idx="11">
                  <c:v>608</c:v>
                </c:pt>
                <c:pt idx="12">
                  <c:v>576</c:v>
                </c:pt>
                <c:pt idx="13">
                  <c:v>666</c:v>
                </c:pt>
                <c:pt idx="14">
                  <c:v>394</c:v>
                </c:pt>
                <c:pt idx="15">
                  <c:v>469</c:v>
                </c:pt>
                <c:pt idx="16">
                  <c:v>554</c:v>
                </c:pt>
                <c:pt idx="17">
                  <c:v>560</c:v>
                </c:pt>
                <c:pt idx="18">
                  <c:v>469</c:v>
                </c:pt>
                <c:pt idx="19">
                  <c:v>975</c:v>
                </c:pt>
                <c:pt idx="20">
                  <c:v>767</c:v>
                </c:pt>
                <c:pt idx="21">
                  <c:v>448</c:v>
                </c:pt>
                <c:pt idx="22">
                  <c:v>367</c:v>
                </c:pt>
                <c:pt idx="23">
                  <c:v>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cat>
            <c:strRef>
              <c:f>Sheet1!$A$2:$A$25</c:f>
              <c:strCache>
                <c:ptCount val="24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D+1</c:v>
                </c:pt>
                <c:pt idx="18">
                  <c:v>D+2</c:v>
                </c:pt>
                <c:pt idx="19">
                  <c:v>D+3</c:v>
                </c:pt>
                <c:pt idx="20">
                  <c:v>D+4</c:v>
                </c:pt>
                <c:pt idx="21">
                  <c:v>D+5</c:v>
                </c:pt>
                <c:pt idx="22">
                  <c:v>D+6</c:v>
                </c:pt>
                <c:pt idx="23">
                  <c:v>D+7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0.87</c:v>
                </c:pt>
                <c:pt idx="3">
                  <c:v>0.77</c:v>
                </c:pt>
                <c:pt idx="4">
                  <c:v>1.04</c:v>
                </c:pt>
                <c:pt idx="5">
                  <c:v>2.5499999999999998</c:v>
                </c:pt>
                <c:pt idx="6">
                  <c:v>1.63</c:v>
                </c:pt>
                <c:pt idx="7">
                  <c:v>0.69</c:v>
                </c:pt>
                <c:pt idx="8">
                  <c:v>1.23</c:v>
                </c:pt>
                <c:pt idx="9">
                  <c:v>1.05</c:v>
                </c:pt>
                <c:pt idx="10">
                  <c:v>0.92</c:v>
                </c:pt>
                <c:pt idx="11">
                  <c:v>1.42</c:v>
                </c:pt>
                <c:pt idx="12">
                  <c:v>1.54</c:v>
                </c:pt>
                <c:pt idx="13">
                  <c:v>1.47</c:v>
                </c:pt>
                <c:pt idx="14">
                  <c:v>0.74</c:v>
                </c:pt>
                <c:pt idx="15">
                  <c:v>0.95</c:v>
                </c:pt>
                <c:pt idx="16">
                  <c:v>1.2</c:v>
                </c:pt>
                <c:pt idx="17">
                  <c:v>1.06</c:v>
                </c:pt>
                <c:pt idx="18">
                  <c:v>1.1100000000000001</c:v>
                </c:pt>
                <c:pt idx="19">
                  <c:v>2.48</c:v>
                </c:pt>
                <c:pt idx="20">
                  <c:v>1.58</c:v>
                </c:pt>
                <c:pt idx="21">
                  <c:v>0.86</c:v>
                </c:pt>
                <c:pt idx="22">
                  <c:v>1.04</c:v>
                </c:pt>
                <c:pt idx="23">
                  <c:v>0.74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호텔업</cx:pt>
          <cx:pt idx="1">오락장 운영업</cx:pt>
          <cx:pt idx="2">기타 통신판매업</cx:pt>
          <cx:pt idx="3">당구장 운영업</cx:pt>
          <cx:pt idx="4">자동차 전문 수리업</cx:pt>
          <cx:pt idx="5">연극단체</cx:pt>
          <cx:pt idx="6">소매업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</cx:lvl>
        <cx:lvl ptCount="16">
          <cx:pt idx="0">소비금액</cx:pt>
          <cx:pt idx="1">소비금액</cx:pt>
          <cx:pt idx="2">소비금액</cx:pt>
          <cx:pt idx="3">소비금액</cx:pt>
          <cx:pt idx="4">소비금액</cx:pt>
          <cx:pt idx="5">소비금액</cx:pt>
          <cx:pt idx="6">소비금액</cx:pt>
        </cx:lvl>
      </cx:strDim>
      <cx:numDim type="size">
        <cx:f>Sheet1!$D$2:$D$17</cx:f>
        <cx:lvl ptCount="16" formatCode="G/표준">
          <cx:pt idx="0">192.80000000000001</cx:pt>
          <cx:pt idx="1">186.40000000000001</cx:pt>
          <cx:pt idx="2">187.90000000000001</cx:pt>
          <cx:pt idx="3">197.69999999999999</cx:pt>
          <cx:pt idx="4">191.69999999999999</cx:pt>
          <cx:pt idx="5">188.30000000000001</cx:pt>
          <cx:pt idx="6">191.09999999999999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계열1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호텔업</cx:pt>
          <cx:pt idx="1">오락장 운영업</cx:pt>
          <cx:pt idx="2">기타 통신판매업</cx:pt>
          <cx:pt idx="3">당구장 운영업</cx:pt>
          <cx:pt idx="4">자동차 전문 수리업</cx:pt>
          <cx:pt idx="5">연극단체</cx:pt>
          <cx:pt idx="6">소매업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</cx:lvl>
        <cx:lvl ptCount="16">
          <cx:pt idx="0">소비금액</cx:pt>
          <cx:pt idx="1">소비금액</cx:pt>
          <cx:pt idx="2">소비금액</cx:pt>
          <cx:pt idx="3">소비금액</cx:pt>
          <cx:pt idx="4">소비금액</cx:pt>
          <cx:pt idx="5">소비금액</cx:pt>
          <cx:pt idx="6">소비금액</cx:pt>
        </cx:lvl>
      </cx:strDim>
      <cx:numDim type="size">
        <cx:f>Sheet1!$D$2:$D$17</cx:f>
        <cx:lvl ptCount="16" formatCode="G/표준">
          <cx:pt idx="0">192.80000000000001</cx:pt>
          <cx:pt idx="1">186.40000000000001</cx:pt>
          <cx:pt idx="2">187.90000000000001</cx:pt>
          <cx:pt idx="3">197.69999999999999</cx:pt>
          <cx:pt idx="4">191.69999999999999</cx:pt>
          <cx:pt idx="5">188.30000000000001</cx:pt>
          <cx:pt idx="6">191.09999999999999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계열1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chart" Target="../charts/chart2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{{SL1_p_1}}</a:t>
            </a:r>
          </a:p>
          <a:p>
            <a:r>
              <a:rPr lang="en-US" sz="6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0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소비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소비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소비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{{SL1_p_1}}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{{SL3_p_1}}명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{{SL3_p_2}}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{{SL3_p_5}}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({{SL3_p_6}}명)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{{SL3_p_7}}%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{{SL3_p_10}}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({{SL3_p_11}}명)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{{SL3_p_12}}%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{{SL3_p_3}}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{{SL3_p_9}}%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{{SL3_p_13}}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{{SL3_p_8}}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{{SL3_p_14}}%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{{SL3_p_4}}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{{SL4_p_1}}명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{{SL4_p_2}}명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{{SL4_p_3}}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{{SL4_p_4}}명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{{SL4_p_5}}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{{SL4_p_6}}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{{SL4_p_7}}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{{SL4_p_8}}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{{SL4_p_9}}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{{SL4_p_10}}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{{SL1_p_1}}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{{SL1_p_1}}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{{SL5_p_1}}명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{{SL5_p_2}}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{{SL5_p_3}}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({{SL5_p_4}}명)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{{SL5_p_5}}%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{{SL5_p_6}}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{{SL5_p_7}}%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{{SL5_p_8}}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{{SL5_p_9}}명)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{{SL5_p_10}}%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{{SL5_p_11}}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{{SL5_p_12}}%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{{SL5_p_13}}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{{SL5_p_14}}%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{{SL6_m}}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{{SL6_f}}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23533" r="48389" b="21884"/>
          <a:stretch>
            <a:fillRect/>
          </a:stretch>
        </p:blipFill>
        <p:spPr>
          <a:xfrm flipH="1">
            <a:off x="8524420" y="-1"/>
            <a:ext cx="71280" cy="142921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6396" t="23575" r="48388" b="21884"/>
          <a:stretch>
            <a:fillRect/>
          </a:stretch>
        </p:blipFill>
        <p:spPr>
          <a:xfrm flipH="1">
            <a:off x="9832781" y="0"/>
            <a:ext cx="91029" cy="142812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{{SL6_p_1}}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{{SL6_p_3}}%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{{SL6_p_2}}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03906" y="12154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588333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79935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{{SL7_p_5}}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({{SL7_p_6}})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{{SL7_p_1}}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{{SL7_p_2}}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08108" y="-3286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15741" y="-30480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{{SL7_p_3}}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({{SL7_p_4}})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7204267"/>
              </p:ext>
            </p:extLst>
          </p:nvPr>
        </p:nvGraphicFramePr>
        <p:xfrm>
          <a:off x="5708541" y="17538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32253" y="14283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7">
            <a:extLst>
              <a:ext uri="{FF2B5EF4-FFF2-40B4-BE49-F238E27FC236}">
                <a16:creationId xmlns:a16="http://schemas.microsoft.com/office/drawing/2014/main" id="{5C85D958-60D4-0CB0-7940-D44C10DB8264}"/>
              </a:ext>
            </a:extLst>
          </p:cNvPr>
          <p:cNvSpPr/>
          <p:nvPr/>
        </p:nvSpPr>
        <p:spPr>
          <a:xfrm>
            <a:off x="2499231" y="4857696"/>
            <a:ext cx="1644981" cy="95373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3846CB6E-1D26-5678-E53F-E646FAD63FBD}"/>
              </a:ext>
            </a:extLst>
          </p:cNvPr>
          <p:cNvSpPr/>
          <p:nvPr/>
        </p:nvSpPr>
        <p:spPr>
          <a:xfrm>
            <a:off x="719213" y="4849268"/>
            <a:ext cx="1644981" cy="95373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14EB3B5C-AADE-6E00-1E34-D5B21E387B1E}"/>
              </a:ext>
            </a:extLst>
          </p:cNvPr>
          <p:cNvSpPr/>
          <p:nvPr/>
        </p:nvSpPr>
        <p:spPr>
          <a:xfrm>
            <a:off x="2499231" y="3768093"/>
            <a:ext cx="1644981" cy="95373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4423330" y="1188024"/>
            <a:ext cx="7305883" cy="4983529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719213" y="3770919"/>
            <a:ext cx="1644981" cy="95373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821546" y="3849009"/>
            <a:ext cx="1440315" cy="17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최다 방문일자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868010" y="4100424"/>
            <a:ext cx="1347386" cy="29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{{SL8_1}}</a:t>
            </a:r>
            <a:endParaRPr lang="en-US" altLang="ko-KR" sz="24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833372" y="4497780"/>
            <a:ext cx="1416662" cy="161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{{SL8_share_1}}%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329016" y="2228272"/>
            <a:ext cx="413637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{{SL8_3}}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명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이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/>
        </p:nvGraphicFramePr>
        <p:xfrm>
          <a:off x="4542944" y="1322837"/>
          <a:ext cx="7033296" cy="5134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8">
            <a:extLst>
              <a:ext uri="{FF2B5EF4-FFF2-40B4-BE49-F238E27FC236}">
                <a16:creationId xmlns:a16="http://schemas.microsoft.com/office/drawing/2014/main" id="{B2A6180E-A531-8521-7321-BC6743502590}"/>
              </a:ext>
            </a:extLst>
          </p:cNvPr>
          <p:cNvSpPr txBox="1"/>
          <p:nvPr/>
        </p:nvSpPr>
        <p:spPr>
          <a:xfrm>
            <a:off x="1305339" y="1618990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하루 평균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1F8939D6-B2D0-3D58-60CD-4369F209AC69}"/>
              </a:ext>
            </a:extLst>
          </p:cNvPr>
          <p:cNvSpPr txBox="1"/>
          <p:nvPr/>
        </p:nvSpPr>
        <p:spPr>
          <a:xfrm>
            <a:off x="1366808" y="2653235"/>
            <a:ext cx="2060788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358094F-BAF3-D492-2AB4-2F261728F610}"/>
              </a:ext>
            </a:extLst>
          </p:cNvPr>
          <p:cNvSpPr/>
          <p:nvPr/>
        </p:nvSpPr>
        <p:spPr>
          <a:xfrm>
            <a:off x="5366119" y="142220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AF48564-A86E-5C82-EBC9-2CE72A296989}"/>
              </a:ext>
            </a:extLst>
          </p:cNvPr>
          <p:cNvSpPr/>
          <p:nvPr/>
        </p:nvSpPr>
        <p:spPr>
          <a:xfrm>
            <a:off x="10654927" y="139542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FF625F-0C63-CF3C-BE2E-2DED39BFB3E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16762" r="48389" b="21884"/>
          <a:stretch>
            <a:fillRect/>
          </a:stretch>
        </p:blipFill>
        <p:spPr>
          <a:xfrm flipH="1">
            <a:off x="10683100" y="-1"/>
            <a:ext cx="65106" cy="14673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7A5FBCE-65CD-8A06-D7A2-6FDB8B46DE7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677" t="15767" r="48389" b="21884"/>
          <a:stretch>
            <a:fillRect/>
          </a:stretch>
        </p:blipFill>
        <p:spPr>
          <a:xfrm flipH="1">
            <a:off x="5393527" y="0"/>
            <a:ext cx="62713" cy="1491156"/>
          </a:xfrm>
          <a:prstGeom prst="rect">
            <a:avLst/>
          </a:prstGeom>
        </p:spPr>
      </p:pic>
      <p:sp>
        <p:nvSpPr>
          <p:cNvPr id="10" name="Shape 12">
            <a:extLst>
              <a:ext uri="{FF2B5EF4-FFF2-40B4-BE49-F238E27FC236}">
                <a16:creationId xmlns:a16="http://schemas.microsoft.com/office/drawing/2014/main" id="{AC77744D-F657-3542-42A2-305628990BA7}"/>
              </a:ext>
            </a:extLst>
          </p:cNvPr>
          <p:cNvSpPr/>
          <p:nvPr/>
        </p:nvSpPr>
        <p:spPr>
          <a:xfrm>
            <a:off x="695938" y="3770919"/>
            <a:ext cx="45719" cy="95373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7048DB9-A4F7-DC5B-74CF-6A2E17CA5BE0}"/>
              </a:ext>
            </a:extLst>
          </p:cNvPr>
          <p:cNvSpPr txBox="1"/>
          <p:nvPr/>
        </p:nvSpPr>
        <p:spPr>
          <a:xfrm>
            <a:off x="2601564" y="3849009"/>
            <a:ext cx="1440315" cy="17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최소 방문일자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0FCEA9E-D808-372A-1F3F-66B7700ACBF6}"/>
              </a:ext>
            </a:extLst>
          </p:cNvPr>
          <p:cNvSpPr txBox="1"/>
          <p:nvPr/>
        </p:nvSpPr>
        <p:spPr>
          <a:xfrm>
            <a:off x="2648028" y="4097598"/>
            <a:ext cx="1347386" cy="29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{{SL8_2}}</a:t>
            </a:r>
            <a:endParaRPr lang="en-US" altLang="ko-KR" sz="2400" dirty="0">
              <a:solidFill>
                <a:srgbClr val="002060"/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3BD0596-B7C2-3FF9-2D9C-C863D2DE4400}"/>
              </a:ext>
            </a:extLst>
          </p:cNvPr>
          <p:cNvSpPr txBox="1"/>
          <p:nvPr/>
        </p:nvSpPr>
        <p:spPr>
          <a:xfrm>
            <a:off x="2613390" y="4497780"/>
            <a:ext cx="1416662" cy="161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{{SL8_share_2}}%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98FA91E-624E-249F-D3E6-8FE2E92B943A}"/>
              </a:ext>
            </a:extLst>
          </p:cNvPr>
          <p:cNvSpPr/>
          <p:nvPr/>
        </p:nvSpPr>
        <p:spPr>
          <a:xfrm>
            <a:off x="2474613" y="3770919"/>
            <a:ext cx="45719" cy="95373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423FC1A3-ACD5-162E-9559-B6EC5D1E91B7}"/>
              </a:ext>
            </a:extLst>
          </p:cNvPr>
          <p:cNvSpPr txBox="1"/>
          <p:nvPr/>
        </p:nvSpPr>
        <p:spPr>
          <a:xfrm>
            <a:off x="821546" y="4930632"/>
            <a:ext cx="1440315" cy="17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0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altLang="ko-KR" sz="105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F09D0DCB-83A3-1501-B52F-A19F60058FA5}"/>
              </a:ext>
            </a:extLst>
          </p:cNvPr>
          <p:cNvSpPr txBox="1"/>
          <p:nvPr/>
        </p:nvSpPr>
        <p:spPr>
          <a:xfrm>
            <a:off x="719213" y="5178773"/>
            <a:ext cx="1644981" cy="29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{{SL8_4}}</a:t>
            </a:r>
            <a:r>
              <a:rPr lang="ko-KR" altLang="en-US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400" dirty="0">
              <a:solidFill>
                <a:srgbClr val="002060"/>
              </a:solidFill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C47B9D34-1E71-C0CE-D4EC-4BD7E202AE82}"/>
              </a:ext>
            </a:extLst>
          </p:cNvPr>
          <p:cNvSpPr txBox="1"/>
          <p:nvPr/>
        </p:nvSpPr>
        <p:spPr>
          <a:xfrm>
            <a:off x="833372" y="5579763"/>
            <a:ext cx="1416662" cy="161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{{SL8_share_4}}%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E8225626-2DAD-010D-F92D-D86D9AA4E373}"/>
              </a:ext>
            </a:extLst>
          </p:cNvPr>
          <p:cNvSpPr/>
          <p:nvPr/>
        </p:nvSpPr>
        <p:spPr>
          <a:xfrm>
            <a:off x="695938" y="4849269"/>
            <a:ext cx="45719" cy="95373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E6CEB9E-8407-143E-9BBC-95916A4F9C41}"/>
              </a:ext>
            </a:extLst>
          </p:cNvPr>
          <p:cNvSpPr txBox="1"/>
          <p:nvPr/>
        </p:nvSpPr>
        <p:spPr>
          <a:xfrm>
            <a:off x="2601564" y="4930632"/>
            <a:ext cx="1440315" cy="17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0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altLang="ko-KR" sz="105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DAE1F66C-5611-3CE1-7A6F-BE5B921D4319}"/>
              </a:ext>
            </a:extLst>
          </p:cNvPr>
          <p:cNvSpPr txBox="1"/>
          <p:nvPr/>
        </p:nvSpPr>
        <p:spPr>
          <a:xfrm>
            <a:off x="2499231" y="5187201"/>
            <a:ext cx="1644981" cy="29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{{SL8_5}}</a:t>
            </a:r>
            <a:r>
              <a:rPr lang="ko-KR" altLang="en-US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400" dirty="0">
              <a:solidFill>
                <a:srgbClr val="002060"/>
              </a:solidFill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F57B63B2-F40A-715C-51C4-8B777BECF5A6}"/>
              </a:ext>
            </a:extLst>
          </p:cNvPr>
          <p:cNvSpPr txBox="1"/>
          <p:nvPr/>
        </p:nvSpPr>
        <p:spPr>
          <a:xfrm>
            <a:off x="2613390" y="5579763"/>
            <a:ext cx="1416662" cy="161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{{SL8_share_5}}%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7C971C5B-ADFA-A381-99EC-CF5F5DB92D25}"/>
              </a:ext>
            </a:extLst>
          </p:cNvPr>
          <p:cNvSpPr/>
          <p:nvPr/>
        </p:nvSpPr>
        <p:spPr>
          <a:xfrm>
            <a:off x="2468831" y="4860522"/>
            <a:ext cx="45719" cy="95373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205601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4739099" y="1191766"/>
            <a:ext cx="6946730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{{SL9_1}}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{{SL9_2}}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5722238" y="14309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664740" y="14042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93623" y="-1371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751121" y="-1228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{{SL9_3}}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{{SL9_4}}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0921060"/>
              </p:ext>
            </p:extLst>
          </p:nvPr>
        </p:nvGraphicFramePr>
        <p:xfrm>
          <a:off x="4953000" y="1284790"/>
          <a:ext cx="6553605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05716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23920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23920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{{SL10_2}}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{{SL10_3}}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{{SL10_1}}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27740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29372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{{SL10_6}}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{{SL10_7}}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{{SL10_4}}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{{SL10_5}}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8755866"/>
              </p:ext>
            </p:extLst>
          </p:nvPr>
        </p:nvGraphicFramePr>
        <p:xfrm>
          <a:off x="6402836" y="1345130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05716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1314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23920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{{SL11_1}}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{{SL11_2}}%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{{SL11_3}}명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{{SL11_4}}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{{SL11_5}}명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{{SL11_6}}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38512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29372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964455"/>
              </p:ext>
            </p:extLst>
          </p:nvPr>
        </p:nvGraphicFramePr>
        <p:xfrm>
          <a:off x="5620026" y="1345130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5F2E17B-E54D-8998-A024-FCA2B1D7B66D}"/>
              </a:ext>
            </a:extLst>
          </p:cNvPr>
          <p:cNvSpPr/>
          <p:nvPr/>
        </p:nvSpPr>
        <p:spPr>
          <a:xfrm>
            <a:off x="4848873" y="1188024"/>
            <a:ext cx="6880340" cy="4803201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BA34468-9076-1A56-5207-51D40602425C}"/>
              </a:ext>
            </a:extLst>
          </p:cNvPr>
          <p:cNvSpPr/>
          <p:nvPr/>
        </p:nvSpPr>
        <p:spPr>
          <a:xfrm>
            <a:off x="5575669" y="142220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7576F6E-1EF2-BED1-A7F9-E0F2EEC42221}"/>
              </a:ext>
            </a:extLst>
          </p:cNvPr>
          <p:cNvSpPr/>
          <p:nvPr/>
        </p:nvSpPr>
        <p:spPr>
          <a:xfrm>
            <a:off x="10864477" y="139542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31F8A1B-FF51-AD23-ECE3-48411B73DB0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16762" r="48389" b="21884"/>
          <a:stretch>
            <a:fillRect/>
          </a:stretch>
        </p:blipFill>
        <p:spPr>
          <a:xfrm flipH="1">
            <a:off x="10892650" y="-1"/>
            <a:ext cx="65106" cy="146734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F6603CD-0895-6383-864E-8DEABFA71C0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677" t="15767" r="48389" b="21884"/>
          <a:stretch>
            <a:fillRect/>
          </a:stretch>
        </p:blipFill>
        <p:spPr>
          <a:xfrm flipH="1">
            <a:off x="5603077" y="0"/>
            <a:ext cx="62713" cy="1491156"/>
          </a:xfrm>
          <a:prstGeom prst="rect">
            <a:avLst/>
          </a:prstGeom>
        </p:spPr>
      </p:pic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{{SL21_1}}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{{SL21_2}}명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{{SL21_3}}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{{SL21_4}}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{{SL21_5}}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{{SL21_6}}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{{SL1_p_1}}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{{SL12_p_1}}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({{SL12_p_2}}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{{SL12_p_3}}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{{SL12_p_4}}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{{SL12_p_5}}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{{SL12_p_6}}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{{SL12_p_7}}%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{{SL12_p_8}}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{{SL12_p_9}}%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{{SL12_p_10}}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{{SL12_p_11}}%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{{SL12_p_12}}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{{SL12_p_13}}%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6742410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036660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A749A98-4010-A84E-8BE3-9919F740D22E}"/>
              </a:ext>
            </a:extLst>
          </p:cNvPr>
          <p:cNvSpPr/>
          <p:nvPr/>
        </p:nvSpPr>
        <p:spPr>
          <a:xfrm>
            <a:off x="4250583" y="1166114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3852132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{{SL13_1}}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{{SL13_2}}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({{SL13_3}}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{{SL13_4}}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{{SL13_5}}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({{SL13_6}}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{{SL13_7}}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{{SL13_8}}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({{SL13_9}}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8306685"/>
              </p:ext>
            </p:extLst>
          </p:nvPr>
        </p:nvGraphicFramePr>
        <p:xfrm>
          <a:off x="4552113" y="1232097"/>
          <a:ext cx="6695445" cy="2510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5525780"/>
              </p:ext>
            </p:extLst>
          </p:nvPr>
        </p:nvGraphicFramePr>
        <p:xfrm>
          <a:off x="4552113" y="3897537"/>
          <a:ext cx="6790594" cy="2521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15992" r="48389" b="21884"/>
          <a:stretch>
            <a:fillRect/>
          </a:stretch>
        </p:blipFill>
        <p:spPr>
          <a:xfrm flipH="1">
            <a:off x="5273199" y="-1"/>
            <a:ext cx="56533" cy="12901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5440" t="15992" r="48389" b="21884"/>
          <a:stretch>
            <a:fillRect/>
          </a:stretch>
        </p:blipFill>
        <p:spPr>
          <a:xfrm flipH="1">
            <a:off x="10510262" y="-1633"/>
            <a:ext cx="85416" cy="1290136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393481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393481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3740885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3740883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142314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449746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46051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034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{{SL14_1}}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({{SL14_2}}%)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{{SL14_3}}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({{SL14_4}}%)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{{SL14_5}}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({{SL14_6}}%)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8410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{{SL14_7}}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({{SL14_8}}%)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{{SL14_9}}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({{SL14_10}}%)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{{SL14_11}}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({{SL14_12}}%)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103281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-92659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1256322"/>
              </p:ext>
            </p:extLst>
          </p:nvPr>
        </p:nvGraphicFramePr>
        <p:xfrm>
          <a:off x="5659837" y="1296133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{{SL15_1}}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{{SL15_2}}%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{{SL15_3}}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({{SL15_4}}%)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{{SL15_7}}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({{SL15_8}}%)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{{SL15_11}}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({{SL15_12}}%)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{{SL15_5}}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({{SL15_6}}%)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{{SL15_9}}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({{SL15_10}}%)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{{SL15_13}}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({{SL15_14}}%)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sp>
        <p:nvSpPr>
          <p:cNvPr id="2" name="SL15_heatmap">
            <a:extLst>
              <a:ext uri="{FF2B5EF4-FFF2-40B4-BE49-F238E27FC236}">
                <a16:creationId xmlns:a16="http://schemas.microsoft.com/office/drawing/2014/main" id="{2A403ACE-2BEB-8F41-2E80-977A58506AEA}"/>
              </a:ext>
            </a:extLst>
          </p:cNvPr>
          <p:cNvSpPr/>
          <p:nvPr/>
        </p:nvSpPr>
        <p:spPr>
          <a:xfrm>
            <a:off x="5287681" y="1505665"/>
            <a:ext cx="6314811" cy="4848963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{{SL16_2}}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{{SL16_1}}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{{SL16_3}}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{{SL16_4}}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{{SL16_5}}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{{SL16_6}}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{{SL16_7}}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{{SL16_8}}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{{SL16_9}}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{{SL16_10}}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{{SL16_11}}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{{SL16_12}}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{{SL16_nm_1}}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{{SL16_nm_2}}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{{SL16_nm_3}}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{{SL16_nm_4}}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{{SL16_nm_5}}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{{SL17_2}}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{{SL17_3}}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{{SL17_4}}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{{SL17_5}}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{{SL17_6}}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{{SL17_7}}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{{SL17_8}}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{{SL17_1}}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{{SL17_9}}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{{SL17_10}}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{{SL17_11}}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{{SL17_12}}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{{SL17_nm_1}}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{{SL17_nm_2}}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{{SL17_nm_3}}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{{SL17_nm_4}}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{{SL17_nm_5}}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{{SL18_10}}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{{SL18_11}}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{{SL18_12}}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{{SL18_1}}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({{SL18_2}}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{{SL18_3}}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{{SL18_4}}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({{SL18_5}}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{{SL18_6}}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{{SL18_7}}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({{SL18_8}}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{{SL18_9}}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{{SL19_1}}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({{SL19_2}}%)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{{SL19_3}}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({{SL19_4}}%)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{{SL19_5}}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({{SL19_6}}%)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{{SL19_17}}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{{SL19_18}}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{{SL19_15}}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{{SL19_16}}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{{SL19_7}}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({{SL19_8}}%)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{{SL19_9}}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({{SL19_10}}%)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{{SL19_11}}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({{SL19_12}}%)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{{SL19_13}}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53607593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90542289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{{SL19_14}}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ECAA2FC-FE68-227D-2AC8-E7DB0E5BBEC8}"/>
              </a:ext>
            </a:extLst>
          </p:cNvPr>
          <p:cNvSpPr/>
          <p:nvPr/>
        </p:nvSpPr>
        <p:spPr>
          <a:xfrm>
            <a:off x="4848873" y="1188024"/>
            <a:ext cx="6880340" cy="4983530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72D48FF-4586-F9AF-A570-30B1F5B2389B}"/>
              </a:ext>
            </a:extLst>
          </p:cNvPr>
          <p:cNvSpPr/>
          <p:nvPr/>
        </p:nvSpPr>
        <p:spPr>
          <a:xfrm>
            <a:off x="5575669" y="142220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8E914CB-6C6D-C2A4-2635-2F768DCEE02C}"/>
              </a:ext>
            </a:extLst>
          </p:cNvPr>
          <p:cNvSpPr/>
          <p:nvPr/>
        </p:nvSpPr>
        <p:spPr>
          <a:xfrm>
            <a:off x="10864477" y="139542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4C6C5129-21EA-B7F3-7C79-079A656F414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16762" r="48389" b="21884"/>
          <a:stretch>
            <a:fillRect/>
          </a:stretch>
        </p:blipFill>
        <p:spPr>
          <a:xfrm flipH="1">
            <a:off x="10892650" y="-1"/>
            <a:ext cx="65106" cy="146734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5069EFD-8ECB-7168-55FF-54F8BB7C460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677" t="15767" r="48389" b="21884"/>
          <a:stretch>
            <a:fillRect/>
          </a:stretch>
        </p:blipFill>
        <p:spPr>
          <a:xfrm flipH="1">
            <a:off x="5603077" y="0"/>
            <a:ext cx="62713" cy="149115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{{SL20_1}}원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{{SL20_2}}건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{{SL20_3}}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{{SL20_4}}원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{{SL20_5}}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{{SL20_6}}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{{SL20_7}}원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{{SL20_8}}건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{{SL20_9}}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074143"/>
              </p:ext>
            </p:extLst>
          </p:nvPr>
        </p:nvGraphicFramePr>
        <p:xfrm>
          <a:off x="5108482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8445541" y="1218168"/>
            <a:ext cx="3050031" cy="4935127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1" name="그래픽 10" descr="시내 전차 단색으로 채워진">
            <a:extLst>
              <a:ext uri="{FF2B5EF4-FFF2-40B4-BE49-F238E27FC236}">
                <a16:creationId xmlns:a16="http://schemas.microsoft.com/office/drawing/2014/main" id="{1C197903-3264-5DF2-0F22-245DE8D1A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1369" y="1335517"/>
            <a:ext cx="233632" cy="20743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8730239" y="1346257"/>
            <a:ext cx="17897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8583449" y="1952439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9756320" y="1952439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10383598" y="1952439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8527569" y="226882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8776503" y="2034735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9700440" y="2268822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9430556" y="203473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{{SL22_1}}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10327718" y="2268822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8527569" y="258886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8741539" y="2355690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9700440" y="2588862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9430556" y="236254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{{SL22_3}}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10327718" y="2588862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8527569" y="29089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8776503" y="2675730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9700440" y="2908902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10327718" y="2908902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8527569" y="3229856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8776503" y="2995770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9700440" y="3229856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10327718" y="3229856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8527569" y="3531608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8776503" y="331672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9700440" y="3531608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10327718" y="3531608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8571257" y="1640014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9744128" y="1640014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10371406" y="1640014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8590592" y="2066778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8590592" y="2385359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8590592" y="2701107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8590592" y="3020804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8590592" y="3354592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9430556" y="268053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{{SL22_5}}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9430556" y="299874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{{SL22_7}}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9430556" y="331748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{{SL22_9}}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10353686" y="2039218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{{SL22_2}}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10353686" y="2367026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{{SL22_4}}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10353686" y="2685016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{{SL22_6}}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10353686" y="300322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{{SL22_8}}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10353686" y="332196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{{SL22_10}}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8688199" y="1732983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9830196" y="1732983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10668516" y="1732983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25F043-843C-4063-B4B4-BC143385D7DA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sp>
        <p:nvSpPr>
          <p:cNvPr id="8" name="SL_G1_MAP">
            <a:extLst>
              <a:ext uri="{FF2B5EF4-FFF2-40B4-BE49-F238E27FC236}">
                <a16:creationId xmlns:a16="http://schemas.microsoft.com/office/drawing/2014/main" id="{D33028D0-3625-F364-2C77-9A59FB457DB8}"/>
              </a:ext>
            </a:extLst>
          </p:cNvPr>
          <p:cNvSpPr/>
          <p:nvPr/>
        </p:nvSpPr>
        <p:spPr>
          <a:xfrm>
            <a:off x="674793" y="1219200"/>
            <a:ext cx="7522987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347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8445537" y="1218165"/>
            <a:ext cx="3050031" cy="4943962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8" name="그래픽 7" descr="법원 단색으로 채워진">
            <a:extLst>
              <a:ext uri="{FF2B5EF4-FFF2-40B4-BE49-F238E27FC236}">
                <a16:creationId xmlns:a16="http://schemas.microsoft.com/office/drawing/2014/main" id="{007E6CD9-52AC-42E4-9E57-0EA5492B6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520" y="1336877"/>
            <a:ext cx="195091" cy="195091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4" name="SL_G6_MAP">
            <a:extLst>
              <a:ext uri="{FF2B5EF4-FFF2-40B4-BE49-F238E27FC236}">
                <a16:creationId xmlns:a16="http://schemas.microsoft.com/office/drawing/2014/main" id="{F76B16E8-4246-2232-1647-6CF896189311}"/>
              </a:ext>
            </a:extLst>
          </p:cNvPr>
          <p:cNvSpPr/>
          <p:nvPr/>
        </p:nvSpPr>
        <p:spPr>
          <a:xfrm>
            <a:off x="674793" y="1219200"/>
            <a:ext cx="7522987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8730235" y="1346254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8583445" y="195243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9756316" y="1952436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10383594" y="1952436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8527565" y="226881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8776499" y="2034732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9700436" y="226881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9430552" y="20347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{{SL23_1}}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10327714" y="226881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8527565" y="258885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8741535" y="2355687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9700436" y="258885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9430552" y="236254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{{SL23_3}}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10327714" y="258885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8527565" y="290889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8776499" y="2675727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9700436" y="290889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10327714" y="290889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8527565" y="322985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8776499" y="2995767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9700436" y="322985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10327714" y="322985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8571253" y="1640011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9744124" y="1640011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10371402" y="1640011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8590588" y="2066775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8590588" y="2385356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8590588" y="2701104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8590588" y="3020801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9430552" y="268053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{{SL23_5}}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9430552" y="29987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{{SL23_7}}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10341872" y="20392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{{SL23_2}}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10341872" y="236702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{{SL23_4}}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10341872" y="268501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{{SL23_6}}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10341872" y="300322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{{SL23_8}}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8688195" y="1732980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9830192" y="1732980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10660587" y="1732980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B61ECD-1530-9D7D-F2C0-0853D3D04245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8445537" y="1218170"/>
            <a:ext cx="3050031" cy="4952354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1" name="그래픽 10" descr="클래퍼 보드 단색으로 채워진">
            <a:extLst>
              <a:ext uri="{FF2B5EF4-FFF2-40B4-BE49-F238E27FC236}">
                <a16:creationId xmlns:a16="http://schemas.microsoft.com/office/drawing/2014/main" id="{8FC874E7-444E-A5EA-FB73-A07FA8D07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3791" y="1346259"/>
            <a:ext cx="174613" cy="174613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8730235" y="1346259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8583445" y="1952441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9756316" y="1952441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10383594" y="1952441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8527565" y="2268824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8714104" y="2034737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9700436" y="2268824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9430552" y="20347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{{SL24_1}}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10327714" y="2268824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8527565" y="2570576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8741535" y="2337404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9700436" y="2570576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9430552" y="234425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{{SL24_3}}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10327714" y="2570576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8571253" y="16400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9744124" y="16400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10371402" y="16400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8590588" y="2066780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8590588" y="2367073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10346640" y="203922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{{SL24_2}}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10346640" y="234874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{{SL24_4}}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8698027" y="1732985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9830192" y="1732985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10665355" y="1732985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SL_G8_MAP">
            <a:extLst>
              <a:ext uri="{FF2B5EF4-FFF2-40B4-BE49-F238E27FC236}">
                <a16:creationId xmlns:a16="http://schemas.microsoft.com/office/drawing/2014/main" id="{9812CF0F-392B-F411-14E2-ACE9036B706A}"/>
              </a:ext>
            </a:extLst>
          </p:cNvPr>
          <p:cNvSpPr/>
          <p:nvPr/>
        </p:nvSpPr>
        <p:spPr>
          <a:xfrm>
            <a:off x="674793" y="1219200"/>
            <a:ext cx="7522987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0ACFE-D373-7BE3-00B6-C54B355D8E3E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8445540" y="1218167"/>
            <a:ext cx="3050031" cy="49439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8730238" y="13462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8583448" y="19524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9756319" y="19524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10383597" y="19524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8527568" y="22688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8714107" y="20347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9700439" y="22688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9430555" y="20347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{{SL25_1}}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10327717" y="22688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8571256" y="16400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9744127" y="16400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10371405" y="16400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8590591" y="20667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10346638" y="20392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{{SL25_2}}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8688198" y="17329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9830195" y="17329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10663752" y="17329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SL_G2_MAP">
            <a:extLst>
              <a:ext uri="{FF2B5EF4-FFF2-40B4-BE49-F238E27FC236}">
                <a16:creationId xmlns:a16="http://schemas.microsoft.com/office/drawing/2014/main" id="{1EBEE204-9ED1-F71E-C7D3-4CA2A9C24A0A}"/>
              </a:ext>
            </a:extLst>
          </p:cNvPr>
          <p:cNvSpPr/>
          <p:nvPr/>
        </p:nvSpPr>
        <p:spPr>
          <a:xfrm>
            <a:off x="674793" y="1219200"/>
            <a:ext cx="7522987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C0EE0-A3B4-C760-B6E7-7E4ECF17BA5F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4" name="그래픽 3" descr="상점 단색으로 채워진">
            <a:extLst>
              <a:ext uri="{FF2B5EF4-FFF2-40B4-BE49-F238E27FC236}">
                <a16:creationId xmlns:a16="http://schemas.microsoft.com/office/drawing/2014/main" id="{30D1902B-8B29-EF5F-A447-5907188A2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9359" y="1336697"/>
            <a:ext cx="203714" cy="20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8445538" y="1218165"/>
            <a:ext cx="3050031" cy="494396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8730236" y="1346255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8583446" y="1952437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9756317" y="1952437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10383595" y="1952437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8527566" y="2268820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8714105" y="2034733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9700437" y="2268820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9430553" y="203473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{{SL26_1}}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10327715" y="2268820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8571254" y="1640012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9744125" y="1640012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10371403" y="1640012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8590589" y="2066776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10346632" y="2039216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{{SL26_2}}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8688196" y="1732981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9830193" y="1732981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10665347" y="1732981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CE6C32-7663-AF95-1606-A5DDDE84680B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sp>
        <p:nvSpPr>
          <p:cNvPr id="5" name="SL_G3_MAP">
            <a:extLst>
              <a:ext uri="{FF2B5EF4-FFF2-40B4-BE49-F238E27FC236}">
                <a16:creationId xmlns:a16="http://schemas.microsoft.com/office/drawing/2014/main" id="{7F53E426-09FE-24BC-8CAE-D2F8F5E3B134}"/>
              </a:ext>
            </a:extLst>
          </p:cNvPr>
          <p:cNvSpPr/>
          <p:nvPr/>
        </p:nvSpPr>
        <p:spPr>
          <a:xfrm>
            <a:off x="674793" y="1219200"/>
            <a:ext cx="7522987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4" name="그래픽 3" descr="의료 단색으로 채워진">
            <a:extLst>
              <a:ext uri="{FF2B5EF4-FFF2-40B4-BE49-F238E27FC236}">
                <a16:creationId xmlns:a16="http://schemas.microsoft.com/office/drawing/2014/main" id="{B6D1748B-3B6E-33E0-92EC-52315F71A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709" y="1348861"/>
            <a:ext cx="190108" cy="19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8445537" y="1218165"/>
            <a:ext cx="3050031" cy="4952354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8730235" y="1346254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8583445" y="195243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9756316" y="1952436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10383594" y="1952436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8527565" y="226881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8714104" y="2034732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9700436" y="226881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9430552" y="20347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{{SL29_1}}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10327714" y="226881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8571253" y="1640011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9744124" y="1640011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10371402" y="1640011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8590588" y="2066775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10346638" y="20392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{{SL29_2}}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8688195" y="1732980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9830192" y="1732980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10665353" y="1732980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SL_G7_MAP">
            <a:extLst>
              <a:ext uri="{FF2B5EF4-FFF2-40B4-BE49-F238E27FC236}">
                <a16:creationId xmlns:a16="http://schemas.microsoft.com/office/drawing/2014/main" id="{60F4CB08-1012-FBA7-A2E7-FF3BB03EA174}"/>
              </a:ext>
            </a:extLst>
          </p:cNvPr>
          <p:cNvSpPr/>
          <p:nvPr/>
        </p:nvSpPr>
        <p:spPr>
          <a:xfrm>
            <a:off x="674793" y="1219200"/>
            <a:ext cx="7522987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3E862B-37C8-4147-8EBF-95EED99E5470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7CBF81D3-5A57-ADFC-6DAE-1AD632F64BA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9A5B8"/>
              </a:clrFrom>
              <a:clrTo>
                <a:srgbClr val="99A5B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33025" y="1377594"/>
            <a:ext cx="157551" cy="12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8435492" y="4339239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8759189" y="4444486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8593377" y="47066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9751008" y="4706601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10378286" y="4706601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8435854" y="4339898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8588381" y="4477428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8454962" y="1218166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8739660" y="1346255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8592870" y="1952437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9765741" y="1952437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10393019" y="1952437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8536990" y="2268820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8723529" y="2034733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9709861" y="2268820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9439977" y="203473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{{SL27_1}}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10337139" y="2268820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8580678" y="1640012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9753549" y="1640012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10380827" y="1640012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8600013" y="2066776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10360821" y="2039216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{{SL27_2}}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8697620" y="1732981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9839617" y="1732981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10679536" y="1732981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8370492" y="5840920"/>
            <a:ext cx="3746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{{SL27_5}}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8699864" y="4869061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{{SL27_3}}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9165239" y="5176837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{{SL27_4}}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8474012" y="3983999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sp>
        <p:nvSpPr>
          <p:cNvPr id="3" name="SL_G4_MAP">
            <a:extLst>
              <a:ext uri="{FF2B5EF4-FFF2-40B4-BE49-F238E27FC236}">
                <a16:creationId xmlns:a16="http://schemas.microsoft.com/office/drawing/2014/main" id="{4B76817E-3030-4E65-1787-CB59B6DB25BA}"/>
              </a:ext>
            </a:extLst>
          </p:cNvPr>
          <p:cNvSpPr/>
          <p:nvPr/>
        </p:nvSpPr>
        <p:spPr>
          <a:xfrm>
            <a:off x="674793" y="1219200"/>
            <a:ext cx="7522987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9" name="그래픽 18" descr="남자와 여자 단색으로 채워진">
            <a:extLst>
              <a:ext uri="{FF2B5EF4-FFF2-40B4-BE49-F238E27FC236}">
                <a16:creationId xmlns:a16="http://schemas.microsoft.com/office/drawing/2014/main" id="{76AD9E01-A21C-BD2E-3383-4D364F1A7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7011" y="1355399"/>
            <a:ext cx="203343" cy="17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4" name="SL_G5_MAP">
            <a:extLst>
              <a:ext uri="{FF2B5EF4-FFF2-40B4-BE49-F238E27FC236}">
                <a16:creationId xmlns:a16="http://schemas.microsoft.com/office/drawing/2014/main" id="{9D8EDA86-3F0A-24F3-DC19-D9D97B27EBD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5880828" y="4348666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204525" y="4462966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036800" y="1227592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117978" y="1379350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302793" y="1355682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069210" y="1960688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151099" y="1721268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414707" y="1732686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075289" y="4716028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232920" y="4716028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860198" y="4716028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074290" y="1644842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231921" y="1644842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040879" y="4497681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852414"/>
              </p:ext>
            </p:extLst>
          </p:nvPr>
        </p:nvGraphicFramePr>
        <p:xfrm>
          <a:off x="9065147" y="2004768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526417" y="1644842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5900298" y="1227593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5374" y="1379914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175569" y="1355682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038206" y="1961864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211077" y="1961864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838355" y="1961864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5982326" y="227824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168865" y="2044160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155197" y="227824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6963542" y="2044160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{{SL28_1}}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782475" y="227824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026014" y="1649439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198885" y="1649439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826163" y="1649439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045349" y="2076203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7882321" y="2048643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{{SL28_2}}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142956" y="1742408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284953" y="1742408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122807" y="1742408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5881190" y="4349325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5825255" y="5850347"/>
            <a:ext cx="4232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{{SL28_5}}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145200" y="4878488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{{SL28_3}}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610575" y="5186264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{{SL28_4}}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5919348" y="3993426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8163</TotalTime>
  <Words>2873</Words>
  <Application>Microsoft Office PowerPoint</Application>
  <PresentationFormat>와이드스크린</PresentationFormat>
  <Paragraphs>604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Pretendard</vt:lpstr>
      <vt:lpstr>Calibri Light</vt:lpstr>
      <vt:lpstr>맑은 고딕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1664</cp:revision>
  <dcterms:created xsi:type="dcterms:W3CDTF">2025-10-15T03:48:02Z</dcterms:created>
  <dcterms:modified xsi:type="dcterms:W3CDTF">2025-11-28T07:14:23Z</dcterms:modified>
</cp:coreProperties>
</file>