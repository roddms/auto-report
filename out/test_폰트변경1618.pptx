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6" d="100"/>
          <a:sy n="106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 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1.0936999999999999</c:v>
                </c:pt>
                <c:pt idx="1">
                  <c:v>0.45479999999999998</c:v>
                </c:pt>
                <c:pt idx="2">
                  <c:v>11.230700000000001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-58.42</c:v>
                </c:pt>
                <c:pt idx="2">
                  <c:v>2369.37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107.34699999999999</c:v>
                </c:pt>
                <c:pt idx="1">
                  <c:v>102.129</c:v>
                </c:pt>
                <c:pt idx="2">
                  <c:v>81.406999999999996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-4.8600000000000003</c:v>
                </c:pt>
                <c:pt idx="2">
                  <c:v>-20.29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901-4318-83F7-490FF26CB19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1.1890000000000001</c:v>
                </c:pt>
                <c:pt idx="1">
                  <c:v>1.1640999999999999</c:v>
                </c:pt>
                <c:pt idx="2">
                  <c:v>1.6676</c:v>
                </c:pt>
                <c:pt idx="3">
                  <c:v>2.6366000000000001</c:v>
                </c:pt>
                <c:pt idx="4">
                  <c:v>2.8460000000000001</c:v>
                </c:pt>
                <c:pt idx="5">
                  <c:v>1.7273000000000001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5945</c:v>
                </c:pt>
                <c:pt idx="1">
                  <c:v>883.25</c:v>
                </c:pt>
                <c:pt idx="2">
                  <c:v>990.75</c:v>
                </c:pt>
                <c:pt idx="3">
                  <c:v>1111</c:v>
                </c:pt>
                <c:pt idx="4">
                  <c:v>1210.5</c:v>
                </c:pt>
                <c:pt idx="5">
                  <c:v>1310.25</c:v>
                </c:pt>
                <c:pt idx="6">
                  <c:v>1390.5</c:v>
                </c:pt>
                <c:pt idx="7">
                  <c:v>1479.75</c:v>
                </c:pt>
                <c:pt idx="8">
                  <c:v>1570.5</c:v>
                </c:pt>
                <c:pt idx="9">
                  <c:v>1667</c:v>
                </c:pt>
                <c:pt idx="10">
                  <c:v>1741</c:v>
                </c:pt>
                <c:pt idx="11">
                  <c:v>1751.75</c:v>
                </c:pt>
                <c:pt idx="12">
                  <c:v>1533.5</c:v>
                </c:pt>
                <c:pt idx="13">
                  <c:v>1392.25</c:v>
                </c:pt>
                <c:pt idx="14">
                  <c:v>1214.5</c:v>
                </c:pt>
                <c:pt idx="15">
                  <c:v>1066</c:v>
                </c:pt>
                <c:pt idx="16">
                  <c:v>959.25</c:v>
                </c:pt>
                <c:pt idx="17">
                  <c:v>859.25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2.9983</c:v>
                </c:pt>
                <c:pt idx="1">
                  <c:v>3.327</c:v>
                </c:pt>
                <c:pt idx="2">
                  <c:v>2.4573999999999998</c:v>
                </c:pt>
                <c:pt idx="3">
                  <c:v>2.448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AE64BC2-9027-46F3-AC6E-E88230CC9EB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7CFF327-899C-46FF-9230-B80664A6AEA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5.9833999999999996</c:v>
                </c:pt>
                <c:pt idx="1">
                  <c:v>5.2473000000000001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6967D81-3DEA-4AE4-8FF2-2A40A02784E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FDF2611-7DD9-485B-A431-6287967B00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10.179</c:v>
                </c:pt>
                <c:pt idx="1">
                  <c:v>1.0519000000000001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10D070D-4A4F-4AB6-8E40-63AFB026D0F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8C3668A-39C3-4C97-8B58-4ADC66E6F27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127AD49-51FA-49D7-8857-BF4E130DBD9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5.3015999999999996</c:v>
                </c:pt>
                <c:pt idx="1">
                  <c:v>0.61360000000000003</c:v>
                </c:pt>
                <c:pt idx="2">
                  <c:v>5.3155999999999999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59834</c:v>
                </c:pt>
                <c:pt idx="1">
                  <c:v>52473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C7-4CD2-A6C8-934B78417EC5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11890</c:v>
                </c:pt>
                <c:pt idx="1">
                  <c:v>11641</c:v>
                </c:pt>
                <c:pt idx="2">
                  <c:v>16676</c:v>
                </c:pt>
                <c:pt idx="3">
                  <c:v>26366</c:v>
                </c:pt>
                <c:pt idx="4">
                  <c:v>28460</c:v>
                </c:pt>
                <c:pt idx="5">
                  <c:v>17273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4403.79</c:v>
                </c:pt>
                <c:pt idx="1">
                  <c:v>1353.31</c:v>
                </c:pt>
                <c:pt idx="2">
                  <c:v>1501.92</c:v>
                </c:pt>
                <c:pt idx="3">
                  <c:v>3516.74</c:v>
                </c:pt>
                <c:pt idx="4">
                  <c:v>2748.85</c:v>
                </c:pt>
                <c:pt idx="5">
                  <c:v>2325.98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Sheet1!$A$2:$A$5</c:f>
              <c:strCache>
                <c:ptCount val="4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2.9983</c:v>
                </c:pt>
                <c:pt idx="1">
                  <c:v>3.327</c:v>
                </c:pt>
                <c:pt idx="2">
                  <c:v>2.4573999999999998</c:v>
                </c:pt>
                <c:pt idx="3">
                  <c:v>2.448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0.58240000000000003</c:v>
                </c:pt>
                <c:pt idx="1">
                  <c:v>8.7650000000000006E-2</c:v>
                </c:pt>
                <c:pt idx="2">
                  <c:v>0.10100000000000001</c:v>
                </c:pt>
                <c:pt idx="3">
                  <c:v>0.11325</c:v>
                </c:pt>
                <c:pt idx="4">
                  <c:v>0.12545000000000001</c:v>
                </c:pt>
                <c:pt idx="5">
                  <c:v>0.12909999999999999</c:v>
                </c:pt>
                <c:pt idx="6">
                  <c:v>0.1265</c:v>
                </c:pt>
                <c:pt idx="7">
                  <c:v>0.12825</c:v>
                </c:pt>
                <c:pt idx="8">
                  <c:v>0.12834999999999999</c:v>
                </c:pt>
                <c:pt idx="9">
                  <c:v>0.12425</c:v>
                </c:pt>
                <c:pt idx="10">
                  <c:v>0.1215</c:v>
                </c:pt>
                <c:pt idx="11">
                  <c:v>0.11465</c:v>
                </c:pt>
                <c:pt idx="12">
                  <c:v>0.1086</c:v>
                </c:pt>
                <c:pt idx="13">
                  <c:v>0.10249999999999999</c:v>
                </c:pt>
                <c:pt idx="14">
                  <c:v>0.1012</c:v>
                </c:pt>
                <c:pt idx="15">
                  <c:v>9.2899999999999996E-2</c:v>
                </c:pt>
                <c:pt idx="16">
                  <c:v>8.6349999999999996E-2</c:v>
                </c:pt>
                <c:pt idx="17">
                  <c:v>7.8700000000000006E-2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0.60660000000000003</c:v>
                </c:pt>
                <c:pt idx="1">
                  <c:v>8.8999999999999996E-2</c:v>
                </c:pt>
                <c:pt idx="2">
                  <c:v>9.715E-2</c:v>
                </c:pt>
                <c:pt idx="3">
                  <c:v>0.10895000000000001</c:v>
                </c:pt>
                <c:pt idx="4">
                  <c:v>0.11665</c:v>
                </c:pt>
                <c:pt idx="5">
                  <c:v>0.13295000000000001</c:v>
                </c:pt>
                <c:pt idx="6">
                  <c:v>0.15160000000000001</c:v>
                </c:pt>
                <c:pt idx="7">
                  <c:v>0.16769999999999999</c:v>
                </c:pt>
                <c:pt idx="8">
                  <c:v>0.18575</c:v>
                </c:pt>
                <c:pt idx="9">
                  <c:v>0.20915</c:v>
                </c:pt>
                <c:pt idx="10">
                  <c:v>0.22670000000000001</c:v>
                </c:pt>
                <c:pt idx="11">
                  <c:v>0.23569999999999999</c:v>
                </c:pt>
                <c:pt idx="12">
                  <c:v>0.1981</c:v>
                </c:pt>
                <c:pt idx="13">
                  <c:v>0.17595</c:v>
                </c:pt>
                <c:pt idx="14">
                  <c:v>0.14169999999999999</c:v>
                </c:pt>
                <c:pt idx="15">
                  <c:v>0.1203</c:v>
                </c:pt>
                <c:pt idx="16">
                  <c:v>0.1055</c:v>
                </c:pt>
                <c:pt idx="17">
                  <c:v>9.3149999999999997E-2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/>
              <a:t>유입지별 방문인구 추이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4.496E-2</c:v>
                </c:pt>
                <c:pt idx="1">
                  <c:v>1.7780000000000001E-2</c:v>
                </c:pt>
                <c:pt idx="2">
                  <c:v>0.53015999999999996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7.3400000000000002E-3</c:v>
                </c:pt>
                <c:pt idx="1">
                  <c:v>3.8800000000000002E-3</c:v>
                </c:pt>
                <c:pt idx="2">
                  <c:v>6.1359999999999998E-2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5.7070000000000003E-2</c:v>
                </c:pt>
                <c:pt idx="1">
                  <c:v>2.383E-2</c:v>
                </c:pt>
                <c:pt idx="2">
                  <c:v>0.53156000000000003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0.19524</c:v>
                </c:pt>
                <c:pt idx="1">
                  <c:v>7.0200000000000002E-3</c:v>
                </c:pt>
                <c:pt idx="2">
                  <c:v>0.10519000000000001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1.53756</c:v>
                </c:pt>
                <c:pt idx="1">
                  <c:v>0.44746999999999998</c:v>
                </c:pt>
                <c:pt idx="2">
                  <c:v>1.0179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Sheet1!$A$2:$A$19</c:f>
              <c:strCache>
                <c:ptCount val="18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D+1</c:v>
                </c:pt>
                <c:pt idx="12">
                  <c:v>D+2</c:v>
                </c:pt>
                <c:pt idx="13">
                  <c:v>D+3</c:v>
                </c:pt>
                <c:pt idx="14">
                  <c:v>D+4</c:v>
                </c:pt>
                <c:pt idx="15">
                  <c:v>D+5</c:v>
                </c:pt>
                <c:pt idx="16">
                  <c:v>D+6</c:v>
                </c:pt>
                <c:pt idx="17">
                  <c:v>D+7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31713</c:v>
                </c:pt>
                <c:pt idx="1">
                  <c:v>26708</c:v>
                </c:pt>
                <c:pt idx="2">
                  <c:v>24600</c:v>
                </c:pt>
                <c:pt idx="3">
                  <c:v>24532</c:v>
                </c:pt>
                <c:pt idx="4">
                  <c:v>24579</c:v>
                </c:pt>
                <c:pt idx="5">
                  <c:v>25602</c:v>
                </c:pt>
                <c:pt idx="6">
                  <c:v>25934</c:v>
                </c:pt>
                <c:pt idx="7">
                  <c:v>29983</c:v>
                </c:pt>
                <c:pt idx="8">
                  <c:v>33270</c:v>
                </c:pt>
                <c:pt idx="9">
                  <c:v>24574</c:v>
                </c:pt>
                <c:pt idx="10">
                  <c:v>24480</c:v>
                </c:pt>
                <c:pt idx="11">
                  <c:v>25272</c:v>
                </c:pt>
                <c:pt idx="12">
                  <c:v>26272</c:v>
                </c:pt>
                <c:pt idx="13">
                  <c:v>29827</c:v>
                </c:pt>
                <c:pt idx="14">
                  <c:v>32339</c:v>
                </c:pt>
                <c:pt idx="15">
                  <c:v>26181</c:v>
                </c:pt>
                <c:pt idx="16">
                  <c:v>25580</c:v>
                </c:pt>
                <c:pt idx="17">
                  <c:v>25916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4C7E051-C36F-4432-897B-6FC572A5C7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90019D6-B3E1-4D8C-84C2-8F887C1C4A4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44.09</c:v>
                </c:pt>
                <c:pt idx="1">
                  <c:v>37.314999999999998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26.044</c:v>
                </c:pt>
                <c:pt idx="1">
                  <c:v>17.946000000000002</c:v>
                </c:pt>
                <c:pt idx="2">
                  <c:v>16.951000000000001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1AEF2E2-3D78-43F7-A1BD-398EAB50AAA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B97B9C6-A2B6-4F14-8F41-7930EF249F2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6A5DC40-E511-4FCB-9C29-2EF5DE303E5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14.487</c:v>
                </c:pt>
                <c:pt idx="1">
                  <c:v>61.457000000000001</c:v>
                </c:pt>
                <c:pt idx="2">
                  <c:v>5.4560000000000004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42.21</c:v>
                </c:pt>
                <c:pt idx="1">
                  <c:v>15.727</c:v>
                </c:pt>
                <c:pt idx="2">
                  <c:v>9.5670000000000002</c:v>
                </c:pt>
                <c:pt idx="3">
                  <c:v>6.77</c:v>
                </c:pt>
                <c:pt idx="4">
                  <c:v>2.843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34.554000000000002</c:v>
                </c:pt>
                <c:pt idx="1">
                  <c:v>22.023</c:v>
                </c:pt>
                <c:pt idx="2">
                  <c:v>13.484999999999999</c:v>
                </c:pt>
                <c:pt idx="3">
                  <c:v>11.345000000000001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42.21</c:v>
                </c:pt>
                <c:pt idx="1">
                  <c:v>15.727</c:v>
                </c:pt>
                <c:pt idx="2">
                  <c:v>9.5670000000000002</c:v>
                </c:pt>
                <c:pt idx="3">
                  <c:v>6.77</c:v>
                </c:pt>
                <c:pt idx="4">
                  <c:v>2.843</c:v>
                </c:pt>
                <c:pt idx="5">
                  <c:v>1.633</c:v>
                </c:pt>
                <c:pt idx="6">
                  <c:v>1.4119999999999999</c:v>
                </c:pt>
                <c:pt idx="7">
                  <c:v>0.91500000000000004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1091</c:v>
                </c:pt>
                <c:pt idx="1">
                  <c:v>1704</c:v>
                </c:pt>
                <c:pt idx="2">
                  <c:v>762</c:v>
                </c:pt>
                <c:pt idx="3">
                  <c:v>304</c:v>
                </c:pt>
                <c:pt idx="4">
                  <c:v>69</c:v>
                </c:pt>
                <c:pt idx="5">
                  <c:v>32</c:v>
                </c:pt>
                <c:pt idx="6">
                  <c:v>43</c:v>
                </c:pt>
                <c:pt idx="7">
                  <c:v>32</c:v>
                </c:pt>
                <c:pt idx="8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Sheet1!$A$2:$A$10</c:f>
              <c:strCache>
                <c:ptCount val="9"/>
                <c:pt idx="0">
                  <c:v>종합의류</c:v>
                </c:pt>
                <c:pt idx="1">
                  <c:v>일식</c:v>
                </c:pt>
                <c:pt idx="2">
                  <c:v>한식</c:v>
                </c:pt>
                <c:pt idx="3">
                  <c:v>옷감/직물</c:v>
                </c:pt>
                <c:pt idx="4">
                  <c:v>양식</c:v>
                </c:pt>
                <c:pt idx="5">
                  <c:v>양약국</c:v>
                </c:pt>
                <c:pt idx="6">
                  <c:v>기념품</c:v>
                </c:pt>
                <c:pt idx="7">
                  <c:v>간이음식점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5.1031250000000004</c:v>
                </c:pt>
                <c:pt idx="1">
                  <c:v>4.120289855072464</c:v>
                </c:pt>
                <c:pt idx="2">
                  <c:v>3.8689275893675528</c:v>
                </c:pt>
                <c:pt idx="3">
                  <c:v>3.2837209302325583</c:v>
                </c:pt>
                <c:pt idx="4">
                  <c:v>2.859375</c:v>
                </c:pt>
                <c:pt idx="5">
                  <c:v>2.2269736842105261</c:v>
                </c:pt>
                <c:pt idx="6">
                  <c:v>1.5714285714285714</c:v>
                </c:pt>
                <c:pt idx="7">
                  <c:v>1.2555118110236221</c:v>
                </c:pt>
                <c:pt idx="8">
                  <c:v>0.92294600938967131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24.902999999999999</c:v>
                </c:pt>
                <c:pt idx="1">
                  <c:v>8.2520000000000007</c:v>
                </c:pt>
                <c:pt idx="2">
                  <c:v>5.1779999999999999</c:v>
                </c:pt>
                <c:pt idx="3">
                  <c:v>3.0939999999999999</c:v>
                </c:pt>
                <c:pt idx="4">
                  <c:v>1.837</c:v>
                </c:pt>
                <c:pt idx="5">
                  <c:v>0.21299999999999999</c:v>
                </c:pt>
                <c:pt idx="6">
                  <c:v>0.155</c:v>
                </c:pt>
                <c:pt idx="7">
                  <c:v>0.45800000000000002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17.305</c:v>
                </c:pt>
                <c:pt idx="1">
                  <c:v>7.4770000000000003</c:v>
                </c:pt>
                <c:pt idx="2">
                  <c:v>4.3890000000000002</c:v>
                </c:pt>
                <c:pt idx="3">
                  <c:v>3.6749999999999998</c:v>
                </c:pt>
                <c:pt idx="4">
                  <c:v>1.0049999999999999</c:v>
                </c:pt>
                <c:pt idx="5">
                  <c:v>1.42</c:v>
                </c:pt>
                <c:pt idx="6">
                  <c:v>1.2569999999999999</c:v>
                </c:pt>
                <c:pt idx="7">
                  <c:v>0.45700000000000002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0.52200000000000002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0.25</c:v>
                </c:pt>
                <c:pt idx="5">
                  <c:v>2.145</c:v>
                </c:pt>
                <c:pt idx="6">
                  <c:v>3.169</c:v>
                </c:pt>
                <c:pt idx="7">
                  <c:v>4.6509999999999998</c:v>
                </c:pt>
                <c:pt idx="8">
                  <c:v>2.65</c:v>
                </c:pt>
                <c:pt idx="9">
                  <c:v>1.244</c:v>
                </c:pt>
                <c:pt idx="10">
                  <c:v>4.2279999999999998</c:v>
                </c:pt>
                <c:pt idx="11">
                  <c:v>2.427</c:v>
                </c:pt>
                <c:pt idx="12">
                  <c:v>3.9569999999999999</c:v>
                </c:pt>
                <c:pt idx="13">
                  <c:v>6.1150000000000002</c:v>
                </c:pt>
                <c:pt idx="14">
                  <c:v>5.6829999999999998</c:v>
                </c:pt>
                <c:pt idx="15">
                  <c:v>3.0529999999999999</c:v>
                </c:pt>
                <c:pt idx="16">
                  <c:v>1.3320000000000001</c:v>
                </c:pt>
                <c:pt idx="17">
                  <c:v>0.78300000000000003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1.2E-2</c:v>
                </c:pt>
                <c:pt idx="2">
                  <c:v>1.0999999999999999E-2</c:v>
                </c:pt>
                <c:pt idx="3">
                  <c:v>2.8000000000000001E-2</c:v>
                </c:pt>
                <c:pt idx="4">
                  <c:v>0.68</c:v>
                </c:pt>
                <c:pt idx="5">
                  <c:v>0.435</c:v>
                </c:pt>
                <c:pt idx="6">
                  <c:v>0.54100000000000004</c:v>
                </c:pt>
                <c:pt idx="7">
                  <c:v>0.69599999999999995</c:v>
                </c:pt>
                <c:pt idx="8">
                  <c:v>1.9279999999999999</c:v>
                </c:pt>
                <c:pt idx="9">
                  <c:v>2.5590000000000002</c:v>
                </c:pt>
                <c:pt idx="10">
                  <c:v>1.7889999999999999</c:v>
                </c:pt>
                <c:pt idx="11">
                  <c:v>0.83399999999999996</c:v>
                </c:pt>
                <c:pt idx="12">
                  <c:v>3.1419999999999999</c:v>
                </c:pt>
                <c:pt idx="13">
                  <c:v>1.069</c:v>
                </c:pt>
                <c:pt idx="14">
                  <c:v>1.3460000000000001</c:v>
                </c:pt>
                <c:pt idx="15">
                  <c:v>0.54400000000000004</c:v>
                </c:pt>
                <c:pt idx="16">
                  <c:v>7.1999999999999995E-2</c:v>
                </c:pt>
                <c:pt idx="17">
                  <c:v>4.2999999999999997E-2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0.10100000000000001</c:v>
                </c:pt>
                <c:pt idx="3">
                  <c:v>3.5999999999999997E-2</c:v>
                </c:pt>
                <c:pt idx="4">
                  <c:v>0</c:v>
                </c:pt>
                <c:pt idx="5">
                  <c:v>0.22900000000000001</c:v>
                </c:pt>
                <c:pt idx="6">
                  <c:v>0.47399999999999998</c:v>
                </c:pt>
                <c:pt idx="7">
                  <c:v>2.4369999999999998</c:v>
                </c:pt>
                <c:pt idx="8">
                  <c:v>0.52100000000000002</c:v>
                </c:pt>
                <c:pt idx="9">
                  <c:v>0.57699999999999996</c:v>
                </c:pt>
                <c:pt idx="10">
                  <c:v>0.68100000000000005</c:v>
                </c:pt>
                <c:pt idx="11">
                  <c:v>0.90500000000000003</c:v>
                </c:pt>
                <c:pt idx="12">
                  <c:v>0.54900000000000004</c:v>
                </c:pt>
                <c:pt idx="13">
                  <c:v>1.0409999999999999</c:v>
                </c:pt>
                <c:pt idx="14">
                  <c:v>1.7849999999999999</c:v>
                </c:pt>
                <c:pt idx="15">
                  <c:v>0.14899999999999999</c:v>
                </c:pt>
                <c:pt idx="16">
                  <c:v>8.3000000000000004E-2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0.86399999999999999</c:v>
                </c:pt>
                <c:pt idx="4">
                  <c:v>1.492</c:v>
                </c:pt>
                <c:pt idx="5">
                  <c:v>1.073</c:v>
                </c:pt>
                <c:pt idx="6">
                  <c:v>1.454</c:v>
                </c:pt>
                <c:pt idx="7">
                  <c:v>8.3000000000000004E-2</c:v>
                </c:pt>
                <c:pt idx="8">
                  <c:v>0.625</c:v>
                </c:pt>
                <c:pt idx="9">
                  <c:v>0.58899999999999997</c:v>
                </c:pt>
                <c:pt idx="10">
                  <c:v>0.255</c:v>
                </c:pt>
                <c:pt idx="11">
                  <c:v>6.8000000000000005E-2</c:v>
                </c:pt>
                <c:pt idx="12">
                  <c:v>0.26600000000000001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0.60099999999999998</c:v>
                </c:pt>
                <c:pt idx="7">
                  <c:v>0</c:v>
                </c:pt>
                <c:pt idx="8">
                  <c:v>0.30599999999999999</c:v>
                </c:pt>
                <c:pt idx="9">
                  <c:v>0</c:v>
                </c:pt>
                <c:pt idx="10">
                  <c:v>0.42299999999999999</c:v>
                </c:pt>
                <c:pt idx="11">
                  <c:v>0.441</c:v>
                </c:pt>
                <c:pt idx="12">
                  <c:v>0.40200000000000002</c:v>
                </c:pt>
                <c:pt idx="13">
                  <c:v>0.42599999999999999</c:v>
                </c:pt>
                <c:pt idx="14">
                  <c:v>0.24299999999999999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4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12000</c:v>
                </c:pt>
                <c:pt idx="2">
                  <c:v>11000</c:v>
                </c:pt>
                <c:pt idx="3">
                  <c:v>28000</c:v>
                </c:pt>
                <c:pt idx="4">
                  <c:v>680000</c:v>
                </c:pt>
                <c:pt idx="5">
                  <c:v>435000</c:v>
                </c:pt>
                <c:pt idx="6">
                  <c:v>541000</c:v>
                </c:pt>
                <c:pt idx="7">
                  <c:v>696000</c:v>
                </c:pt>
                <c:pt idx="8">
                  <c:v>1928000</c:v>
                </c:pt>
                <c:pt idx="9">
                  <c:v>2559000</c:v>
                </c:pt>
                <c:pt idx="10">
                  <c:v>1789000</c:v>
                </c:pt>
                <c:pt idx="11">
                  <c:v>834000</c:v>
                </c:pt>
                <c:pt idx="12">
                  <c:v>3142000</c:v>
                </c:pt>
                <c:pt idx="13">
                  <c:v>1069000</c:v>
                </c:pt>
                <c:pt idx="14">
                  <c:v>1346000</c:v>
                </c:pt>
                <c:pt idx="15">
                  <c:v>544000</c:v>
                </c:pt>
                <c:pt idx="16">
                  <c:v>72000</c:v>
                </c:pt>
                <c:pt idx="17">
                  <c:v>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522000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250000</c:v>
                </c:pt>
                <c:pt idx="5">
                  <c:v>2145000</c:v>
                </c:pt>
                <c:pt idx="6">
                  <c:v>3169000</c:v>
                </c:pt>
                <c:pt idx="7">
                  <c:v>4651000</c:v>
                </c:pt>
                <c:pt idx="8">
                  <c:v>2650000</c:v>
                </c:pt>
                <c:pt idx="9">
                  <c:v>1244000</c:v>
                </c:pt>
                <c:pt idx="10">
                  <c:v>4228000</c:v>
                </c:pt>
                <c:pt idx="11">
                  <c:v>2427000</c:v>
                </c:pt>
                <c:pt idx="12">
                  <c:v>3957000</c:v>
                </c:pt>
                <c:pt idx="13">
                  <c:v>6115000</c:v>
                </c:pt>
                <c:pt idx="14">
                  <c:v>5683000</c:v>
                </c:pt>
                <c:pt idx="15">
                  <c:v>3053000</c:v>
                </c:pt>
                <c:pt idx="16">
                  <c:v>1332000</c:v>
                </c:pt>
                <c:pt idx="17">
                  <c:v>783000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101000</c:v>
                </c:pt>
                <c:pt idx="3">
                  <c:v>36000</c:v>
                </c:pt>
                <c:pt idx="4">
                  <c:v>0</c:v>
                </c:pt>
                <c:pt idx="5">
                  <c:v>229000</c:v>
                </c:pt>
                <c:pt idx="6">
                  <c:v>474000</c:v>
                </c:pt>
                <c:pt idx="7">
                  <c:v>2437000</c:v>
                </c:pt>
                <c:pt idx="8">
                  <c:v>521000</c:v>
                </c:pt>
                <c:pt idx="9">
                  <c:v>577000</c:v>
                </c:pt>
                <c:pt idx="10">
                  <c:v>681000</c:v>
                </c:pt>
                <c:pt idx="11">
                  <c:v>905000</c:v>
                </c:pt>
                <c:pt idx="12">
                  <c:v>549000</c:v>
                </c:pt>
                <c:pt idx="13">
                  <c:v>1041000</c:v>
                </c:pt>
                <c:pt idx="14">
                  <c:v>1785000</c:v>
                </c:pt>
                <c:pt idx="15">
                  <c:v>149000</c:v>
                </c:pt>
                <c:pt idx="16">
                  <c:v>83000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864000</c:v>
                </c:pt>
                <c:pt idx="4">
                  <c:v>1492000</c:v>
                </c:pt>
                <c:pt idx="5">
                  <c:v>1073000</c:v>
                </c:pt>
                <c:pt idx="6">
                  <c:v>1454000</c:v>
                </c:pt>
                <c:pt idx="7">
                  <c:v>83000</c:v>
                </c:pt>
                <c:pt idx="8">
                  <c:v>625000</c:v>
                </c:pt>
                <c:pt idx="9">
                  <c:v>589000</c:v>
                </c:pt>
                <c:pt idx="10">
                  <c:v>255000</c:v>
                </c:pt>
                <c:pt idx="11">
                  <c:v>68000</c:v>
                </c:pt>
                <c:pt idx="12">
                  <c:v>266000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601000</c:v>
                </c:pt>
                <c:pt idx="7">
                  <c:v>0</c:v>
                </c:pt>
                <c:pt idx="8">
                  <c:v>306000</c:v>
                </c:pt>
                <c:pt idx="9">
                  <c:v>0</c:v>
                </c:pt>
                <c:pt idx="10">
                  <c:v>423000</c:v>
                </c:pt>
                <c:pt idx="11">
                  <c:v>441000</c:v>
                </c:pt>
                <c:pt idx="12">
                  <c:v>402000</c:v>
                </c:pt>
                <c:pt idx="13">
                  <c:v>426000</c:v>
                </c:pt>
                <c:pt idx="14">
                  <c:v>243000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 10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7.8077683083448965E-2"/>
          <c:y val="0.13302083585204677"/>
          <c:w val="0.88894198134729685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7.6070000000000002</c:v>
                </c:pt>
                <c:pt idx="1">
                  <c:v>1.954</c:v>
                </c:pt>
                <c:pt idx="2">
                  <c:v>1.794</c:v>
                </c:pt>
                <c:pt idx="3">
                  <c:v>2.19</c:v>
                </c:pt>
                <c:pt idx="4">
                  <c:v>0.77200000000000002</c:v>
                </c:pt>
                <c:pt idx="5">
                  <c:v>0</c:v>
                </c:pt>
                <c:pt idx="6">
                  <c:v>0.14899999999999999</c:v>
                </c:pt>
                <c:pt idx="7">
                  <c:v>2.1000000000000001E-2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32.36</c:v>
                </c:pt>
                <c:pt idx="1">
                  <c:v>11.831</c:v>
                </c:pt>
                <c:pt idx="2">
                  <c:v>7.3150000000000004</c:v>
                </c:pt>
                <c:pt idx="3">
                  <c:v>4.3540000000000001</c:v>
                </c:pt>
                <c:pt idx="4">
                  <c:v>1.478</c:v>
                </c:pt>
                <c:pt idx="5">
                  <c:v>1.633</c:v>
                </c:pt>
                <c:pt idx="6">
                  <c:v>1.2629999999999999</c:v>
                </c:pt>
                <c:pt idx="7">
                  <c:v>0.89300000000000002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옷감/직물</c:v>
                </c:pt>
                <c:pt idx="7">
                  <c:v>양식</c:v>
                </c:pt>
                <c:pt idx="8">
                  <c:v>기념품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2.2400000000000002</c:v>
                </c:pt>
                <c:pt idx="1">
                  <c:v>1.9410000000000001</c:v>
                </c:pt>
                <c:pt idx="2">
                  <c:v>0.45600000000000002</c:v>
                </c:pt>
                <c:pt idx="3">
                  <c:v>0.22600000000000001</c:v>
                </c:pt>
                <c:pt idx="4">
                  <c:v>0.59299999999999997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C4-4B37-A949-E8930571BF57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C4-4B37-A949-E8930571BF57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C4-4B37-A949-E8930571BF57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BC4-4B37-A949-E8930571BF57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BC4-4B37-A949-E8930571BF57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BC4-4B37-A949-E8930571BF57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BC4-4B37-A949-E8930571BF57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BC4-4B37-A949-E8930571BF57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BC4-4B37-A949-E8930571BF57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BC4-4B37-A949-E8930571BF57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BC4-4B37-A949-E8930571BF57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2BC4-4B37-A949-E8930571BF57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2BC4-4B37-A949-E8930571BF57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2BC4-4B37-A949-E8930571BF57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2BC4-4B37-A949-E8930571BF57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2BC4-4B37-A949-E8930571BF57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2BC4-4B37-A949-E8930571BF57}"/>
              </c:ext>
            </c:extLst>
          </c:dPt>
          <c:cat>
            <c:strRef>
              <c:f>Sheet1!$A$2:$A$19</c:f>
              <c:strCache>
                <c:ptCount val="18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D+1</c:v>
                </c:pt>
                <c:pt idx="12">
                  <c:v>D+2</c:v>
                </c:pt>
                <c:pt idx="13">
                  <c:v>D+3</c:v>
                </c:pt>
                <c:pt idx="14">
                  <c:v>D+4</c:v>
                </c:pt>
                <c:pt idx="15">
                  <c:v>D+5</c:v>
                </c:pt>
                <c:pt idx="16">
                  <c:v>D+6</c:v>
                </c:pt>
                <c:pt idx="17">
                  <c:v>D+7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19.96</c:v>
                </c:pt>
                <c:pt idx="1">
                  <c:v>23.99</c:v>
                </c:pt>
                <c:pt idx="2">
                  <c:v>8.9600000000000009</c:v>
                </c:pt>
                <c:pt idx="3">
                  <c:v>14.33</c:v>
                </c:pt>
                <c:pt idx="4">
                  <c:v>7.79</c:v>
                </c:pt>
                <c:pt idx="5">
                  <c:v>9.89</c:v>
                </c:pt>
                <c:pt idx="6">
                  <c:v>19.649999999999999</c:v>
                </c:pt>
                <c:pt idx="7">
                  <c:v>34.549999999999997</c:v>
                </c:pt>
                <c:pt idx="8">
                  <c:v>22.02</c:v>
                </c:pt>
                <c:pt idx="9">
                  <c:v>13.49</c:v>
                </c:pt>
                <c:pt idx="10">
                  <c:v>11.35</c:v>
                </c:pt>
                <c:pt idx="11">
                  <c:v>11.49</c:v>
                </c:pt>
                <c:pt idx="12">
                  <c:v>42.07</c:v>
                </c:pt>
                <c:pt idx="13">
                  <c:v>23.77</c:v>
                </c:pt>
                <c:pt idx="14">
                  <c:v>30.24</c:v>
                </c:pt>
                <c:pt idx="15">
                  <c:v>11.72</c:v>
                </c:pt>
                <c:pt idx="16">
                  <c:v>5.83</c:v>
                </c:pt>
                <c:pt idx="17">
                  <c:v>23.58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2BC4-4B37-A949-E8930571BF57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2BC4-4B37-A949-E8930571BF57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2BC4-4B37-A949-E8930571BF57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2BC4-4B37-A949-E8930571BF57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2BC4-4B37-A949-E8930571BF57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2BC4-4B37-A949-E8930571BF57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2BC4-4B37-A949-E8930571BF57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2BC4-4B37-A949-E8930571BF57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2BC4-4B37-A949-E8930571BF57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2BC4-4B37-A949-E8930571BF57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2BC4-4B37-A949-E8930571BF57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2BC4-4B37-A949-E8930571BF57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2BC4-4B37-A949-E8930571BF57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2BC4-4B37-A949-E8930571BF57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2BC4-4B37-A949-E8930571BF57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2BC4-4B37-A949-E8930571BF57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2BC4-4B37-A949-E8930571BF57}"/>
              </c:ext>
            </c:extLst>
          </c:dPt>
          <c:cat>
            <c:strRef>
              <c:f>Sheet1!$A$2:$A$19</c:f>
              <c:strCache>
                <c:ptCount val="18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D+1</c:v>
                </c:pt>
                <c:pt idx="12">
                  <c:v>D+2</c:v>
                </c:pt>
                <c:pt idx="13">
                  <c:v>D+3</c:v>
                </c:pt>
                <c:pt idx="14">
                  <c:v>D+4</c:v>
                </c:pt>
                <c:pt idx="15">
                  <c:v>D+5</c:v>
                </c:pt>
                <c:pt idx="16">
                  <c:v>D+6</c:v>
                </c:pt>
                <c:pt idx="17">
                  <c:v>D+7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1110</c:v>
                </c:pt>
                <c:pt idx="1">
                  <c:v>1135</c:v>
                </c:pt>
                <c:pt idx="2">
                  <c:v>396</c:v>
                </c:pt>
                <c:pt idx="3">
                  <c:v>549</c:v>
                </c:pt>
                <c:pt idx="4">
                  <c:v>373</c:v>
                </c:pt>
                <c:pt idx="5">
                  <c:v>480</c:v>
                </c:pt>
                <c:pt idx="6">
                  <c:v>586</c:v>
                </c:pt>
                <c:pt idx="7">
                  <c:v>1864</c:v>
                </c:pt>
                <c:pt idx="8">
                  <c:v>1113</c:v>
                </c:pt>
                <c:pt idx="9">
                  <c:v>628</c:v>
                </c:pt>
                <c:pt idx="10">
                  <c:v>453</c:v>
                </c:pt>
                <c:pt idx="11">
                  <c:v>671</c:v>
                </c:pt>
                <c:pt idx="12">
                  <c:v>726</c:v>
                </c:pt>
                <c:pt idx="13">
                  <c:v>1140</c:v>
                </c:pt>
                <c:pt idx="14">
                  <c:v>1401</c:v>
                </c:pt>
                <c:pt idx="15">
                  <c:v>539</c:v>
                </c:pt>
                <c:pt idx="16">
                  <c:v>256</c:v>
                </c:pt>
                <c:pt idx="17">
                  <c:v>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간이음식점</cx:pt>
          <cx:pt idx="3">양약국</cx:pt>
          <cx:pt idx="4">일식</cx:pt>
          <cx:pt idx="5">종합의류</cx:pt>
          <cx:pt idx="6">옷감/직물</cx:pt>
          <cx:pt idx="7">양식</cx:pt>
          <cx:pt idx="8">기념품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</cx:lvl>
      </cx:strDim>
      <cx:numDim type="size">
        <cx:f>Sheet1!$D$2:$D$17</cx:f>
        <cx:lvl ptCount="16" formatCode="G/표준">
          <cx:pt idx="0">39.899999999999999</cx:pt>
          <cx:pt idx="1">15.4</cx:pt>
          <cx:pt idx="2">9.0999999999999996</cx:pt>
          <cx:pt idx="3">6.5999999999999996</cx:pt>
          <cx:pt idx="4">2.7999999999999998</cx:pt>
          <cx:pt idx="5">1.6000000000000001</cx:pt>
          <cx:pt idx="6">1.3999999999999999</cx:pt>
          <cx:pt idx="7">0.90000000000000002</cx:pt>
          <cx:pt idx="8">0.29999999999999999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간이음식점</cx:pt>
          <cx:pt idx="2">음료</cx:pt>
          <cx:pt idx="3">양약국</cx:pt>
          <cx:pt idx="4">양식</cx:pt>
          <cx:pt idx="5">일식</cx:pt>
          <cx:pt idx="6">기념품</cx:pt>
          <cx:pt idx="7">종합의류</cx:pt>
          <cx:pt idx="8">옷감/직물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</cx:lvl>
      </cx:strDim>
      <cx:numDim type="size">
        <cx:f>Sheet1!$D$2:$D$17</cx:f>
        <cx:lvl ptCount="16" formatCode="G/표준">
          <cx:pt idx="0">2.2999999999999998</cx:pt>
          <cx:pt idx="1">0.5</cx:pt>
          <cx:pt idx="2">0.29999999999999999</cx:pt>
          <cx:pt idx="3">0.20000000000000001</cx:pt>
          <cx:pt idx="4">0</cx:pt>
          <cx:pt idx="5">0</cx:pt>
          <cx:pt idx="6">0</cx:pt>
          <cx:pt idx="7">0</cx:pt>
          <cx:pt idx="8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081041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1" y="452513"/>
            <a:ext cx="60104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112,307명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2369.4%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(33,270명)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(5,945명)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81백만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51.9%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10,132명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4,494명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58.4%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112,307명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926.9%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24.2%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41441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231483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5852929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443880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112,307명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2369.4%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(33,270명)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5,945명)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21.2%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10,519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765981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234555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3528.5%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1710.0%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426964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203303" y="4429264"/>
            <a:ext cx="3371872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94951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31177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98541" y="5163278"/>
            <a:ext cx="337663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208067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31177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3004162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(1353.3%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3004161" y="4608881"/>
            <a:ext cx="1571013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(4403.8%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801797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29.6%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28,077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24,527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31,627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56.3%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062192"/>
              </p:ext>
            </p:extLst>
          </p:nvPr>
        </p:nvGraphicFramePr>
        <p:xfrm>
          <a:off x="989828" y="117850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998116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53,016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2881.8%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53,156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2130.6%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6,136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1481.4%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448497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81.3%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101,790명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2193.6%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10,519명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9462.7%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190226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183,668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26,238명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112,307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28,077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191,387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27,341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40350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37003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81백만원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(4,058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725원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96.8%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241920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42,209,000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(1,093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15,729,000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(1,704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종합의류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51,031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284859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002064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(56.5%)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(18.7%)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(46.4%)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(20.0%)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(11.8%)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58389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710669" y="1111576"/>
            <a:ext cx="16559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32.0%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(3.9%)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(20.8%)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(32.0%)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(8.1%)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006148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958357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16,259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20,637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28,417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(891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(2,978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61603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(71.1%)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(14.4%)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(9.5%)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1291" y="369041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20,137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3643" y="415560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18,088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1131" y="2180175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3,880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3483" y="2645362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(19.7%)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(11.6%)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3183152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1260042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14,937,429원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22,588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20,351,750원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1,015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20,061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21,242,571원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26,244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/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71164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34087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80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62508" y="271164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52개</a:t>
            </a:r>
            <a:endParaRPr lang="en-US" sz="80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889786" y="271164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299511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34087" y="27802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80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62508" y="299511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889786" y="299511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27949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34087" y="306369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8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62508" y="327949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889786" y="327949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562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34087" y="3348071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62508" y="3562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889786" y="3562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210572" y="28056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210572" y="3088727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210572" y="3385939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140855" y="27850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140855" y="3066663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80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140855" y="334882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0.00046개</a:t>
            </a:r>
            <a:endParaRPr lang="en-US" sz="8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79194" y="27895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79194" y="307114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80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79194" y="335331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80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E4FDCF1E-FF56-E6EA-E6C2-80DF36658994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36A7E56C-DB82-C661-4795-53C5D467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603FD846-CC92-0F4C-7074-9C1DCF9E6D57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 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82826AC-6B67-C041-3DF7-4F68FE62D992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3F1F29F-D58F-E608-A36D-3C010D1F4635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EAF3E7DD-1706-C008-A73F-D54F0C4531DD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9551119-F8B4-1694-F7F5-60E72CA73E09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CAAFA643-00A1-27B9-FD5B-1303FAC201E9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3FE2C37-ED81-0143-4032-0026A342B6C2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22B19C3B-A5E8-745C-1091-5E1D817524BB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D7136451-BD03-25AA-CCFE-AA40DA94425A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D338C94-5193-FB81-A634-ED153B9EEB49}"/>
              </a:ext>
            </a:extLst>
          </p:cNvPr>
          <p:cNvSpPr/>
          <p:nvPr/>
        </p:nvSpPr>
        <p:spPr>
          <a:xfrm>
            <a:off x="6104877" y="2711649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97EAA292-BD45-37B2-7B9C-2468BDA38238}"/>
              </a:ext>
            </a:extLst>
          </p:cNvPr>
          <p:cNvSpPr txBox="1"/>
          <p:nvPr/>
        </p:nvSpPr>
        <p:spPr>
          <a:xfrm>
            <a:off x="6334087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  <a:endParaRPr lang="en-US" sz="80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10E15282-10AD-85AE-90D1-7ED72C08B91C}"/>
              </a:ext>
            </a:extLst>
          </p:cNvPr>
          <p:cNvSpPr/>
          <p:nvPr/>
        </p:nvSpPr>
        <p:spPr>
          <a:xfrm>
            <a:off x="7262508" y="271164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F8A388C8-452F-E216-8A84-46D7C00A4908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sz="80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6F52657D-B985-84C3-497C-0341D026CB1F}"/>
              </a:ext>
            </a:extLst>
          </p:cNvPr>
          <p:cNvSpPr/>
          <p:nvPr/>
        </p:nvSpPr>
        <p:spPr>
          <a:xfrm>
            <a:off x="7889786" y="271164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D0B28C66-8C1E-BD1B-083F-10165A66B5D0}"/>
              </a:ext>
            </a:extLst>
          </p:cNvPr>
          <p:cNvSpPr/>
          <p:nvPr/>
        </p:nvSpPr>
        <p:spPr>
          <a:xfrm>
            <a:off x="6104877" y="2995113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5D818E1-64E2-7EE3-5E17-28F6BA145B9D}"/>
              </a:ext>
            </a:extLst>
          </p:cNvPr>
          <p:cNvSpPr txBox="1"/>
          <p:nvPr/>
        </p:nvSpPr>
        <p:spPr>
          <a:xfrm>
            <a:off x="6334087" y="27802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80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3AC713DF-85FD-B4FC-692D-AA3D16097AF9}"/>
              </a:ext>
            </a:extLst>
          </p:cNvPr>
          <p:cNvSpPr/>
          <p:nvPr/>
        </p:nvSpPr>
        <p:spPr>
          <a:xfrm>
            <a:off x="7262508" y="299511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1D2A4324-E992-26A7-7046-3BB513BE53C3}"/>
              </a:ext>
            </a:extLst>
          </p:cNvPr>
          <p:cNvSpPr/>
          <p:nvPr/>
        </p:nvSpPr>
        <p:spPr>
          <a:xfrm>
            <a:off x="7889786" y="299511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D9666090-2CBA-E005-0888-72E5BD4E9E73}"/>
              </a:ext>
            </a:extLst>
          </p:cNvPr>
          <p:cNvSpPr/>
          <p:nvPr/>
        </p:nvSpPr>
        <p:spPr>
          <a:xfrm>
            <a:off x="6104877" y="3279491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8A425B02-6C12-54A5-9990-226CF2F23DAF}"/>
              </a:ext>
            </a:extLst>
          </p:cNvPr>
          <p:cNvSpPr txBox="1"/>
          <p:nvPr/>
        </p:nvSpPr>
        <p:spPr>
          <a:xfrm>
            <a:off x="6334087" y="306369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sz="8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E33BDF6-E954-DABC-BB43-8075152F31AB}"/>
              </a:ext>
            </a:extLst>
          </p:cNvPr>
          <p:cNvSpPr/>
          <p:nvPr/>
        </p:nvSpPr>
        <p:spPr>
          <a:xfrm>
            <a:off x="7262508" y="327949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FE619C84-4D2A-834D-E6A9-D1C18CEF3DB3}"/>
              </a:ext>
            </a:extLst>
          </p:cNvPr>
          <p:cNvSpPr/>
          <p:nvPr/>
        </p:nvSpPr>
        <p:spPr>
          <a:xfrm>
            <a:off x="7889786" y="327949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4D9D514-CA2C-E370-EE5D-8B47882EB093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2E96DE31-D230-CCB4-3195-CCBFE7E707B1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9355CE1B-F445-D964-651E-C2F603BEE5C5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1C7E7F33-E3A8-5A03-96E4-BD7A11C7C5F2}"/>
              </a:ext>
            </a:extLst>
          </p:cNvPr>
          <p:cNvSpPr txBox="1"/>
          <p:nvPr/>
        </p:nvSpPr>
        <p:spPr>
          <a:xfrm>
            <a:off x="7140855" y="27850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sz="80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14AB72F4-EBB0-B61A-376F-662CEE68C9F5}"/>
              </a:ext>
            </a:extLst>
          </p:cNvPr>
          <p:cNvSpPr txBox="1"/>
          <p:nvPr/>
        </p:nvSpPr>
        <p:spPr>
          <a:xfrm>
            <a:off x="7140855" y="3066663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40개</a:t>
            </a:r>
            <a:endParaRPr lang="en-US" sz="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8AA61DB-F2A7-209C-5B6C-E86EC4291FC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4F233045-0E86-F2E7-1F41-97BE9A38026D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0.00013개</a:t>
            </a:r>
            <a:endParaRPr lang="en-US" sz="8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FEAF0A01-CBEC-7E30-7313-552113092473}"/>
              </a:ext>
            </a:extLst>
          </p:cNvPr>
          <p:cNvSpPr txBox="1"/>
          <p:nvPr/>
        </p:nvSpPr>
        <p:spPr>
          <a:xfrm>
            <a:off x="7979194" y="27895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0.00031개</a:t>
            </a:r>
            <a:endParaRPr lang="en-US" sz="80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16CA35E6-4C4A-C530-B87B-20A3897990C6}"/>
              </a:ext>
            </a:extLst>
          </p:cNvPr>
          <p:cNvSpPr txBox="1"/>
          <p:nvPr/>
        </p:nvSpPr>
        <p:spPr>
          <a:xfrm>
            <a:off x="7979194" y="307114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0.00036개</a:t>
            </a:r>
            <a:endParaRPr lang="en-US" sz="8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C555E22-DBA3-AB9C-C76C-EEB83D6DE632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D469F39-A14D-B383-DADA-FBFCFA32222C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18383BE-DEAB-7449-84C7-211F6366B539}"/>
              </a:ext>
            </a:extLst>
          </p:cNvPr>
          <p:cNvSpPr/>
          <p:nvPr/>
        </p:nvSpPr>
        <p:spPr>
          <a:xfrm>
            <a:off x="6210572" y="2805606"/>
            <a:ext cx="89801" cy="91210"/>
          </a:xfrm>
          <a:prstGeom prst="ellipse">
            <a:avLst/>
          </a:prstGeom>
          <a:solidFill>
            <a:srgbClr val="279D27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0EE2765-AF5C-2C7F-25D8-9B63F4E619FB}"/>
              </a:ext>
            </a:extLst>
          </p:cNvPr>
          <p:cNvSpPr/>
          <p:nvPr/>
        </p:nvSpPr>
        <p:spPr>
          <a:xfrm>
            <a:off x="6210572" y="3088727"/>
            <a:ext cx="89801" cy="91210"/>
          </a:xfrm>
          <a:prstGeom prst="ellipse">
            <a:avLst/>
          </a:prstGeom>
          <a:solidFill>
            <a:srgbClr val="D62829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0F646B5E-F0C1-21F6-F9C8-E390AE9CC9ED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99CC2BE5-37A5-3369-D62B-913C28AAFD6A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132BFB94-47AD-523E-9C38-68271E7E4D4F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C2E6C3E5-A9A0-125F-B41F-5B74F534281E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531C528F-E12E-70A3-7B61-4D99022A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A8CA2FD9-3B1E-842A-99A7-9CBC1CCA7C0F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40DDAF0-8EE3-DC88-04E5-1265F035BF63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E21C823-C9DF-6126-9FC7-6A8E2804A396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141EE852-AE72-4325-8279-83C4C999CD32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6AB9A474-5CD3-8736-1B29-566C1A195E8B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53BFB602-7A39-32E5-4A13-806562B251DB}"/>
              </a:ext>
            </a:extLst>
          </p:cNvPr>
          <p:cNvSpPr txBox="1"/>
          <p:nvPr/>
        </p:nvSpPr>
        <p:spPr>
          <a:xfrm>
            <a:off x="6334087" y="2212386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13E4422D-37A5-65BE-0D20-6650ADC67DC0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0A240D10-0111-A175-1557-F4890289D51D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BC2EE708-CC12-0CD5-FE36-3902956140BB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FA9F88F7-14D3-8C71-8F99-3F64E3EE0EF6}"/>
              </a:ext>
            </a:extLst>
          </p:cNvPr>
          <p:cNvSpPr txBox="1"/>
          <p:nvPr/>
        </p:nvSpPr>
        <p:spPr>
          <a:xfrm>
            <a:off x="6408610" y="249676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sz="8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18CDE695-F16C-156C-7FC8-17E262667465}"/>
              </a:ext>
            </a:extLst>
          </p:cNvPr>
          <p:cNvSpPr txBox="1"/>
          <p:nvPr/>
        </p:nvSpPr>
        <p:spPr>
          <a:xfrm>
            <a:off x="7140855" y="2503618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8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45991DC7-3101-EDDF-F0A4-99FA2CCD7651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D20E44F4-9E50-F1D5-FAA1-A2A8437BCA5E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F83D5B88-9484-5353-243A-280726FCB770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6163CFD-8123-BFED-7BF4-4C48F4F7EB7D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0.00069개</a:t>
            </a:r>
            <a:endParaRPr lang="en-US" sz="8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45A46CD8-15A3-94E2-6D1B-1E1853B66695}"/>
              </a:ext>
            </a:extLst>
          </p:cNvPr>
          <p:cNvSpPr txBox="1"/>
          <p:nvPr/>
        </p:nvSpPr>
        <p:spPr>
          <a:xfrm>
            <a:off x="7979194" y="250810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8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F830EAF-0B87-7626-AE79-644094F6540A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C75B3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91CCD58-AACE-54E8-EF88-63EF38957204}"/>
              </a:ext>
            </a:extLst>
          </p:cNvPr>
          <p:cNvSpPr/>
          <p:nvPr/>
        </p:nvSpPr>
        <p:spPr>
          <a:xfrm>
            <a:off x="6210572" y="2526434"/>
            <a:ext cx="89801" cy="91210"/>
          </a:xfrm>
          <a:prstGeom prst="ellipse">
            <a:avLst/>
          </a:prstGeom>
          <a:solidFill>
            <a:srgbClr val="FF7F0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" name="Shape 61">
            <a:extLst>
              <a:ext uri="{FF2B5EF4-FFF2-40B4-BE49-F238E27FC236}">
                <a16:creationId xmlns:a16="http://schemas.microsoft.com/office/drawing/2014/main" id="{507E5100-2C80-3698-8285-9BB0E22079BF}"/>
              </a:ext>
            </a:extLst>
          </p:cNvPr>
          <p:cNvSpPr/>
          <p:nvPr/>
        </p:nvSpPr>
        <p:spPr>
          <a:xfrm>
            <a:off x="6106706" y="2704546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Shape 63">
            <a:extLst>
              <a:ext uri="{FF2B5EF4-FFF2-40B4-BE49-F238E27FC236}">
                <a16:creationId xmlns:a16="http://schemas.microsoft.com/office/drawing/2014/main" id="{F8A7758D-C420-6ABA-E974-CF10E22E9A5F}"/>
              </a:ext>
            </a:extLst>
          </p:cNvPr>
          <p:cNvSpPr/>
          <p:nvPr/>
        </p:nvSpPr>
        <p:spPr>
          <a:xfrm>
            <a:off x="7264337" y="270454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" name="Shape 65">
            <a:extLst>
              <a:ext uri="{FF2B5EF4-FFF2-40B4-BE49-F238E27FC236}">
                <a16:creationId xmlns:a16="http://schemas.microsoft.com/office/drawing/2014/main" id="{D6604851-DA1A-0022-682C-E30B2AE4078C}"/>
              </a:ext>
            </a:extLst>
          </p:cNvPr>
          <p:cNvSpPr/>
          <p:nvPr/>
        </p:nvSpPr>
        <p:spPr>
          <a:xfrm>
            <a:off x="7891615" y="270454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6D1042DD-36EC-C79D-0847-331286C4FE8A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3079A675-47A2-1849-969B-86CCE72A379D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B177CCB9-8074-6445-E922-6ADD26A627BD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D52CDFB1-3973-3499-7DC0-0F21882E7405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C2C3AA0F-F4A4-DDB0-23A4-CA8D2055C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3310972F-B13F-A644-3541-D8E1BB60EB8D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0B659F7-3690-FEB8-4967-69EF8E976640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3488BE2-2F30-1221-ECAA-904057A0970C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F385822-4EA0-3A57-3DA3-E9AE42A7B05C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B2BDEBD-37DD-BA25-8237-5BCEAAB8A3E8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sz="8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32CDB6D8-8814-5721-CBCA-61D16D87B7F8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6,037개</a:t>
            </a:r>
            <a:endParaRPr lang="en-US" sz="8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8F6B874B-751E-A227-75A6-0F302495AC1F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4C3E3413-4C9C-85EB-04FD-C9131E3EBB33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88F7112-C6AF-9D4A-F281-A0D9414B2295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0BA0D43-F6A6-17C1-557A-7CAE325CC98A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2E9FC41-AA56-0F90-3481-88A7F73B02E7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0.05375개</a:t>
            </a:r>
            <a:endParaRPr lang="en-US" sz="800" dirty="0"/>
          </a:p>
        </p:txBody>
      </p:sp>
      <p:sp>
        <p:nvSpPr>
          <p:cNvPr id="2" name="Shape 29">
            <a:extLst>
              <a:ext uri="{FF2B5EF4-FFF2-40B4-BE49-F238E27FC236}">
                <a16:creationId xmlns:a16="http://schemas.microsoft.com/office/drawing/2014/main" id="{85CFFAA8-D532-C51A-CBE6-3DE0E41499A3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Shape 31">
            <a:extLst>
              <a:ext uri="{FF2B5EF4-FFF2-40B4-BE49-F238E27FC236}">
                <a16:creationId xmlns:a16="http://schemas.microsoft.com/office/drawing/2014/main" id="{5BF19D66-D165-129E-59FD-73B8EFAAD216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Shape 33">
            <a:extLst>
              <a:ext uri="{FF2B5EF4-FFF2-40B4-BE49-F238E27FC236}">
                <a16:creationId xmlns:a16="http://schemas.microsoft.com/office/drawing/2014/main" id="{A1774882-E49D-E661-2D74-B27E509A169D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145977A3-D6CE-0BF7-9358-FB9D4FD668D9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184D5097-7C04-FF47-0C54-7FC801BCC7FA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20463E94-58E4-12D4-0C84-D312807AC264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4830B7AA-2AB6-1DD8-B121-9A66250D7177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6C667C30-1706-F757-53DE-79F203C3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608AB24A-5470-587F-803F-28AD1F287453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6E0285B-CF69-206A-9558-ECD010EE4CE2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2AA25358-787A-990D-2C00-67A9161D7C17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E2C16A3-0145-7107-D66E-43553BB2A4CD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441843E-7347-5E66-8E00-616DAE48F62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B28FC62-4468-0F41-63F2-B0C19730345A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4E4A150-7C14-6F90-3C85-746FCCB607FE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D3EC296-58D5-E643-71C3-BA9486B257DC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A20F406E-79F6-0F1B-95EA-A20381B54E04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71AC1480-3A26-4145-D5CE-EBCF55C10F18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AF86566A-4E99-A5F8-EFDA-ED9BB4B33268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257개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B87D4DA-C38A-6BD5-74F9-06E97F99138C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E7D1C89B-27F1-525A-C6E8-D5D28E871806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F4AE311-6A7B-3124-C0E2-ED82D30CD99B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ABD1E8F1-237F-8456-7257-14E7CB56735D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2993CA6-8F02-423F-5997-B7E65595B635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A66C8AF-9621-CE95-5F81-DD249BF518D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0.00229개</a:t>
            </a:r>
            <a:endParaRPr lang="en-US" sz="8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651E177E-B903-C3A8-D92B-8020F101341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BF207263-0D9C-57C4-D4B7-5FCA7F787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16A4B77A-8D46-20BC-BC8F-5EBBF4DC3B32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1B7297D-7741-BF3F-F885-5188CFF0DC9A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8256CCB4-C0BF-E792-A120-6774A9DDFD65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4907802-FA3F-1AD2-391A-9595D46FF471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2F98670-40B3-9173-6FD7-626836291A3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D5F76DE2-532C-E169-ED32-87A21354AE68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85D57975-E61C-89D3-AD5B-DC4D5CEB7E98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437BE9A4-061D-3CDD-15C2-A38D03FD4530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sz="8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F72F855-046D-41A5-CA69-B0FBA7A19B77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sz="800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2884589" cy="131490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0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584F9EFE-A870-53B6-C24F-A6E0A2AF27B5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E9852B9C-B28D-1570-CE32-B7D4A5497E5D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BC203451-3EA2-877E-34B9-44BAA11BF828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12496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270127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897405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15933" y="4573095"/>
            <a:ext cx="45719" cy="1326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9C3680-D4C4-F55F-E8E4-7ED89FE26758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82D4CD1-AE68-771C-D48B-AF3A6D644EAB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0.00029개</a:t>
            </a:r>
            <a:endParaRPr lang="en-US" sz="800" dirty="0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81B8E5-4109-785F-CAE0-43745048A1C0}"/>
              </a:ext>
            </a:extLst>
          </p:cNvPr>
          <p:cNvSpPr txBox="1"/>
          <p:nvPr/>
        </p:nvSpPr>
        <p:spPr>
          <a:xfrm>
            <a:off x="6181687" y="5064734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0.00029개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{{SL27_3}}</a:t>
            </a:r>
            <a:r>
              <a:rPr lang="en-US" altLang="ko-KR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E92252CC-1036-2527-76ED-BB2475B1F1B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4F6A8AC3-F803-50F5-3BDB-962D2FD4E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E7DE17C9-4CA4-81CF-9700-22F537912E9E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279F168-2693-90D8-2C10-4558333A6675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78CA75F-2711-DFC9-8438-5BD4006460F9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D494CD7-C8DF-1C47-E88B-DEB0202DBE1C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9FF22311-8475-EFFE-9F0A-767F6D1691E4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3CED607-7F75-768E-0CB5-6A74A3EC9313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1547111F-7719-30B9-C0B3-BCAB23D0D23C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A8849E64-3C97-930C-2B68-0DC712FB2A20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주차장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8679B89C-7518-EE9E-DB17-AADA0E711B5A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(725대)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2884589" cy="131490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000" dirty="0"/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021700" y="1463267"/>
            <a:ext cx="2457799" cy="44359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081542" y="1552675"/>
            <a:ext cx="114300" cy="133502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264071" y="1531824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 구획수 상세</a:t>
            </a:r>
            <a:endParaRPr lang="en-US" sz="10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059190" y="2077744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136000" y="1857374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9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304400" y="1868792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9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84666310-A32A-E9D4-B587-FFAC7C6FBD62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F78352B7-4589-A779-1770-5D2B1FC39CA4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0D73B428-B97A-154D-8287-B117CDA7D1FB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12496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270127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897405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059190" y="17771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216821" y="1777138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F3DDFE1A-BEC0-8645-DEE5-041278B18791}"/>
              </a:ext>
            </a:extLst>
          </p:cNvPr>
          <p:cNvSpPr/>
          <p:nvPr/>
        </p:nvSpPr>
        <p:spPr>
          <a:xfrm>
            <a:off x="6015933" y="4573095"/>
            <a:ext cx="45719" cy="1326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18FEB0D-054F-0393-1A21-3E45A27C30F3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FD3C653-EC7F-08E7-740C-36CA757D2C5C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0.00646대</a:t>
            </a:r>
            <a:endParaRPr lang="en-US" sz="8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sp>
        <p:nvSpPr>
          <p:cNvPr id="11" name="Shape 29">
            <a:extLst>
              <a:ext uri="{FF2B5EF4-FFF2-40B4-BE49-F238E27FC236}">
                <a16:creationId xmlns:a16="http://schemas.microsoft.com/office/drawing/2014/main" id="{80D42946-657E-EFBF-E2F1-7B92A3AE87BF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2" name="Shape 31">
            <a:extLst>
              <a:ext uri="{FF2B5EF4-FFF2-40B4-BE49-F238E27FC236}">
                <a16:creationId xmlns:a16="http://schemas.microsoft.com/office/drawing/2014/main" id="{2EEB2C99-F676-58BF-E3FA-3851B49557C4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3" name="Shape 33">
            <a:extLst>
              <a:ext uri="{FF2B5EF4-FFF2-40B4-BE49-F238E27FC236}">
                <a16:creationId xmlns:a16="http://schemas.microsoft.com/office/drawing/2014/main" id="{9B8F727F-CBCC-D266-002D-CB9A5C395362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98692"/>
              </p:ext>
            </p:extLst>
          </p:nvPr>
        </p:nvGraphicFramePr>
        <p:xfrm>
          <a:off x="9050047" y="2123832"/>
          <a:ext cx="2302320" cy="45325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51160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151160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340대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252대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73대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800" b="0">
                          <a:solidFill>
                            <a:srgbClr val="323232"/>
                          </a:solidFill>
                          <a:latin typeface="Pretendard"/>
                        </a:rPr>
                        <a:t>60대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B14BF68-D90F-B159-7349-BC7C2D95AC23}"/>
              </a:ext>
            </a:extLst>
          </p:cNvPr>
          <p:cNvSpPr txBox="1"/>
          <p:nvPr/>
        </p:nvSpPr>
        <p:spPr>
          <a:xfrm>
            <a:off x="6181687" y="5064734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0.00646대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{{SL28_3}}</a:t>
            </a:r>
            <a:r>
              <a:rPr lang="en-US" altLang="ko-KR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A0503253-D940-E5AB-51AF-64CEB3D545A4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2865119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5F5BA9BD-D68A-FF35-738E-77DF8164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58510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56D4970C-F442-1F5E-7F16-0ABE11FD3363}"/>
              </a:ext>
            </a:extLst>
          </p:cNvPr>
          <p:cNvSpPr txBox="1"/>
          <p:nvPr/>
        </p:nvSpPr>
        <p:spPr>
          <a:xfrm>
            <a:off x="6279832" y="156087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101703F-807A-2FDE-F61C-CAA397CC9A65}"/>
              </a:ext>
            </a:extLst>
          </p:cNvPr>
          <p:cNvSpPr/>
          <p:nvPr/>
        </p:nvSpPr>
        <p:spPr>
          <a:xfrm>
            <a:off x="6104877" y="2148378"/>
            <a:ext cx="1162202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CCB33B57-A0EC-E612-D68E-8C95EC442B4B}"/>
              </a:ext>
            </a:extLst>
          </p:cNvPr>
          <p:cNvSpPr txBox="1"/>
          <p:nvPr/>
        </p:nvSpPr>
        <p:spPr>
          <a:xfrm>
            <a:off x="6181687" y="192892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B8F1491-86C1-4A12-851A-F678ED4C6146}"/>
              </a:ext>
            </a:extLst>
          </p:cNvPr>
          <p:cNvSpPr/>
          <p:nvPr/>
        </p:nvSpPr>
        <p:spPr>
          <a:xfrm>
            <a:off x="7262508" y="214837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16E83D7-F858-29DB-3C53-E0EB970C0E20}"/>
              </a:ext>
            </a:extLst>
          </p:cNvPr>
          <p:cNvSpPr txBox="1"/>
          <p:nvPr/>
        </p:nvSpPr>
        <p:spPr>
          <a:xfrm>
            <a:off x="7315048" y="192892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9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E18B445-F43C-AB7B-AD75-271E2DF5EF4E}"/>
              </a:ext>
            </a:extLst>
          </p:cNvPr>
          <p:cNvSpPr/>
          <p:nvPr/>
        </p:nvSpPr>
        <p:spPr>
          <a:xfrm>
            <a:off x="7889786" y="214837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5BAF3540-6A20-2313-77B0-C8E604B6A0FB}"/>
              </a:ext>
            </a:extLst>
          </p:cNvPr>
          <p:cNvSpPr txBox="1"/>
          <p:nvPr/>
        </p:nvSpPr>
        <p:spPr>
          <a:xfrm>
            <a:off x="8072462" y="192892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9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E9477070-3FEC-B914-8A13-A276D5A537FA}"/>
              </a:ext>
            </a:extLst>
          </p:cNvPr>
          <p:cNvSpPr/>
          <p:nvPr/>
        </p:nvSpPr>
        <p:spPr>
          <a:xfrm>
            <a:off x="6104877" y="2428185"/>
            <a:ext cx="1162202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33E99A41-25CD-1BEA-0106-54B19D24378D}"/>
              </a:ext>
            </a:extLst>
          </p:cNvPr>
          <p:cNvSpPr txBox="1"/>
          <p:nvPr/>
        </p:nvSpPr>
        <p:spPr>
          <a:xfrm>
            <a:off x="6334087" y="2212386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sz="8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E05529D-3CAA-FD67-7393-5EABE8484B59}"/>
              </a:ext>
            </a:extLst>
          </p:cNvPr>
          <p:cNvSpPr/>
          <p:nvPr/>
        </p:nvSpPr>
        <p:spPr>
          <a:xfrm>
            <a:off x="7262508" y="242818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7ABE3BA-DF21-5EB4-E5DB-478101596D57}"/>
              </a:ext>
            </a:extLst>
          </p:cNvPr>
          <p:cNvSpPr txBox="1"/>
          <p:nvPr/>
        </p:nvSpPr>
        <p:spPr>
          <a:xfrm>
            <a:off x="7140855" y="2212386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147개</a:t>
            </a:r>
            <a:endParaRPr lang="en-US" sz="8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657A335-5BB0-DD77-0CE4-D4259D5DDE09}"/>
              </a:ext>
            </a:extLst>
          </p:cNvPr>
          <p:cNvSpPr/>
          <p:nvPr/>
        </p:nvSpPr>
        <p:spPr>
          <a:xfrm>
            <a:off x="7889786" y="242818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8608CC9D-5058-8A47-DFF8-F35C07E201A6}"/>
              </a:ext>
            </a:extLst>
          </p:cNvPr>
          <p:cNvSpPr/>
          <p:nvPr/>
        </p:nvSpPr>
        <p:spPr>
          <a:xfrm>
            <a:off x="6003379" y="4584340"/>
            <a:ext cx="2884589" cy="131490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E04E6902-701C-6AA9-8074-6080B7E4EEF8}"/>
              </a:ext>
            </a:extLst>
          </p:cNvPr>
          <p:cNvSpPr txBox="1"/>
          <p:nvPr/>
        </p:nvSpPr>
        <p:spPr>
          <a:xfrm>
            <a:off x="6345182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</a:t>
            </a:r>
            <a:r>
              <a:rPr lang="en-US" sz="10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0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90E7D891-F424-54EA-EE95-14850CF0F380}"/>
              </a:ext>
            </a:extLst>
          </p:cNvPr>
          <p:cNvSpPr/>
          <p:nvPr/>
        </p:nvSpPr>
        <p:spPr>
          <a:xfrm>
            <a:off x="6092685" y="183595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FD7426F8-E5E4-AAA0-6572-1DC7A4A094D7}"/>
              </a:ext>
            </a:extLst>
          </p:cNvPr>
          <p:cNvSpPr/>
          <p:nvPr/>
        </p:nvSpPr>
        <p:spPr>
          <a:xfrm>
            <a:off x="7250316" y="183595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CF6B465-2940-CE58-76D8-76D767F06FA9}"/>
              </a:ext>
            </a:extLst>
          </p:cNvPr>
          <p:cNvSpPr/>
          <p:nvPr/>
        </p:nvSpPr>
        <p:spPr>
          <a:xfrm>
            <a:off x="7877594" y="183595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ED669B29-5880-9C77-5143-24555B0E30BA}"/>
              </a:ext>
            </a:extLst>
          </p:cNvPr>
          <p:cNvSpPr/>
          <p:nvPr/>
        </p:nvSpPr>
        <p:spPr>
          <a:xfrm>
            <a:off x="6112496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1A8F3EED-65BB-856E-44AB-1BD65AEEBC90}"/>
              </a:ext>
            </a:extLst>
          </p:cNvPr>
          <p:cNvSpPr/>
          <p:nvPr/>
        </p:nvSpPr>
        <p:spPr>
          <a:xfrm>
            <a:off x="7270127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9B5EC325-421D-9680-3018-F17054BC8C4C}"/>
              </a:ext>
            </a:extLst>
          </p:cNvPr>
          <p:cNvSpPr/>
          <p:nvPr/>
        </p:nvSpPr>
        <p:spPr>
          <a:xfrm>
            <a:off x="7897405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3DB248C6-1646-BCEB-0739-60933496D851}"/>
              </a:ext>
            </a:extLst>
          </p:cNvPr>
          <p:cNvSpPr/>
          <p:nvPr/>
        </p:nvSpPr>
        <p:spPr>
          <a:xfrm>
            <a:off x="6015933" y="4573095"/>
            <a:ext cx="45719" cy="1326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524FE39-19DE-37DF-59DC-4D00B8631C45}"/>
              </a:ext>
            </a:extLst>
          </p:cNvPr>
          <p:cNvSpPr/>
          <p:nvPr/>
        </p:nvSpPr>
        <p:spPr>
          <a:xfrm>
            <a:off x="6210572" y="2244429"/>
            <a:ext cx="89801" cy="91210"/>
          </a:xfrm>
          <a:prstGeom prst="ellipse">
            <a:avLst/>
          </a:prstGeom>
          <a:solidFill>
            <a:srgbClr val="1F77B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07FC31E-37DA-4CDD-38BF-9D62BA9CF1E9}"/>
              </a:ext>
            </a:extLst>
          </p:cNvPr>
          <p:cNvSpPr txBox="1"/>
          <p:nvPr/>
        </p:nvSpPr>
        <p:spPr>
          <a:xfrm>
            <a:off x="7979194" y="2216869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0.00131개</a:t>
            </a:r>
            <a:endParaRPr lang="en-US" sz="800" dirty="0"/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52C3F556-7922-49BB-74A3-CBE9214A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24" b="-524"/>
          <a:stretch/>
        </p:blipFill>
        <p:spPr>
          <a:xfrm>
            <a:off x="6127336" y="4721617"/>
            <a:ext cx="152705" cy="123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AEBE29-354C-0A87-B3AE-1332F13B741E}"/>
              </a:ext>
            </a:extLst>
          </p:cNvPr>
          <p:cNvSpPr txBox="1"/>
          <p:nvPr/>
        </p:nvSpPr>
        <p:spPr>
          <a:xfrm>
            <a:off x="6181687" y="5064734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{{SL29_3}}</a:t>
            </a:r>
            <a:r>
              <a:rPr lang="en-US" altLang="ko-KR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7647</TotalTime>
  <Words>2144</Words>
  <Application>Microsoft Office PowerPoint</Application>
  <PresentationFormat>와이드스크린</PresentationFormat>
  <Paragraphs>599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1443</cp:revision>
  <dcterms:created xsi:type="dcterms:W3CDTF">2025-10-15T03:48:02Z</dcterms:created>
  <dcterms:modified xsi:type="dcterms:W3CDTF">2025-10-31T07:32:42Z</dcterms:modified>
</cp:coreProperties>
</file>