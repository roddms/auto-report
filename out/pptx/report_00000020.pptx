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61.775700000000001</c:v>
                </c:pt>
                <c:pt idx="1">
                  <c:v>52.009</c:v>
                </c:pt>
                <c:pt idx="2">
                  <c:v>47.962800000000001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-15.81</c:v>
                </c:pt>
                <c:pt idx="2">
                  <c:v>-7.78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104.89400000000001</c:v>
                </c:pt>
                <c:pt idx="1">
                  <c:v>140.24199999999999</c:v>
                </c:pt>
                <c:pt idx="2">
                  <c:v>116.154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33.700000000000003</c:v>
                </c:pt>
                <c:pt idx="2">
                  <c:v>-17.18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FA-4F8B-A2F4-3731B88186F1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7.8320999999999996</c:v>
                </c:pt>
                <c:pt idx="1">
                  <c:v>8.3394999999999992</c:v>
                </c:pt>
                <c:pt idx="2">
                  <c:v>8.2942999999999998</c:v>
                </c:pt>
                <c:pt idx="3">
                  <c:v>8.7109000000000005</c:v>
                </c:pt>
                <c:pt idx="4">
                  <c:v>8.4503000000000004</c:v>
                </c:pt>
                <c:pt idx="5">
                  <c:v>6.3356000000000003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639.6875</c:v>
                </c:pt>
                <c:pt idx="1">
                  <c:v>700.875</c:v>
                </c:pt>
                <c:pt idx="2">
                  <c:v>841</c:v>
                </c:pt>
                <c:pt idx="3">
                  <c:v>1066.875</c:v>
                </c:pt>
                <c:pt idx="4">
                  <c:v>1305.9375</c:v>
                </c:pt>
                <c:pt idx="5">
                  <c:v>1498.25</c:v>
                </c:pt>
                <c:pt idx="6">
                  <c:v>1724.125</c:v>
                </c:pt>
                <c:pt idx="7">
                  <c:v>1924.1875</c:v>
                </c:pt>
                <c:pt idx="8">
                  <c:v>2137.8125</c:v>
                </c:pt>
                <c:pt idx="9">
                  <c:v>2277.75</c:v>
                </c:pt>
                <c:pt idx="10">
                  <c:v>2277.5625</c:v>
                </c:pt>
                <c:pt idx="11">
                  <c:v>2185.3125</c:v>
                </c:pt>
                <c:pt idx="12">
                  <c:v>1994.875</c:v>
                </c:pt>
                <c:pt idx="13">
                  <c:v>1784.9375</c:v>
                </c:pt>
                <c:pt idx="14">
                  <c:v>1551.5625</c:v>
                </c:pt>
                <c:pt idx="15">
                  <c:v>1210.875</c:v>
                </c:pt>
                <c:pt idx="16">
                  <c:v>866.875</c:v>
                </c:pt>
                <c:pt idx="17">
                  <c:v>688.375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3.7090999999999998</c:v>
                </c:pt>
                <c:pt idx="1">
                  <c:v>3.7317</c:v>
                </c:pt>
                <c:pt idx="2">
                  <c:v>2.4632999999999998</c:v>
                </c:pt>
                <c:pt idx="3">
                  <c:v>2.7694000000000001</c:v>
                </c:pt>
                <c:pt idx="4">
                  <c:v>2.6551999999999998</c:v>
                </c:pt>
                <c:pt idx="5">
                  <c:v>2.7648000000000001</c:v>
                </c:pt>
                <c:pt idx="6">
                  <c:v>3.8458000000000001</c:v>
                </c:pt>
                <c:pt idx="7">
                  <c:v>4.2</c:v>
                </c:pt>
                <c:pt idx="8">
                  <c:v>2.4697</c:v>
                </c:pt>
                <c:pt idx="9">
                  <c:v>1.9895</c:v>
                </c:pt>
                <c:pt idx="10">
                  <c:v>2.6025</c:v>
                </c:pt>
                <c:pt idx="11">
                  <c:v>3.7778</c:v>
                </c:pt>
                <c:pt idx="12">
                  <c:v>3.1381000000000001</c:v>
                </c:pt>
                <c:pt idx="13">
                  <c:v>2.3755000000000002</c:v>
                </c:pt>
                <c:pt idx="14">
                  <c:v>2.7875000000000001</c:v>
                </c:pt>
                <c:pt idx="15">
                  <c:v>2.6829000000000001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5AE583A-4385-43D9-8F4A-D81A3B1E80C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E2F1923-E1AA-4CCC-BD66-EE97D0A11D7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23.050999999999998</c:v>
                </c:pt>
                <c:pt idx="1">
                  <c:v>24.911799999999999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1A8315A-1AC0-407F-B21F-5DB8E9FF621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AC98534-A15E-4D91-ADE0-1EF255C2B21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43.539299999999997</c:v>
                </c:pt>
                <c:pt idx="1">
                  <c:v>4.4240000000000004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9FBDAFA-F776-46E4-ACC1-2CC3546FC67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8467F7A-397E-43D5-AA7C-EB10A6D8E73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C0A0C84-8AA3-4F83-9464-0F621BB1524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11.8499</c:v>
                </c:pt>
                <c:pt idx="1">
                  <c:v>3.4922</c:v>
                </c:pt>
                <c:pt idx="2">
                  <c:v>32.620699999999999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230510</c:v>
                </c:pt>
                <c:pt idx="1">
                  <c:v>249118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FF-413E-BB9B-6A57A93E8E07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78321</c:v>
                </c:pt>
                <c:pt idx="1">
                  <c:v>83395</c:v>
                </c:pt>
                <c:pt idx="2">
                  <c:v>82943</c:v>
                </c:pt>
                <c:pt idx="3">
                  <c:v>87109</c:v>
                </c:pt>
                <c:pt idx="4">
                  <c:v>84503</c:v>
                </c:pt>
                <c:pt idx="5">
                  <c:v>63356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-7.47</c:v>
                </c:pt>
                <c:pt idx="1">
                  <c:v>5.46</c:v>
                </c:pt>
                <c:pt idx="2">
                  <c:v>-4.47</c:v>
                </c:pt>
                <c:pt idx="3">
                  <c:v>-10.23</c:v>
                </c:pt>
                <c:pt idx="4">
                  <c:v>-18.37</c:v>
                </c:pt>
                <c:pt idx="5">
                  <c:v>-8.17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3.7090999999999998</c:v>
                </c:pt>
                <c:pt idx="1">
                  <c:v>3.7317</c:v>
                </c:pt>
                <c:pt idx="2">
                  <c:v>2.4632999999999998</c:v>
                </c:pt>
                <c:pt idx="3">
                  <c:v>2.7694000000000001</c:v>
                </c:pt>
                <c:pt idx="4">
                  <c:v>2.6551999999999998</c:v>
                </c:pt>
                <c:pt idx="5">
                  <c:v>2.7648000000000001</c:v>
                </c:pt>
                <c:pt idx="6">
                  <c:v>3.8458000000000001</c:v>
                </c:pt>
                <c:pt idx="7">
                  <c:v>4.2</c:v>
                </c:pt>
                <c:pt idx="8">
                  <c:v>2.4697</c:v>
                </c:pt>
                <c:pt idx="9">
                  <c:v>1.9895</c:v>
                </c:pt>
                <c:pt idx="10">
                  <c:v>2.6025</c:v>
                </c:pt>
                <c:pt idx="11">
                  <c:v>3.7778</c:v>
                </c:pt>
                <c:pt idx="12">
                  <c:v>3.1381000000000001</c:v>
                </c:pt>
                <c:pt idx="13">
                  <c:v>2.3755000000000002</c:v>
                </c:pt>
                <c:pt idx="14">
                  <c:v>2.7875000000000001</c:v>
                </c:pt>
                <c:pt idx="15">
                  <c:v>2.6829000000000001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6.4600000000000005E-2</c:v>
                </c:pt>
                <c:pt idx="1">
                  <c:v>7.0150000000000004E-2</c:v>
                </c:pt>
                <c:pt idx="2">
                  <c:v>8.5879999999999998E-2</c:v>
                </c:pt>
                <c:pt idx="3">
                  <c:v>0.10761999999999999</c:v>
                </c:pt>
                <c:pt idx="4">
                  <c:v>0.12964000000000001</c:v>
                </c:pt>
                <c:pt idx="5">
                  <c:v>0.14824999999999999</c:v>
                </c:pt>
                <c:pt idx="6">
                  <c:v>0.16941000000000001</c:v>
                </c:pt>
                <c:pt idx="7">
                  <c:v>0.18634000000000001</c:v>
                </c:pt>
                <c:pt idx="8">
                  <c:v>0.20285</c:v>
                </c:pt>
                <c:pt idx="9">
                  <c:v>0.20880000000000001</c:v>
                </c:pt>
                <c:pt idx="10">
                  <c:v>0.20261999999999999</c:v>
                </c:pt>
                <c:pt idx="11">
                  <c:v>0.18987000000000001</c:v>
                </c:pt>
                <c:pt idx="12">
                  <c:v>0.17607</c:v>
                </c:pt>
                <c:pt idx="13">
                  <c:v>0.16127</c:v>
                </c:pt>
                <c:pt idx="14">
                  <c:v>0.14212</c:v>
                </c:pt>
                <c:pt idx="15">
                  <c:v>0.11355</c:v>
                </c:pt>
                <c:pt idx="16">
                  <c:v>8.4279999999999994E-2</c:v>
                </c:pt>
                <c:pt idx="17">
                  <c:v>6.8159999999999998E-2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6.2916666666666662E-2</c:v>
                </c:pt>
                <c:pt idx="1">
                  <c:v>6.9983333333333328E-2</c:v>
                </c:pt>
                <c:pt idx="2">
                  <c:v>8.1133333333333335E-2</c:v>
                </c:pt>
                <c:pt idx="3">
                  <c:v>0.10513333333333333</c:v>
                </c:pt>
                <c:pt idx="4">
                  <c:v>0.13218333333333335</c:v>
                </c:pt>
                <c:pt idx="5">
                  <c:v>0.15245</c:v>
                </c:pt>
                <c:pt idx="6">
                  <c:v>0.17741666666666667</c:v>
                </c:pt>
                <c:pt idx="7">
                  <c:v>0.20255000000000001</c:v>
                </c:pt>
                <c:pt idx="8">
                  <c:v>0.23200000000000001</c:v>
                </c:pt>
                <c:pt idx="9">
                  <c:v>0.25940000000000002</c:v>
                </c:pt>
                <c:pt idx="10">
                  <c:v>0.26965</c:v>
                </c:pt>
                <c:pt idx="11">
                  <c:v>0.26629999999999998</c:v>
                </c:pt>
                <c:pt idx="12">
                  <c:v>0.23851666666666665</c:v>
                </c:pt>
                <c:pt idx="13">
                  <c:v>0.2072</c:v>
                </c:pt>
                <c:pt idx="14">
                  <c:v>0.17688333333333334</c:v>
                </c:pt>
                <c:pt idx="15">
                  <c:v>0.13364999999999999</c:v>
                </c:pt>
                <c:pt idx="16">
                  <c:v>9.0700000000000003E-2</c:v>
                </c:pt>
                <c:pt idx="17">
                  <c:v>6.9966666666666663E-2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1.9216899999999999</c:v>
                </c:pt>
                <c:pt idx="1">
                  <c:v>1.6348100000000001</c:v>
                </c:pt>
                <c:pt idx="2">
                  <c:v>1.18499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0.50919000000000003</c:v>
                </c:pt>
                <c:pt idx="1">
                  <c:v>0.42712</c:v>
                </c:pt>
                <c:pt idx="2">
                  <c:v>0.34921999999999997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3.7467100000000002</c:v>
                </c:pt>
                <c:pt idx="1">
                  <c:v>3.1390099999999999</c:v>
                </c:pt>
                <c:pt idx="2">
                  <c:v>3.26207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0.30965999999999999</c:v>
                </c:pt>
                <c:pt idx="1">
                  <c:v>0.30307000000000001</c:v>
                </c:pt>
                <c:pt idx="2">
                  <c:v>0.44240000000000002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5.8679800000000002</c:v>
                </c:pt>
                <c:pt idx="1">
                  <c:v>4.8978799999999998</c:v>
                </c:pt>
                <c:pt idx="2">
                  <c:v>4.3539300000000001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E979-4F61-B3C8-A6871CAC1C5F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E979-4F61-B3C8-A6871CAC1C5F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E979-4F61-B3C8-A6871CAC1C5F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E979-4F61-B3C8-A6871CAC1C5F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E979-4F61-B3C8-A6871CAC1C5F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E979-4F61-B3C8-A6871CAC1C5F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36192</c:v>
                </c:pt>
                <c:pt idx="1">
                  <c:v>31429</c:v>
                </c:pt>
                <c:pt idx="2">
                  <c:v>24346</c:v>
                </c:pt>
                <c:pt idx="3">
                  <c:v>26019</c:v>
                </c:pt>
                <c:pt idx="4">
                  <c:v>25294</c:v>
                </c:pt>
                <c:pt idx="5">
                  <c:v>26188</c:v>
                </c:pt>
                <c:pt idx="6">
                  <c:v>29874</c:v>
                </c:pt>
                <c:pt idx="7">
                  <c:v>37091</c:v>
                </c:pt>
                <c:pt idx="8">
                  <c:v>37317</c:v>
                </c:pt>
                <c:pt idx="9">
                  <c:v>24633</c:v>
                </c:pt>
                <c:pt idx="10">
                  <c:v>27694</c:v>
                </c:pt>
                <c:pt idx="11">
                  <c:v>26552</c:v>
                </c:pt>
                <c:pt idx="12">
                  <c:v>27648</c:v>
                </c:pt>
                <c:pt idx="13">
                  <c:v>38458</c:v>
                </c:pt>
                <c:pt idx="14">
                  <c:v>42000</c:v>
                </c:pt>
                <c:pt idx="15">
                  <c:v>24697</c:v>
                </c:pt>
                <c:pt idx="16">
                  <c:v>19895</c:v>
                </c:pt>
                <c:pt idx="17">
                  <c:v>26025</c:v>
                </c:pt>
                <c:pt idx="18">
                  <c:v>37778</c:v>
                </c:pt>
                <c:pt idx="19">
                  <c:v>31381</c:v>
                </c:pt>
                <c:pt idx="20">
                  <c:v>23755</c:v>
                </c:pt>
                <c:pt idx="21">
                  <c:v>27875</c:v>
                </c:pt>
                <c:pt idx="22">
                  <c:v>26829</c:v>
                </c:pt>
                <c:pt idx="23">
                  <c:v>22055</c:v>
                </c:pt>
                <c:pt idx="24">
                  <c:v>23531</c:v>
                </c:pt>
                <c:pt idx="25">
                  <c:v>28348</c:v>
                </c:pt>
                <c:pt idx="26">
                  <c:v>26358</c:v>
                </c:pt>
                <c:pt idx="27">
                  <c:v>27193</c:v>
                </c:pt>
                <c:pt idx="28">
                  <c:v>33979</c:v>
                </c:pt>
                <c:pt idx="29">
                  <c:v>30807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7F473B2-E063-4AAB-8FBA-835CAF1BAB0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71.623000000000005</c:v>
                </c:pt>
                <c:pt idx="1">
                  <c:v>44.527000000000001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60대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29.611999999999998</c:v>
                </c:pt>
                <c:pt idx="1">
                  <c:v>28.164999999999999</c:v>
                </c:pt>
                <c:pt idx="2">
                  <c:v>27.84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28.023</c:v>
                </c:pt>
                <c:pt idx="1">
                  <c:v>80.998000000000005</c:v>
                </c:pt>
                <c:pt idx="2">
                  <c:v>7.1319999999999997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77.242999999999995</c:v>
                </c:pt>
                <c:pt idx="1">
                  <c:v>38.911000000000001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8.8450000000000006</c:v>
                </c:pt>
                <c:pt idx="1">
                  <c:v>4.5339999999999998</c:v>
                </c:pt>
                <c:pt idx="2">
                  <c:v>4.5979999999999999</c:v>
                </c:pt>
                <c:pt idx="3">
                  <c:v>2.927</c:v>
                </c:pt>
                <c:pt idx="4">
                  <c:v>3.6320000000000001</c:v>
                </c:pt>
                <c:pt idx="5">
                  <c:v>5.3380000000000001</c:v>
                </c:pt>
                <c:pt idx="6">
                  <c:v>11.731999999999999</c:v>
                </c:pt>
                <c:pt idx="7">
                  <c:v>10.42</c:v>
                </c:pt>
                <c:pt idx="8">
                  <c:v>12.808</c:v>
                </c:pt>
                <c:pt idx="9">
                  <c:v>3.7389999999999999</c:v>
                </c:pt>
                <c:pt idx="10">
                  <c:v>12.944000000000001</c:v>
                </c:pt>
                <c:pt idx="11">
                  <c:v>13.156000000000001</c:v>
                </c:pt>
                <c:pt idx="12">
                  <c:v>8.2690000000000001</c:v>
                </c:pt>
                <c:pt idx="13">
                  <c:v>3.68</c:v>
                </c:pt>
                <c:pt idx="14">
                  <c:v>4.3769999999999998</c:v>
                </c:pt>
                <c:pt idx="15">
                  <c:v>5.1550000000000002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77.242999999999995</c:v>
                </c:pt>
                <c:pt idx="1">
                  <c:v>38.911000000000001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1248</c:v>
                </c:pt>
                <c:pt idx="1">
                  <c:v>2759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6.1893429487179485</c:v>
                </c:pt>
                <c:pt idx="1">
                  <c:v>1.4103298296484232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55.625</c:v>
                </c:pt>
                <c:pt idx="1">
                  <c:v>15.997999999999999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21.617000000000001</c:v>
                </c:pt>
                <c:pt idx="1">
                  <c:v>22.91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3.5000000000000003E-2</c:v>
                </c:pt>
                <c:pt idx="2">
                  <c:v>0</c:v>
                </c:pt>
                <c:pt idx="3">
                  <c:v>0</c:v>
                </c:pt>
                <c:pt idx="4">
                  <c:v>0.61599999999999999</c:v>
                </c:pt>
                <c:pt idx="5">
                  <c:v>2.468</c:v>
                </c:pt>
                <c:pt idx="6">
                  <c:v>4.5439999999999996</c:v>
                </c:pt>
                <c:pt idx="7">
                  <c:v>10.616</c:v>
                </c:pt>
                <c:pt idx="8">
                  <c:v>7.6639999999999997</c:v>
                </c:pt>
                <c:pt idx="9">
                  <c:v>2.3959999999999999</c:v>
                </c:pt>
                <c:pt idx="10">
                  <c:v>0.10100000000000001</c:v>
                </c:pt>
                <c:pt idx="11">
                  <c:v>13.808</c:v>
                </c:pt>
                <c:pt idx="12">
                  <c:v>16.914999999999999</c:v>
                </c:pt>
                <c:pt idx="13">
                  <c:v>10.786</c:v>
                </c:pt>
                <c:pt idx="14">
                  <c:v>4.7679999999999998</c:v>
                </c:pt>
                <c:pt idx="15">
                  <c:v>1.446</c:v>
                </c:pt>
                <c:pt idx="16">
                  <c:v>0.33800000000000002</c:v>
                </c:pt>
                <c:pt idx="17">
                  <c:v>0.32400000000000001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0.316</c:v>
                </c:pt>
                <c:pt idx="3">
                  <c:v>0.6</c:v>
                </c:pt>
                <c:pt idx="4">
                  <c:v>2.6850000000000001</c:v>
                </c:pt>
                <c:pt idx="5">
                  <c:v>4.9809999999999999</c:v>
                </c:pt>
                <c:pt idx="6">
                  <c:v>4.1660000000000004</c:v>
                </c:pt>
                <c:pt idx="7">
                  <c:v>5.7309999999999999</c:v>
                </c:pt>
                <c:pt idx="8">
                  <c:v>4.944</c:v>
                </c:pt>
                <c:pt idx="9">
                  <c:v>6.36</c:v>
                </c:pt>
                <c:pt idx="10">
                  <c:v>3.7109999999999999</c:v>
                </c:pt>
                <c:pt idx="11">
                  <c:v>3.024</c:v>
                </c:pt>
                <c:pt idx="12">
                  <c:v>1.494</c:v>
                </c:pt>
                <c:pt idx="13">
                  <c:v>0.57799999999999996</c:v>
                </c:pt>
                <c:pt idx="14">
                  <c:v>0.127</c:v>
                </c:pt>
                <c:pt idx="15">
                  <c:v>8.7999999999999995E-2</c:v>
                </c:pt>
                <c:pt idx="16">
                  <c:v>0.104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316000</c:v>
                </c:pt>
                <c:pt idx="3">
                  <c:v>600000</c:v>
                </c:pt>
                <c:pt idx="4">
                  <c:v>2685000</c:v>
                </c:pt>
                <c:pt idx="5">
                  <c:v>4981000</c:v>
                </c:pt>
                <c:pt idx="6">
                  <c:v>4166000</c:v>
                </c:pt>
                <c:pt idx="7">
                  <c:v>5731000</c:v>
                </c:pt>
                <c:pt idx="8">
                  <c:v>4944000</c:v>
                </c:pt>
                <c:pt idx="9">
                  <c:v>6360000</c:v>
                </c:pt>
                <c:pt idx="10">
                  <c:v>3711000</c:v>
                </c:pt>
                <c:pt idx="11">
                  <c:v>3024000</c:v>
                </c:pt>
                <c:pt idx="12">
                  <c:v>1494000</c:v>
                </c:pt>
                <c:pt idx="13">
                  <c:v>578000</c:v>
                </c:pt>
                <c:pt idx="14">
                  <c:v>127000</c:v>
                </c:pt>
                <c:pt idx="15">
                  <c:v>88000</c:v>
                </c:pt>
                <c:pt idx="16">
                  <c:v>104000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35000</c:v>
                </c:pt>
                <c:pt idx="2">
                  <c:v>0</c:v>
                </c:pt>
                <c:pt idx="3">
                  <c:v>0</c:v>
                </c:pt>
                <c:pt idx="4">
                  <c:v>616000</c:v>
                </c:pt>
                <c:pt idx="5">
                  <c:v>2468000</c:v>
                </c:pt>
                <c:pt idx="6">
                  <c:v>4544000</c:v>
                </c:pt>
                <c:pt idx="7">
                  <c:v>10616000</c:v>
                </c:pt>
                <c:pt idx="8">
                  <c:v>7664000</c:v>
                </c:pt>
                <c:pt idx="9">
                  <c:v>2396000</c:v>
                </c:pt>
                <c:pt idx="10">
                  <c:v>101000</c:v>
                </c:pt>
                <c:pt idx="11">
                  <c:v>13808000</c:v>
                </c:pt>
                <c:pt idx="12">
                  <c:v>16915000</c:v>
                </c:pt>
                <c:pt idx="13">
                  <c:v>10786000</c:v>
                </c:pt>
                <c:pt idx="14">
                  <c:v>4768000</c:v>
                </c:pt>
                <c:pt idx="15">
                  <c:v>1446000</c:v>
                </c:pt>
                <c:pt idx="16">
                  <c:v>338000</c:v>
                </c:pt>
                <c:pt idx="17">
                  <c:v>324000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22.870999999999999</c:v>
                </c:pt>
                <c:pt idx="1">
                  <c:v>5.1520000000000001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51.267000000000003</c:v>
                </c:pt>
                <c:pt idx="1">
                  <c:v>29.731000000000002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3.1040000000000001</c:v>
                </c:pt>
                <c:pt idx="1">
                  <c:v>4.0279999999999996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24-448F-8C7D-0D59BF0308DC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24-448F-8C7D-0D59BF0308DC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24-448F-8C7D-0D59BF0308DC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924-448F-8C7D-0D59BF0308DC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924-448F-8C7D-0D59BF0308DC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924-448F-8C7D-0D59BF0308DC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924-448F-8C7D-0D59BF0308DC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924-448F-8C7D-0D59BF0308DC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924-448F-8C7D-0D59BF0308DC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C924-448F-8C7D-0D59BF0308DC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C924-448F-8C7D-0D59BF0308DC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C924-448F-8C7D-0D59BF0308DC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C924-448F-8C7D-0D59BF0308DC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C924-448F-8C7D-0D59BF0308DC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C924-448F-8C7D-0D59BF0308DC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C924-448F-8C7D-0D59BF0308DC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C924-448F-8C7D-0D59BF0308DC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C924-448F-8C7D-0D59BF0308DC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C924-448F-8C7D-0D59BF0308DC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C924-448F-8C7D-0D59BF0308DC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C924-448F-8C7D-0D59BF0308DC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C924-448F-8C7D-0D59BF0308DC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C924-448F-8C7D-0D59BF0308DC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C924-448F-8C7D-0D59BF0308DC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C924-448F-8C7D-0D59BF0308DC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C924-448F-8C7D-0D59BF0308DC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C924-448F-8C7D-0D59BF0308DC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C924-448F-8C7D-0D59BF0308DC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C924-448F-8C7D-0D59BF0308DC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</c:v>
                </c:pt>
                <c:pt idx="1">
                  <c:v>8.61</c:v>
                </c:pt>
                <c:pt idx="2">
                  <c:v>1.7</c:v>
                </c:pt>
                <c:pt idx="3">
                  <c:v>6.02</c:v>
                </c:pt>
                <c:pt idx="4">
                  <c:v>5.62</c:v>
                </c:pt>
                <c:pt idx="5">
                  <c:v>6.7</c:v>
                </c:pt>
                <c:pt idx="6">
                  <c:v>6.22</c:v>
                </c:pt>
                <c:pt idx="7">
                  <c:v>8.85</c:v>
                </c:pt>
                <c:pt idx="8">
                  <c:v>4.53</c:v>
                </c:pt>
                <c:pt idx="9">
                  <c:v>4.5999999999999996</c:v>
                </c:pt>
                <c:pt idx="10">
                  <c:v>2.93</c:v>
                </c:pt>
                <c:pt idx="11">
                  <c:v>3.63</c:v>
                </c:pt>
                <c:pt idx="12">
                  <c:v>5.34</c:v>
                </c:pt>
                <c:pt idx="13">
                  <c:v>11.73</c:v>
                </c:pt>
                <c:pt idx="14">
                  <c:v>10.42</c:v>
                </c:pt>
                <c:pt idx="15">
                  <c:v>12.81</c:v>
                </c:pt>
                <c:pt idx="16">
                  <c:v>3.74</c:v>
                </c:pt>
                <c:pt idx="17">
                  <c:v>12.94</c:v>
                </c:pt>
                <c:pt idx="18">
                  <c:v>13.16</c:v>
                </c:pt>
                <c:pt idx="19">
                  <c:v>8.27</c:v>
                </c:pt>
                <c:pt idx="20">
                  <c:v>3.68</c:v>
                </c:pt>
                <c:pt idx="21">
                  <c:v>4.38</c:v>
                </c:pt>
                <c:pt idx="22">
                  <c:v>5.16</c:v>
                </c:pt>
                <c:pt idx="23">
                  <c:v>1.8</c:v>
                </c:pt>
                <c:pt idx="24">
                  <c:v>4.46</c:v>
                </c:pt>
                <c:pt idx="25">
                  <c:v>7.45</c:v>
                </c:pt>
                <c:pt idx="26">
                  <c:v>13.69</c:v>
                </c:pt>
                <c:pt idx="27">
                  <c:v>12.46</c:v>
                </c:pt>
                <c:pt idx="28">
                  <c:v>11.24</c:v>
                </c:pt>
                <c:pt idx="29">
                  <c:v>7.88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C924-448F-8C7D-0D59BF0308DC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C924-448F-8C7D-0D59BF0308DC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C924-448F-8C7D-0D59BF0308DC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C924-448F-8C7D-0D59BF0308DC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C924-448F-8C7D-0D59BF0308DC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C924-448F-8C7D-0D59BF0308DC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C924-448F-8C7D-0D59BF0308DC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C924-448F-8C7D-0D59BF0308DC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C924-448F-8C7D-0D59BF0308DC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C924-448F-8C7D-0D59BF0308DC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C924-448F-8C7D-0D59BF0308DC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C924-448F-8C7D-0D59BF0308DC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C924-448F-8C7D-0D59BF0308DC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C924-448F-8C7D-0D59BF0308DC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C924-448F-8C7D-0D59BF0308DC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C924-448F-8C7D-0D59BF0308DC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C924-448F-8C7D-0D59BF0308DC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C924-448F-8C7D-0D59BF0308DC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C924-448F-8C7D-0D59BF0308DC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C924-448F-8C7D-0D59BF0308DC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C924-448F-8C7D-0D59BF0308DC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C924-448F-8C7D-0D59BF0308DC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C924-448F-8C7D-0D59BF0308DC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C924-448F-8C7D-0D59BF0308DC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C924-448F-8C7D-0D59BF0308DC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C924-448F-8C7D-0D59BF0308DC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C924-448F-8C7D-0D59BF0308DC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C924-448F-8C7D-0D59BF0308DC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C924-448F-8C7D-0D59BF0308DC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298</c:v>
                </c:pt>
                <c:pt idx="1">
                  <c:v>336</c:v>
                </c:pt>
                <c:pt idx="2">
                  <c:v>128</c:v>
                </c:pt>
                <c:pt idx="3">
                  <c:v>224</c:v>
                </c:pt>
                <c:pt idx="4">
                  <c:v>187</c:v>
                </c:pt>
                <c:pt idx="5">
                  <c:v>213</c:v>
                </c:pt>
                <c:pt idx="6">
                  <c:v>282</c:v>
                </c:pt>
                <c:pt idx="7">
                  <c:v>463</c:v>
                </c:pt>
                <c:pt idx="8">
                  <c:v>261</c:v>
                </c:pt>
                <c:pt idx="9">
                  <c:v>139</c:v>
                </c:pt>
                <c:pt idx="10">
                  <c:v>149</c:v>
                </c:pt>
                <c:pt idx="11">
                  <c:v>160</c:v>
                </c:pt>
                <c:pt idx="12">
                  <c:v>160</c:v>
                </c:pt>
                <c:pt idx="13">
                  <c:v>346</c:v>
                </c:pt>
                <c:pt idx="14">
                  <c:v>336</c:v>
                </c:pt>
                <c:pt idx="15">
                  <c:v>149</c:v>
                </c:pt>
                <c:pt idx="16">
                  <c:v>165</c:v>
                </c:pt>
                <c:pt idx="17">
                  <c:v>256</c:v>
                </c:pt>
                <c:pt idx="18">
                  <c:v>437</c:v>
                </c:pt>
                <c:pt idx="19">
                  <c:v>373</c:v>
                </c:pt>
                <c:pt idx="20">
                  <c:v>117</c:v>
                </c:pt>
                <c:pt idx="21">
                  <c:v>219</c:v>
                </c:pt>
                <c:pt idx="22">
                  <c:v>277</c:v>
                </c:pt>
                <c:pt idx="23">
                  <c:v>122</c:v>
                </c:pt>
                <c:pt idx="24">
                  <c:v>208</c:v>
                </c:pt>
                <c:pt idx="25">
                  <c:v>272</c:v>
                </c:pt>
                <c:pt idx="26">
                  <c:v>245</c:v>
                </c:pt>
                <c:pt idx="27">
                  <c:v>282</c:v>
                </c:pt>
                <c:pt idx="28">
                  <c:v>319</c:v>
                </c:pt>
                <c:pt idx="29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76.599999999999994</cx:pt>
          <cx:pt idx="1">38.600000000000001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0.69999999999999996</cx:pt>
          <cx:pt idx="1">0.29999999999999999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팔달구청인근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팔달구청인근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479,628명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7.8%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4일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(42,000명)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(2,278명)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116백만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66.5%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17.2%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617,757명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520,090명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15.8%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479,628명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22.4%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33.7%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10.7%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팔달구청인근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팔달구청인근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479,628명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7.8%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4일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(42,000명)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2,278명)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8.5%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44,240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5.9% ▼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9.4%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3.9%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(18.4%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4일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8.8%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29,977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28,382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32,635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8.9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118,499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326,207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3.9%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34,922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18.2%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81.6%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435,393명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11.1%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44,240명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46.0%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199,342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28,477명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479,628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29,977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192,271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27,467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팔달구청인근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116백만원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(4,007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17.2%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242원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10.2%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66.5%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76,825,000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(1,233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38,909,000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(2,754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62,307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(1,233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(77.7%)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(22.3%)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(51.5%)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(48.5%)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(17.4%)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(25.5%)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(24.2%)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(24.0%)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(4.8%)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30,693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29,084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23,307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(913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(306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(2,785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(66.1%)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(33.9%)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29,231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14,710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3,939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69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(33.5%)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94032860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9060166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6,408,714원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26,895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7,259,625원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28,988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8,425,286원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256건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32,966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104개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0.00347개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113개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0.00077개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0.00083개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0.00377개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0.00097개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0.00160개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5,130개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0.17113개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181개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0.00604개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0.00527개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0.00113개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389.8%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0.0081개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 (538대)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0.00112대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326.3%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0.0426대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2268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2025-11-04T03:48:34Z</dcterms:modified>
</cp:coreProperties>
</file>