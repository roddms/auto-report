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24.467500000000001</c:v>
                </c:pt>
                <c:pt idx="1">
                  <c:v>18.6267</c:v>
                </c:pt>
                <c:pt idx="2">
                  <c:v>25.107399999999998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-23.87</c:v>
                </c:pt>
                <c:pt idx="2">
                  <c:v>34.79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58.246000000000002</c:v>
                </c:pt>
                <c:pt idx="1">
                  <c:v>40.764000000000003</c:v>
                </c:pt>
                <c:pt idx="2">
                  <c:v>47.485999999999997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-30.01</c:v>
                </c:pt>
                <c:pt idx="2">
                  <c:v>16.489999999999998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211-47C8-B7B5-FC1F1FFC91AD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3.3041999999999998</c:v>
                </c:pt>
                <c:pt idx="1">
                  <c:v>4.1310000000000002</c:v>
                </c:pt>
                <c:pt idx="2">
                  <c:v>3.9756</c:v>
                </c:pt>
                <c:pt idx="3">
                  <c:v>5.2393999999999998</c:v>
                </c:pt>
                <c:pt idx="4">
                  <c:v>5.7423999999999999</c:v>
                </c:pt>
                <c:pt idx="5">
                  <c:v>2.7149999999999999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8492</c:v>
                </c:pt>
                <c:pt idx="1">
                  <c:v>8499</c:v>
                </c:pt>
                <c:pt idx="2">
                  <c:v>8733</c:v>
                </c:pt>
                <c:pt idx="3">
                  <c:v>8884</c:v>
                </c:pt>
                <c:pt idx="4">
                  <c:v>9073</c:v>
                </c:pt>
                <c:pt idx="5">
                  <c:v>9397</c:v>
                </c:pt>
                <c:pt idx="6">
                  <c:v>10157</c:v>
                </c:pt>
                <c:pt idx="7">
                  <c:v>11633</c:v>
                </c:pt>
                <c:pt idx="8">
                  <c:v>13574</c:v>
                </c:pt>
                <c:pt idx="9">
                  <c:v>15769</c:v>
                </c:pt>
                <c:pt idx="10">
                  <c:v>16494</c:v>
                </c:pt>
                <c:pt idx="11">
                  <c:v>14399</c:v>
                </c:pt>
                <c:pt idx="12">
                  <c:v>11831</c:v>
                </c:pt>
                <c:pt idx="13">
                  <c:v>11382</c:v>
                </c:pt>
                <c:pt idx="14">
                  <c:v>10761</c:v>
                </c:pt>
                <c:pt idx="15">
                  <c:v>10124</c:v>
                </c:pt>
                <c:pt idx="16">
                  <c:v>9604</c:v>
                </c:pt>
                <c:pt idx="17">
                  <c:v>8797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25.107399999999998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50F2BF4-BE91-4768-8953-0928D6CBE7B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99B69EB-39A8-4EBE-8BC1-497C6B44D07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12.8804</c:v>
                </c:pt>
                <c:pt idx="1">
                  <c:v>12.227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C48F850-F7BC-4B46-9BC5-3F1D1FBE5F0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EE505A7-E38E-42D8-94A3-7D7D34D4862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23.901</c:v>
                </c:pt>
                <c:pt idx="1">
                  <c:v>1.2064999999999999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945BBD4-368D-416E-B81A-1686E7F09A6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2EF56E7-5CAF-4C1E-BFAF-5CC2F1CB02F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CA6730-FB52-4C72-ACFE-8D20EA1AF1F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13.978199999999999</c:v>
                </c:pt>
                <c:pt idx="1">
                  <c:v>2.4615999999999998</c:v>
                </c:pt>
                <c:pt idx="2">
                  <c:v>8.6676000000000002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128804</c:v>
                </c:pt>
                <c:pt idx="1">
                  <c:v>122270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DD-4E69-8495-D300686A2107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33042</c:v>
                </c:pt>
                <c:pt idx="1">
                  <c:v>41310</c:v>
                </c:pt>
                <c:pt idx="2">
                  <c:v>39756</c:v>
                </c:pt>
                <c:pt idx="3">
                  <c:v>52394</c:v>
                </c:pt>
                <c:pt idx="4">
                  <c:v>57424</c:v>
                </c:pt>
                <c:pt idx="5">
                  <c:v>27150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14.43</c:v>
                </c:pt>
                <c:pt idx="1">
                  <c:v>41.28</c:v>
                </c:pt>
                <c:pt idx="2">
                  <c:v>24.71</c:v>
                </c:pt>
                <c:pt idx="3">
                  <c:v>26.24</c:v>
                </c:pt>
                <c:pt idx="4">
                  <c:v>51.79</c:v>
                </c:pt>
                <c:pt idx="5">
                  <c:v>60.3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25.107399999999998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0.84919999999999995</c:v>
                </c:pt>
                <c:pt idx="1">
                  <c:v>0.84989999999999999</c:v>
                </c:pt>
                <c:pt idx="2">
                  <c:v>0.87329999999999997</c:v>
                </c:pt>
                <c:pt idx="3">
                  <c:v>0.88839999999999997</c:v>
                </c:pt>
                <c:pt idx="4">
                  <c:v>0.9073</c:v>
                </c:pt>
                <c:pt idx="5">
                  <c:v>0.93969999999999998</c:v>
                </c:pt>
                <c:pt idx="6">
                  <c:v>1.0157</c:v>
                </c:pt>
                <c:pt idx="7">
                  <c:v>1.1633</c:v>
                </c:pt>
                <c:pt idx="8">
                  <c:v>1.3573999999999999</c:v>
                </c:pt>
                <c:pt idx="9">
                  <c:v>1.5769</c:v>
                </c:pt>
                <c:pt idx="10">
                  <c:v>1.6494</c:v>
                </c:pt>
                <c:pt idx="11">
                  <c:v>1.4399</c:v>
                </c:pt>
                <c:pt idx="12">
                  <c:v>1.1831</c:v>
                </c:pt>
                <c:pt idx="13">
                  <c:v>1.1382000000000001</c:v>
                </c:pt>
                <c:pt idx="14">
                  <c:v>1.0761000000000001</c:v>
                </c:pt>
                <c:pt idx="15">
                  <c:v>1.0124</c:v>
                </c:pt>
                <c:pt idx="16">
                  <c:v>0.96040000000000003</c:v>
                </c:pt>
                <c:pt idx="17">
                  <c:v>0.87970000000000004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1.3374299999999999</c:v>
                </c:pt>
                <c:pt idx="1">
                  <c:v>1.0902000000000001</c:v>
                </c:pt>
                <c:pt idx="2">
                  <c:v>1.3978200000000001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0.32902999999999999</c:v>
                </c:pt>
                <c:pt idx="1">
                  <c:v>0.17168</c:v>
                </c:pt>
                <c:pt idx="2">
                  <c:v>0.24615999999999999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0.78029000000000004</c:v>
                </c:pt>
                <c:pt idx="1">
                  <c:v>0.60077999999999998</c:v>
                </c:pt>
                <c:pt idx="2">
                  <c:v>0.86675999999999997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0.10854</c:v>
                </c:pt>
                <c:pt idx="1">
                  <c:v>0.10423</c:v>
                </c:pt>
                <c:pt idx="2">
                  <c:v>0.12064999999999999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2.3382100000000001</c:v>
                </c:pt>
                <c:pt idx="1">
                  <c:v>1.75844</c:v>
                </c:pt>
                <c:pt idx="2">
                  <c:v>2.3900999999999999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226366</c:v>
                </c:pt>
                <c:pt idx="1">
                  <c:v>238338</c:v>
                </c:pt>
                <c:pt idx="2">
                  <c:v>235541</c:v>
                </c:pt>
                <c:pt idx="3">
                  <c:v>234727</c:v>
                </c:pt>
                <c:pt idx="4">
                  <c:v>232949</c:v>
                </c:pt>
                <c:pt idx="5">
                  <c:v>237819</c:v>
                </c:pt>
                <c:pt idx="6">
                  <c:v>244232</c:v>
                </c:pt>
                <c:pt idx="7">
                  <c:v>251074</c:v>
                </c:pt>
                <c:pt idx="8">
                  <c:v>235091</c:v>
                </c:pt>
                <c:pt idx="9">
                  <c:v>233230</c:v>
                </c:pt>
                <c:pt idx="10">
                  <c:v>240242</c:v>
                </c:pt>
                <c:pt idx="11">
                  <c:v>245366</c:v>
                </c:pt>
                <c:pt idx="12">
                  <c:v>236952</c:v>
                </c:pt>
                <c:pt idx="13">
                  <c:v>238551</c:v>
                </c:pt>
                <c:pt idx="14">
                  <c:v>216911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F8180B5-DD2F-4AEC-9D5B-77372BDE9A1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28.981999999999999</c:v>
                </c:pt>
                <c:pt idx="1">
                  <c:v>18.503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13.853</c:v>
                </c:pt>
                <c:pt idx="1">
                  <c:v>12.368</c:v>
                </c:pt>
                <c:pt idx="2">
                  <c:v>10.907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16.835000000000001</c:v>
                </c:pt>
                <c:pt idx="1">
                  <c:v>29.373000000000001</c:v>
                </c:pt>
                <c:pt idx="2">
                  <c:v>1.2789999999999999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13.888</c:v>
                </c:pt>
                <c:pt idx="1">
                  <c:v>8.5069999999999997</c:v>
                </c:pt>
                <c:pt idx="2">
                  <c:v>7.944</c:v>
                </c:pt>
                <c:pt idx="3">
                  <c:v>4.742</c:v>
                </c:pt>
                <c:pt idx="4">
                  <c:v>4.5289999999999999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47.485999999999997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13.888</c:v>
                </c:pt>
                <c:pt idx="1">
                  <c:v>8.5069999999999997</c:v>
                </c:pt>
                <c:pt idx="2">
                  <c:v>7.944</c:v>
                </c:pt>
                <c:pt idx="3">
                  <c:v>4.742</c:v>
                </c:pt>
                <c:pt idx="4">
                  <c:v>4.5289999999999999</c:v>
                </c:pt>
                <c:pt idx="5">
                  <c:v>1.9770000000000001</c:v>
                </c:pt>
                <c:pt idx="6">
                  <c:v>1.54</c:v>
                </c:pt>
                <c:pt idx="7">
                  <c:v>1.385</c:v>
                </c:pt>
                <c:pt idx="8">
                  <c:v>1.1719999999999999</c:v>
                </c:pt>
                <c:pt idx="9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788</c:v>
                </c:pt>
                <c:pt idx="2">
                  <c:v>341</c:v>
                </c:pt>
                <c:pt idx="3">
                  <c:v>128</c:v>
                </c:pt>
                <c:pt idx="4">
                  <c:v>21</c:v>
                </c:pt>
                <c:pt idx="5">
                  <c:v>330</c:v>
                </c:pt>
                <c:pt idx="6">
                  <c:v>32</c:v>
                </c:pt>
                <c:pt idx="7">
                  <c:v>128</c:v>
                </c:pt>
                <c:pt idx="8">
                  <c:v>32</c:v>
                </c:pt>
                <c:pt idx="9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단란주점</c:v>
                </c:pt>
                <c:pt idx="1">
                  <c:v>주점</c:v>
                </c:pt>
                <c:pt idx="2">
                  <c:v>한식</c:v>
                </c:pt>
                <c:pt idx="3">
                  <c:v>중식</c:v>
                </c:pt>
                <c:pt idx="4">
                  <c:v>일식</c:v>
                </c:pt>
                <c:pt idx="5">
                  <c:v>종합식품</c:v>
                </c:pt>
                <c:pt idx="6">
                  <c:v>간이음식점</c:v>
                </c:pt>
                <c:pt idx="7">
                  <c:v>축산물</c:v>
                </c:pt>
                <c:pt idx="8">
                  <c:v>미용실</c:v>
                </c:pt>
                <c:pt idx="9">
                  <c:v>제과점,아이스크림점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21.566666666666666</c:v>
                </c:pt>
                <c:pt idx="1">
                  <c:v>4.8125</c:v>
                </c:pt>
                <c:pt idx="2">
                  <c:v>4.34</c:v>
                </c:pt>
                <c:pt idx="3">
                  <c:v>3.7046874999999999</c:v>
                </c:pt>
                <c:pt idx="4">
                  <c:v>3.6625000000000001</c:v>
                </c:pt>
                <c:pt idx="5">
                  <c:v>3.0476190476190474</c:v>
                </c:pt>
                <c:pt idx="6">
                  <c:v>2.3296187683284457</c:v>
                </c:pt>
                <c:pt idx="7">
                  <c:v>1.6592592592592592</c:v>
                </c:pt>
                <c:pt idx="8">
                  <c:v>1.1312500000000001</c:v>
                </c:pt>
                <c:pt idx="9">
                  <c:v>1.08203125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5.4550000000000001</c:v>
                </c:pt>
                <c:pt idx="1">
                  <c:v>6.7649999999999997</c:v>
                </c:pt>
                <c:pt idx="2">
                  <c:v>4.8879999999999999</c:v>
                </c:pt>
                <c:pt idx="3">
                  <c:v>3.7829999999999999</c:v>
                </c:pt>
                <c:pt idx="4">
                  <c:v>4.5289999999999999</c:v>
                </c:pt>
                <c:pt idx="5">
                  <c:v>0.79600000000000004</c:v>
                </c:pt>
                <c:pt idx="6">
                  <c:v>0.68899999999999995</c:v>
                </c:pt>
                <c:pt idx="7">
                  <c:v>0.41</c:v>
                </c:pt>
                <c:pt idx="8">
                  <c:v>0.879</c:v>
                </c:pt>
                <c:pt idx="9">
                  <c:v>0.313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8.4329999999999998</c:v>
                </c:pt>
                <c:pt idx="1">
                  <c:v>1.742</c:v>
                </c:pt>
                <c:pt idx="2">
                  <c:v>3.0550000000000002</c:v>
                </c:pt>
                <c:pt idx="3">
                  <c:v>0.95899999999999996</c:v>
                </c:pt>
                <c:pt idx="4">
                  <c:v>0</c:v>
                </c:pt>
                <c:pt idx="5">
                  <c:v>1.181</c:v>
                </c:pt>
                <c:pt idx="6">
                  <c:v>0.85099999999999998</c:v>
                </c:pt>
                <c:pt idx="7">
                  <c:v>0.97399999999999998</c:v>
                </c:pt>
                <c:pt idx="8">
                  <c:v>0.29299999999999998</c:v>
                </c:pt>
                <c:pt idx="9">
                  <c:v>0.32800000000000001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0.373</c:v>
                </c:pt>
                <c:pt idx="2">
                  <c:v>0</c:v>
                </c:pt>
                <c:pt idx="3">
                  <c:v>0</c:v>
                </c:pt>
                <c:pt idx="4">
                  <c:v>6.9000000000000006E-2</c:v>
                </c:pt>
                <c:pt idx="5">
                  <c:v>0.23699999999999999</c:v>
                </c:pt>
                <c:pt idx="6">
                  <c:v>5.2999999999999999E-2</c:v>
                </c:pt>
                <c:pt idx="7">
                  <c:v>0.218</c:v>
                </c:pt>
                <c:pt idx="8">
                  <c:v>0.30099999999999999</c:v>
                </c:pt>
                <c:pt idx="9">
                  <c:v>1.054</c:v>
                </c:pt>
                <c:pt idx="10">
                  <c:v>0.08</c:v>
                </c:pt>
                <c:pt idx="11">
                  <c:v>0.30099999999999999</c:v>
                </c:pt>
                <c:pt idx="12">
                  <c:v>3.1150000000000002</c:v>
                </c:pt>
                <c:pt idx="13">
                  <c:v>1.5029999999999999</c:v>
                </c:pt>
                <c:pt idx="14">
                  <c:v>1.5129999999999999</c:v>
                </c:pt>
                <c:pt idx="15">
                  <c:v>2.1920000000000002</c:v>
                </c:pt>
                <c:pt idx="16">
                  <c:v>0.49399999999999999</c:v>
                </c:pt>
                <c:pt idx="17">
                  <c:v>0.46200000000000002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0.503</c:v>
                </c:pt>
                <c:pt idx="5">
                  <c:v>0.495</c:v>
                </c:pt>
                <c:pt idx="6">
                  <c:v>0.38600000000000001</c:v>
                </c:pt>
                <c:pt idx="7">
                  <c:v>0.76500000000000001</c:v>
                </c:pt>
                <c:pt idx="8">
                  <c:v>0.501</c:v>
                </c:pt>
                <c:pt idx="9">
                  <c:v>0.61499999999999999</c:v>
                </c:pt>
                <c:pt idx="10">
                  <c:v>0.184</c:v>
                </c:pt>
                <c:pt idx="11">
                  <c:v>2.7E-2</c:v>
                </c:pt>
                <c:pt idx="12">
                  <c:v>1.2729999999999999</c:v>
                </c:pt>
                <c:pt idx="13">
                  <c:v>0.60699999999999998</c:v>
                </c:pt>
                <c:pt idx="14">
                  <c:v>0.78300000000000003</c:v>
                </c:pt>
                <c:pt idx="15">
                  <c:v>0.42099999999999999</c:v>
                </c:pt>
                <c:pt idx="16">
                  <c:v>0.48199999999999998</c:v>
                </c:pt>
                <c:pt idx="17">
                  <c:v>0.317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7.5999999999999998E-2</c:v>
                </c:pt>
                <c:pt idx="1">
                  <c:v>0.109</c:v>
                </c:pt>
                <c:pt idx="2">
                  <c:v>0</c:v>
                </c:pt>
                <c:pt idx="3">
                  <c:v>9.2999999999999999E-2</c:v>
                </c:pt>
                <c:pt idx="4">
                  <c:v>0.14499999999999999</c:v>
                </c:pt>
                <c:pt idx="5">
                  <c:v>0.04</c:v>
                </c:pt>
                <c:pt idx="6">
                  <c:v>0.20300000000000001</c:v>
                </c:pt>
                <c:pt idx="7">
                  <c:v>0.32900000000000001</c:v>
                </c:pt>
                <c:pt idx="8">
                  <c:v>0.38600000000000001</c:v>
                </c:pt>
                <c:pt idx="9">
                  <c:v>0.53</c:v>
                </c:pt>
                <c:pt idx="10">
                  <c:v>0.748</c:v>
                </c:pt>
                <c:pt idx="11">
                  <c:v>0.53200000000000003</c:v>
                </c:pt>
                <c:pt idx="12">
                  <c:v>0.67700000000000005</c:v>
                </c:pt>
                <c:pt idx="13">
                  <c:v>0.23300000000000001</c:v>
                </c:pt>
                <c:pt idx="14">
                  <c:v>0.28299999999999997</c:v>
                </c:pt>
                <c:pt idx="15">
                  <c:v>0.23699999999999999</c:v>
                </c:pt>
                <c:pt idx="16">
                  <c:v>0.14599999999999999</c:v>
                </c:pt>
                <c:pt idx="17">
                  <c:v>4.3999999999999997E-2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0.17</c:v>
                </c:pt>
                <c:pt idx="6">
                  <c:v>0.42599999999999999</c:v>
                </c:pt>
                <c:pt idx="7">
                  <c:v>0.437</c:v>
                </c:pt>
                <c:pt idx="8">
                  <c:v>0.107</c:v>
                </c:pt>
                <c:pt idx="9">
                  <c:v>0.21299999999999999</c:v>
                </c:pt>
                <c:pt idx="10">
                  <c:v>0.16</c:v>
                </c:pt>
                <c:pt idx="11">
                  <c:v>0.25600000000000001</c:v>
                </c:pt>
                <c:pt idx="12">
                  <c:v>0.442</c:v>
                </c:pt>
                <c:pt idx="13">
                  <c:v>0.54300000000000004</c:v>
                </c:pt>
                <c:pt idx="14">
                  <c:v>0</c:v>
                </c:pt>
                <c:pt idx="15">
                  <c:v>0.314</c:v>
                </c:pt>
                <c:pt idx="16">
                  <c:v>0.55400000000000005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8.9999999999999993E-3</c:v>
                </c:pt>
                <c:pt idx="3">
                  <c:v>3.7999999999999999E-2</c:v>
                </c:pt>
                <c:pt idx="4">
                  <c:v>0.16</c:v>
                </c:pt>
                <c:pt idx="5">
                  <c:v>0.14399999999999999</c:v>
                </c:pt>
                <c:pt idx="6">
                  <c:v>0.115</c:v>
                </c:pt>
                <c:pt idx="7">
                  <c:v>0.107</c:v>
                </c:pt>
                <c:pt idx="8">
                  <c:v>0.51</c:v>
                </c:pt>
                <c:pt idx="9">
                  <c:v>0.432</c:v>
                </c:pt>
                <c:pt idx="10">
                  <c:v>0.28799999999999998</c:v>
                </c:pt>
                <c:pt idx="11">
                  <c:v>2.9000000000000001E-2</c:v>
                </c:pt>
                <c:pt idx="12">
                  <c:v>5.0000000000000001E-3</c:v>
                </c:pt>
                <c:pt idx="13">
                  <c:v>4.2999999999999997E-2</c:v>
                </c:pt>
                <c:pt idx="14">
                  <c:v>4.8000000000000001E-2</c:v>
                </c:pt>
                <c:pt idx="15">
                  <c:v>0</c:v>
                </c:pt>
                <c:pt idx="16">
                  <c:v>4.9000000000000002E-2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76000</c:v>
                </c:pt>
                <c:pt idx="1">
                  <c:v>109000</c:v>
                </c:pt>
                <c:pt idx="2">
                  <c:v>0</c:v>
                </c:pt>
                <c:pt idx="3">
                  <c:v>93000</c:v>
                </c:pt>
                <c:pt idx="4">
                  <c:v>145000</c:v>
                </c:pt>
                <c:pt idx="5">
                  <c:v>40000</c:v>
                </c:pt>
                <c:pt idx="6">
                  <c:v>203000</c:v>
                </c:pt>
                <c:pt idx="7">
                  <c:v>329000</c:v>
                </c:pt>
                <c:pt idx="8">
                  <c:v>386000</c:v>
                </c:pt>
                <c:pt idx="9">
                  <c:v>530000</c:v>
                </c:pt>
                <c:pt idx="10">
                  <c:v>748000</c:v>
                </c:pt>
                <c:pt idx="11">
                  <c:v>532000</c:v>
                </c:pt>
                <c:pt idx="12">
                  <c:v>677000</c:v>
                </c:pt>
                <c:pt idx="13">
                  <c:v>233000</c:v>
                </c:pt>
                <c:pt idx="14">
                  <c:v>283000</c:v>
                </c:pt>
                <c:pt idx="15">
                  <c:v>237000</c:v>
                </c:pt>
                <c:pt idx="16">
                  <c:v>146000</c:v>
                </c:pt>
                <c:pt idx="17">
                  <c:v>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9000</c:v>
                </c:pt>
                <c:pt idx="3">
                  <c:v>38000</c:v>
                </c:pt>
                <c:pt idx="4">
                  <c:v>160000</c:v>
                </c:pt>
                <c:pt idx="5">
                  <c:v>144000</c:v>
                </c:pt>
                <c:pt idx="6">
                  <c:v>115000</c:v>
                </c:pt>
                <c:pt idx="7">
                  <c:v>107000</c:v>
                </c:pt>
                <c:pt idx="8">
                  <c:v>510000</c:v>
                </c:pt>
                <c:pt idx="9">
                  <c:v>432000</c:v>
                </c:pt>
                <c:pt idx="10">
                  <c:v>288000</c:v>
                </c:pt>
                <c:pt idx="11">
                  <c:v>29000</c:v>
                </c:pt>
                <c:pt idx="12">
                  <c:v>5000</c:v>
                </c:pt>
                <c:pt idx="13">
                  <c:v>43000</c:v>
                </c:pt>
                <c:pt idx="14">
                  <c:v>48000</c:v>
                </c:pt>
                <c:pt idx="15">
                  <c:v>0</c:v>
                </c:pt>
                <c:pt idx="16">
                  <c:v>49000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503000</c:v>
                </c:pt>
                <c:pt idx="5">
                  <c:v>495000</c:v>
                </c:pt>
                <c:pt idx="6">
                  <c:v>386000</c:v>
                </c:pt>
                <c:pt idx="7">
                  <c:v>765000</c:v>
                </c:pt>
                <c:pt idx="8">
                  <c:v>501000</c:v>
                </c:pt>
                <c:pt idx="9">
                  <c:v>615000</c:v>
                </c:pt>
                <c:pt idx="10">
                  <c:v>184000</c:v>
                </c:pt>
                <c:pt idx="11">
                  <c:v>27000</c:v>
                </c:pt>
                <c:pt idx="12">
                  <c:v>1273000</c:v>
                </c:pt>
                <c:pt idx="13">
                  <c:v>607000</c:v>
                </c:pt>
                <c:pt idx="14">
                  <c:v>783000</c:v>
                </c:pt>
                <c:pt idx="15">
                  <c:v>421000</c:v>
                </c:pt>
                <c:pt idx="16">
                  <c:v>482000</c:v>
                </c:pt>
                <c:pt idx="17">
                  <c:v>317000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373000</c:v>
                </c:pt>
                <c:pt idx="2">
                  <c:v>0</c:v>
                </c:pt>
                <c:pt idx="3">
                  <c:v>0</c:v>
                </c:pt>
                <c:pt idx="4">
                  <c:v>69000</c:v>
                </c:pt>
                <c:pt idx="5">
                  <c:v>237000</c:v>
                </c:pt>
                <c:pt idx="6">
                  <c:v>53000</c:v>
                </c:pt>
                <c:pt idx="7">
                  <c:v>218000</c:v>
                </c:pt>
                <c:pt idx="8">
                  <c:v>301000</c:v>
                </c:pt>
                <c:pt idx="9">
                  <c:v>1054000</c:v>
                </c:pt>
                <c:pt idx="10">
                  <c:v>80000</c:v>
                </c:pt>
                <c:pt idx="11">
                  <c:v>301000</c:v>
                </c:pt>
                <c:pt idx="12">
                  <c:v>3115000</c:v>
                </c:pt>
                <c:pt idx="13">
                  <c:v>1503000</c:v>
                </c:pt>
                <c:pt idx="14">
                  <c:v>1513000</c:v>
                </c:pt>
                <c:pt idx="15">
                  <c:v>2192000</c:v>
                </c:pt>
                <c:pt idx="16">
                  <c:v>494000</c:v>
                </c:pt>
                <c:pt idx="17">
                  <c:v>462000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9000</c:v>
                </c:pt>
                <c:pt idx="3">
                  <c:v>38000</c:v>
                </c:pt>
                <c:pt idx="4">
                  <c:v>160000</c:v>
                </c:pt>
                <c:pt idx="5">
                  <c:v>144000</c:v>
                </c:pt>
                <c:pt idx="6">
                  <c:v>115000</c:v>
                </c:pt>
                <c:pt idx="7">
                  <c:v>107000</c:v>
                </c:pt>
                <c:pt idx="8">
                  <c:v>510000</c:v>
                </c:pt>
                <c:pt idx="9">
                  <c:v>432000</c:v>
                </c:pt>
                <c:pt idx="10">
                  <c:v>288000</c:v>
                </c:pt>
                <c:pt idx="11">
                  <c:v>29000</c:v>
                </c:pt>
                <c:pt idx="12">
                  <c:v>5000</c:v>
                </c:pt>
                <c:pt idx="13">
                  <c:v>43000</c:v>
                </c:pt>
                <c:pt idx="14">
                  <c:v>48000</c:v>
                </c:pt>
                <c:pt idx="15">
                  <c:v>0</c:v>
                </c:pt>
                <c:pt idx="16">
                  <c:v>49000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5.0629999999999997</c:v>
                </c:pt>
                <c:pt idx="1">
                  <c:v>3.2450000000000001</c:v>
                </c:pt>
                <c:pt idx="2">
                  <c:v>1.75</c:v>
                </c:pt>
                <c:pt idx="3">
                  <c:v>2.504</c:v>
                </c:pt>
                <c:pt idx="4">
                  <c:v>0</c:v>
                </c:pt>
                <c:pt idx="5">
                  <c:v>1.0469999999999999</c:v>
                </c:pt>
                <c:pt idx="6">
                  <c:v>0.41199999999999998</c:v>
                </c:pt>
                <c:pt idx="7">
                  <c:v>0.81100000000000005</c:v>
                </c:pt>
                <c:pt idx="8">
                  <c:v>0.71899999999999997</c:v>
                </c:pt>
                <c:pt idx="9">
                  <c:v>0.435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8.0630000000000006</c:v>
                </c:pt>
                <c:pt idx="1">
                  <c:v>5.0599999999999996</c:v>
                </c:pt>
                <c:pt idx="2">
                  <c:v>6.09</c:v>
                </c:pt>
                <c:pt idx="3">
                  <c:v>2.0779999999999998</c:v>
                </c:pt>
                <c:pt idx="4">
                  <c:v>4.5289999999999999</c:v>
                </c:pt>
                <c:pt idx="5">
                  <c:v>0.88</c:v>
                </c:pt>
                <c:pt idx="6">
                  <c:v>1.1279999999999999</c:v>
                </c:pt>
                <c:pt idx="7">
                  <c:v>0.57399999999999995</c:v>
                </c:pt>
                <c:pt idx="8">
                  <c:v>0.45300000000000001</c:v>
                </c:pt>
                <c:pt idx="9">
                  <c:v>0.20499999999999999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편의점</c:v>
                </c:pt>
                <c:pt idx="2">
                  <c:v>간이음식점</c:v>
                </c:pt>
                <c:pt idx="3">
                  <c:v>중식</c:v>
                </c:pt>
                <c:pt idx="4">
                  <c:v>단란주점</c:v>
                </c:pt>
                <c:pt idx="5">
                  <c:v>음료</c:v>
                </c:pt>
                <c:pt idx="6">
                  <c:v>주점</c:v>
                </c:pt>
                <c:pt idx="7">
                  <c:v>제과점,아이스크림점</c:v>
                </c:pt>
                <c:pt idx="8">
                  <c:v>일식</c:v>
                </c:pt>
                <c:pt idx="9">
                  <c:v>종합식품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0.76200000000000001</c:v>
                </c:pt>
                <c:pt idx="1">
                  <c:v>0.20200000000000001</c:v>
                </c:pt>
                <c:pt idx="2">
                  <c:v>0.104</c:v>
                </c:pt>
                <c:pt idx="3">
                  <c:v>0.16</c:v>
                </c:pt>
                <c:pt idx="4">
                  <c:v>0</c:v>
                </c:pt>
                <c:pt idx="5">
                  <c:v>5.0999999999999997E-2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54D-4F7B-B1E2-FDE9D733C15E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54D-4F7B-B1E2-FDE9D733C15E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54D-4F7B-B1E2-FDE9D733C15E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54D-4F7B-B1E2-FDE9D733C15E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54D-4F7B-B1E2-FDE9D733C15E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54D-4F7B-B1E2-FDE9D733C15E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54D-4F7B-B1E2-FDE9D733C15E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54D-4F7B-B1E2-FDE9D733C15E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54D-4F7B-B1E2-FDE9D733C15E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54D-4F7B-B1E2-FDE9D733C15E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54D-4F7B-B1E2-FDE9D733C15E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054D-4F7B-B1E2-FDE9D733C15E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054D-4F7B-B1E2-FDE9D733C15E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054D-4F7B-B1E2-FDE9D733C15E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41.01</c:v>
                </c:pt>
                <c:pt idx="1">
                  <c:v>28.48</c:v>
                </c:pt>
                <c:pt idx="2">
                  <c:v>37.9</c:v>
                </c:pt>
                <c:pt idx="3">
                  <c:v>24.84</c:v>
                </c:pt>
                <c:pt idx="4">
                  <c:v>45.77</c:v>
                </c:pt>
                <c:pt idx="5">
                  <c:v>43.5</c:v>
                </c:pt>
                <c:pt idx="6">
                  <c:v>76.040000000000006</c:v>
                </c:pt>
                <c:pt idx="7">
                  <c:v>47.49</c:v>
                </c:pt>
                <c:pt idx="8">
                  <c:v>37.79</c:v>
                </c:pt>
                <c:pt idx="9">
                  <c:v>41.41</c:v>
                </c:pt>
                <c:pt idx="10">
                  <c:v>54.74</c:v>
                </c:pt>
                <c:pt idx="11">
                  <c:v>71.8</c:v>
                </c:pt>
                <c:pt idx="12">
                  <c:v>68.61</c:v>
                </c:pt>
                <c:pt idx="13">
                  <c:v>68.680000000000007</c:v>
                </c:pt>
                <c:pt idx="14">
                  <c:v>45.34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054D-4F7B-B1E2-FDE9D733C15E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054D-4F7B-B1E2-FDE9D733C15E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054D-4F7B-B1E2-FDE9D733C15E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054D-4F7B-B1E2-FDE9D733C15E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054D-4F7B-B1E2-FDE9D733C15E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054D-4F7B-B1E2-FDE9D733C15E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054D-4F7B-B1E2-FDE9D733C15E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054D-4F7B-B1E2-FDE9D733C15E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054D-4F7B-B1E2-FDE9D733C15E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054D-4F7B-B1E2-FDE9D733C15E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054D-4F7B-B1E2-FDE9D733C15E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054D-4F7B-B1E2-FDE9D733C15E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054D-4F7B-B1E2-FDE9D733C15E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054D-4F7B-B1E2-FDE9D733C15E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1874</c:v>
                </c:pt>
                <c:pt idx="1">
                  <c:v>1555</c:v>
                </c:pt>
                <c:pt idx="2">
                  <c:v>1544</c:v>
                </c:pt>
                <c:pt idx="3">
                  <c:v>1204</c:v>
                </c:pt>
                <c:pt idx="4">
                  <c:v>1716</c:v>
                </c:pt>
                <c:pt idx="5">
                  <c:v>2106</c:v>
                </c:pt>
                <c:pt idx="6">
                  <c:v>2777</c:v>
                </c:pt>
                <c:pt idx="7">
                  <c:v>2237</c:v>
                </c:pt>
                <c:pt idx="8">
                  <c:v>1793</c:v>
                </c:pt>
                <c:pt idx="9">
                  <c:v>1744</c:v>
                </c:pt>
                <c:pt idx="10">
                  <c:v>1512</c:v>
                </c:pt>
                <c:pt idx="11">
                  <c:v>2169</c:v>
                </c:pt>
                <c:pt idx="12">
                  <c:v>2488</c:v>
                </c:pt>
                <c:pt idx="13">
                  <c:v>2674</c:v>
                </c:pt>
                <c:pt idx="14">
                  <c:v>1455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편의점</cx:pt>
          <cx:pt idx="2">간이음식점</cx:pt>
          <cx:pt idx="3">중식</cx:pt>
          <cx:pt idx="4">단란주점</cx:pt>
          <cx:pt idx="5">음료</cx:pt>
          <cx:pt idx="6">주점</cx:pt>
          <cx:pt idx="7">제과점,아이스크림점</cx:pt>
          <cx:pt idx="8">일식</cx:pt>
          <cx:pt idx="9">축산물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12.4</cx:pt>
          <cx:pt idx="1">8.0999999999999996</cx:pt>
          <cx:pt idx="2">7.9000000000000004</cx:pt>
          <cx:pt idx="3">4.5999999999999996</cx:pt>
          <cx:pt idx="4">4.5</cx:pt>
          <cx:pt idx="5">1.8999999999999999</cx:pt>
          <cx:pt idx="6">1.5</cx:pt>
          <cx:pt idx="7">1.3999999999999999</cx:pt>
          <cx:pt idx="8">1.2</cx:pt>
          <cx:pt idx="9">0.40000000000000002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종합식품</cx:pt>
          <cx:pt idx="2">편의점</cx:pt>
          <cx:pt idx="3">중식</cx:pt>
          <cx:pt idx="4">간이음식점</cx:pt>
          <cx:pt idx="5">음료</cx:pt>
          <cx:pt idx="6">일식</cx:pt>
          <cx:pt idx="7">주점</cx:pt>
          <cx:pt idx="8">노래방</cx:pt>
          <cx:pt idx="9">당구장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1.5</cx:pt>
          <cx:pt idx="1">0.5</cx:pt>
          <cx:pt idx="2">0.40000000000000002</cx:pt>
          <cx:pt idx="3">0.20000000000000001</cx:pt>
          <cx:pt idx="4">0.10000000000000001</cx:pt>
          <cx:pt idx="5">0.10000000000000001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종합_장안문 구간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종합_장안문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251,074명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34.8%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(251,074명)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(16,494명)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16.5%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244,675명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186,267명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23.9%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251,074명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30.0%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18.5%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종합_장안문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종합_장안문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251,074명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34.8%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(251,074명)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16,494명)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12,065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31.2%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38.8%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(14.4%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(60.3%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251,074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251,074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139,782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28.2%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86,676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44.3%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24,616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43.4%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90.4%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239,010명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35.9%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12,065명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15.8%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1,649,972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235,710명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251,074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251,074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1,646,343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235,192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종합_장안문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(2,237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16.5%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189원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13.6%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29.2%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11,965,000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(271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4,811,000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(678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단란주점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319,600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(18.8%)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(16.9%)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(45.6%)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(16.5%)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(9.4%)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(2.5%)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(23.0%)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(29.2%)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(26.0%)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제과점,아이스크림점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제과점,아이스크림점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17,284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24,076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31,195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(974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(1,220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(55.0%)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(18.7%)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20,974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26,123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2,132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106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(27.6%)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(17.6%)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21689094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78333168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42,504,000원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1,825건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23,288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47,486,000원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2,237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21,228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55,481,143원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1,976건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28,071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101개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0.00040개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6,701개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0.02669개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0.00076개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214개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0.00085개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0.00005개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52.2%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 (803대)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0.00320대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62.3%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0.0162대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2294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2025-11-04T03:24:37Z</dcterms:modified>
</cp:coreProperties>
</file>