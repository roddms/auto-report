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34998.710299999999</c:v>
                </c:pt>
                <c:pt idx="1">
                  <c:v>35828.82</c:v>
                </c:pt>
                <c:pt idx="2">
                  <c:v>35385.1247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2.37</c:v>
                </c:pt>
                <c:pt idx="2">
                  <c:v>-1.24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268043.516</c:v>
                </c:pt>
                <c:pt idx="1">
                  <c:v>313879.212</c:v>
                </c:pt>
                <c:pt idx="2">
                  <c:v>301016.19500000001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17.100000000000001</c:v>
                </c:pt>
                <c:pt idx="2">
                  <c:v>-4.0999999999999996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4D-41AF-AD83-87D41933D731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5977.8833000000004</c:v>
                </c:pt>
                <c:pt idx="1">
                  <c:v>6938.8761000000004</c:v>
                </c:pt>
                <c:pt idx="2">
                  <c:v>6556.8136000000004</c:v>
                </c:pt>
                <c:pt idx="3">
                  <c:v>7263.1763000000001</c:v>
                </c:pt>
                <c:pt idx="4">
                  <c:v>5927.0995000000003</c:v>
                </c:pt>
                <c:pt idx="5">
                  <c:v>2721.2759999999998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928123.125</c:v>
                </c:pt>
                <c:pt idx="1">
                  <c:v>919419.4375</c:v>
                </c:pt>
                <c:pt idx="2">
                  <c:v>917380.875</c:v>
                </c:pt>
                <c:pt idx="3">
                  <c:v>908043.6875</c:v>
                </c:pt>
                <c:pt idx="4">
                  <c:v>900845.25</c:v>
                </c:pt>
                <c:pt idx="5">
                  <c:v>898994.9375</c:v>
                </c:pt>
                <c:pt idx="6">
                  <c:v>902869.3125</c:v>
                </c:pt>
                <c:pt idx="7">
                  <c:v>905118.4375</c:v>
                </c:pt>
                <c:pt idx="8">
                  <c:v>905158.4375</c:v>
                </c:pt>
                <c:pt idx="9">
                  <c:v>908861.375</c:v>
                </c:pt>
                <c:pt idx="10">
                  <c:v>915758.1875</c:v>
                </c:pt>
                <c:pt idx="11">
                  <c:v>927266.5</c:v>
                </c:pt>
                <c:pt idx="12">
                  <c:v>940459.75</c:v>
                </c:pt>
                <c:pt idx="13">
                  <c:v>947699.0625</c:v>
                </c:pt>
                <c:pt idx="14">
                  <c:v>950538.375</c:v>
                </c:pt>
                <c:pt idx="15">
                  <c:v>946065.75</c:v>
                </c:pt>
                <c:pt idx="16">
                  <c:v>938054.0625</c:v>
                </c:pt>
                <c:pt idx="17">
                  <c:v>901401.625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2277.1626999999999</c:v>
                </c:pt>
                <c:pt idx="1">
                  <c:v>2339.1423</c:v>
                </c:pt>
                <c:pt idx="2">
                  <c:v>2238.5052000000001</c:v>
                </c:pt>
                <c:pt idx="3">
                  <c:v>2223.1511</c:v>
                </c:pt>
                <c:pt idx="4">
                  <c:v>2257.6169</c:v>
                </c:pt>
                <c:pt idx="5">
                  <c:v>2263.7347</c:v>
                </c:pt>
                <c:pt idx="6">
                  <c:v>2264.1871999999998</c:v>
                </c:pt>
                <c:pt idx="7">
                  <c:v>2169.2727</c:v>
                </c:pt>
                <c:pt idx="8">
                  <c:v>2053.4468999999999</c:v>
                </c:pt>
                <c:pt idx="9">
                  <c:v>1962.7583999999999</c:v>
                </c:pt>
                <c:pt idx="10">
                  <c:v>2053.9337999999998</c:v>
                </c:pt>
                <c:pt idx="11">
                  <c:v>2131.3928000000001</c:v>
                </c:pt>
                <c:pt idx="12">
                  <c:v>2223.8155000000002</c:v>
                </c:pt>
                <c:pt idx="13">
                  <c:v>2250.3912999999998</c:v>
                </c:pt>
                <c:pt idx="14">
                  <c:v>2319.8337000000001</c:v>
                </c:pt>
                <c:pt idx="15">
                  <c:v>2356.7795000000001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6532135-7570-422C-A0A6-2EB951FF002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DF56CC3-A049-4034-9D22-5CDCEAD9A42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17687.164499999999</c:v>
                </c:pt>
                <c:pt idx="1">
                  <c:v>17697.960200000001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CBF15A6-7F0C-4BAE-80B2-E2CEB3CAE45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EA82D8F-E9FB-4365-ABB8-4C9E72B7BB0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33583.818599999999</c:v>
                </c:pt>
                <c:pt idx="1">
                  <c:v>1801.3063999999999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677E1E1-2F5A-4A16-84CD-BD176791CA0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9702E30-1C58-40EE-83BF-796D7FDD7A5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86F2819-C6C6-4A1D-99D6-8DC6879C8B0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23008.714199999999</c:v>
                </c:pt>
                <c:pt idx="1">
                  <c:v>2668.7148999999999</c:v>
                </c:pt>
                <c:pt idx="2">
                  <c:v>9707.6955999999991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176871645</c:v>
                </c:pt>
                <c:pt idx="1">
                  <c:v>176979602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96-48DA-BA3F-2B965A8C31EF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59778833</c:v>
                </c:pt>
                <c:pt idx="1">
                  <c:v>69388761</c:v>
                </c:pt>
                <c:pt idx="2">
                  <c:v>65568136</c:v>
                </c:pt>
                <c:pt idx="3">
                  <c:v>72631763</c:v>
                </c:pt>
                <c:pt idx="4">
                  <c:v>59270995</c:v>
                </c:pt>
                <c:pt idx="5">
                  <c:v>27212760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-6.85</c:v>
                </c:pt>
                <c:pt idx="1">
                  <c:v>-0.71</c:v>
                </c:pt>
                <c:pt idx="2">
                  <c:v>-5.5</c:v>
                </c:pt>
                <c:pt idx="3">
                  <c:v>-1.69</c:v>
                </c:pt>
                <c:pt idx="4">
                  <c:v>5.07</c:v>
                </c:pt>
                <c:pt idx="5">
                  <c:v>10.82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2277.1626999999999</c:v>
                </c:pt>
                <c:pt idx="1">
                  <c:v>2339.1423</c:v>
                </c:pt>
                <c:pt idx="2">
                  <c:v>2238.5052000000001</c:v>
                </c:pt>
                <c:pt idx="3">
                  <c:v>2223.1511</c:v>
                </c:pt>
                <c:pt idx="4">
                  <c:v>2257.6169</c:v>
                </c:pt>
                <c:pt idx="5">
                  <c:v>2263.7347</c:v>
                </c:pt>
                <c:pt idx="6">
                  <c:v>2264.1871999999998</c:v>
                </c:pt>
                <c:pt idx="7">
                  <c:v>2169.2727</c:v>
                </c:pt>
                <c:pt idx="8">
                  <c:v>2053.4468999999999</c:v>
                </c:pt>
                <c:pt idx="9">
                  <c:v>1962.7583999999999</c:v>
                </c:pt>
                <c:pt idx="10">
                  <c:v>2053.9337999999998</c:v>
                </c:pt>
                <c:pt idx="11">
                  <c:v>2131.3928000000001</c:v>
                </c:pt>
                <c:pt idx="12">
                  <c:v>2223.8155000000002</c:v>
                </c:pt>
                <c:pt idx="13">
                  <c:v>2250.3912999999998</c:v>
                </c:pt>
                <c:pt idx="14">
                  <c:v>2319.8337000000001</c:v>
                </c:pt>
                <c:pt idx="15">
                  <c:v>2356.7795000000001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92.257769999999994</c:v>
                </c:pt>
                <c:pt idx="1">
                  <c:v>91.019760000000005</c:v>
                </c:pt>
                <c:pt idx="2">
                  <c:v>90.471469999999997</c:v>
                </c:pt>
                <c:pt idx="3">
                  <c:v>89.078630000000004</c:v>
                </c:pt>
                <c:pt idx="4">
                  <c:v>88.10069</c:v>
                </c:pt>
                <c:pt idx="5">
                  <c:v>87.929450000000003</c:v>
                </c:pt>
                <c:pt idx="6">
                  <c:v>88.181560000000005</c:v>
                </c:pt>
                <c:pt idx="7">
                  <c:v>88.478409999999997</c:v>
                </c:pt>
                <c:pt idx="8">
                  <c:v>88.60378</c:v>
                </c:pt>
                <c:pt idx="9">
                  <c:v>89.09469</c:v>
                </c:pt>
                <c:pt idx="10">
                  <c:v>89.980350000000001</c:v>
                </c:pt>
                <c:pt idx="11">
                  <c:v>91.425690000000003</c:v>
                </c:pt>
                <c:pt idx="12">
                  <c:v>93.090810000000005</c:v>
                </c:pt>
                <c:pt idx="13">
                  <c:v>94.180930000000004</c:v>
                </c:pt>
                <c:pt idx="14">
                  <c:v>94.830349999999996</c:v>
                </c:pt>
                <c:pt idx="15">
                  <c:v>94.594489999999993</c:v>
                </c:pt>
                <c:pt idx="16">
                  <c:v>93.842250000000007</c:v>
                </c:pt>
                <c:pt idx="17">
                  <c:v>90.068719999999999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93.736549999999994</c:v>
                </c:pt>
                <c:pt idx="1">
                  <c:v>93.478916666666663</c:v>
                </c:pt>
                <c:pt idx="2">
                  <c:v>93.84911666666666</c:v>
                </c:pt>
                <c:pt idx="3">
                  <c:v>93.680599999999998</c:v>
                </c:pt>
                <c:pt idx="4">
                  <c:v>93.390916666666669</c:v>
                </c:pt>
                <c:pt idx="5">
                  <c:v>93.182900000000004</c:v>
                </c:pt>
                <c:pt idx="6">
                  <c:v>93.795883333333336</c:v>
                </c:pt>
                <c:pt idx="7">
                  <c:v>93.900899999999993</c:v>
                </c:pt>
                <c:pt idx="8">
                  <c:v>93.702616666666671</c:v>
                </c:pt>
                <c:pt idx="9">
                  <c:v>93.871883333333329</c:v>
                </c:pt>
                <c:pt idx="10">
                  <c:v>94.234933333333331</c:v>
                </c:pt>
                <c:pt idx="11">
                  <c:v>94.89491666666666</c:v>
                </c:pt>
                <c:pt idx="12">
                  <c:v>95.637916666666669</c:v>
                </c:pt>
                <c:pt idx="13">
                  <c:v>95.751533333333327</c:v>
                </c:pt>
                <c:pt idx="14">
                  <c:v>95.426316666666665</c:v>
                </c:pt>
                <c:pt idx="15">
                  <c:v>94.626716666666667</c:v>
                </c:pt>
                <c:pt idx="16">
                  <c:v>93.744</c:v>
                </c:pt>
                <c:pt idx="17">
                  <c:v>90.259233333333327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2314.4659499999998</c:v>
                </c:pt>
                <c:pt idx="1">
                  <c:v>2396.4200599999999</c:v>
                </c:pt>
                <c:pt idx="2">
                  <c:v>2300.8714199999999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284.73863</c:v>
                </c:pt>
                <c:pt idx="1">
                  <c:v>285.50132000000002</c:v>
                </c:pt>
                <c:pt idx="2">
                  <c:v>266.87148999999999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900.66641000000004</c:v>
                </c:pt>
                <c:pt idx="1">
                  <c:v>900.96059000000002</c:v>
                </c:pt>
                <c:pt idx="2">
                  <c:v>970.76955999999996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157.58052000000001</c:v>
                </c:pt>
                <c:pt idx="1">
                  <c:v>164.95732000000001</c:v>
                </c:pt>
                <c:pt idx="2">
                  <c:v>180.13064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3342.2904899999999</c:v>
                </c:pt>
                <c:pt idx="1">
                  <c:v>3417.9246899999998</c:v>
                </c:pt>
                <c:pt idx="2">
                  <c:v>3358.38186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4F3C-444E-B030-D20F59CF8ED0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4F3C-444E-B030-D20F59CF8ED0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4F3C-444E-B030-D20F59CF8ED0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4F3C-444E-B030-D20F59CF8ED0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4F3C-444E-B030-D20F59CF8ED0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4F3C-444E-B030-D20F59CF8ED0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22997677</c:v>
                </c:pt>
                <c:pt idx="1">
                  <c:v>23239537</c:v>
                </c:pt>
                <c:pt idx="2">
                  <c:v>22505532</c:v>
                </c:pt>
                <c:pt idx="3">
                  <c:v>22466406</c:v>
                </c:pt>
                <c:pt idx="4">
                  <c:v>22580692</c:v>
                </c:pt>
                <c:pt idx="5">
                  <c:v>22380441</c:v>
                </c:pt>
                <c:pt idx="6">
                  <c:v>22385320</c:v>
                </c:pt>
                <c:pt idx="7">
                  <c:v>22771627</c:v>
                </c:pt>
                <c:pt idx="8">
                  <c:v>23391423</c:v>
                </c:pt>
                <c:pt idx="9">
                  <c:v>22385052</c:v>
                </c:pt>
                <c:pt idx="10">
                  <c:v>22231511</c:v>
                </c:pt>
                <c:pt idx="11">
                  <c:v>22576169</c:v>
                </c:pt>
                <c:pt idx="12">
                  <c:v>22637347</c:v>
                </c:pt>
                <c:pt idx="13">
                  <c:v>22641872</c:v>
                </c:pt>
                <c:pt idx="14">
                  <c:v>21692727</c:v>
                </c:pt>
                <c:pt idx="15">
                  <c:v>20534469</c:v>
                </c:pt>
                <c:pt idx="16">
                  <c:v>19627584</c:v>
                </c:pt>
                <c:pt idx="17">
                  <c:v>20539338</c:v>
                </c:pt>
                <c:pt idx="18">
                  <c:v>21313928</c:v>
                </c:pt>
                <c:pt idx="19">
                  <c:v>22238155</c:v>
                </c:pt>
                <c:pt idx="20">
                  <c:v>22503913</c:v>
                </c:pt>
                <c:pt idx="21">
                  <c:v>23198337</c:v>
                </c:pt>
                <c:pt idx="22">
                  <c:v>23567795</c:v>
                </c:pt>
                <c:pt idx="23">
                  <c:v>22705815</c:v>
                </c:pt>
                <c:pt idx="24">
                  <c:v>22661819</c:v>
                </c:pt>
                <c:pt idx="25">
                  <c:v>22456467</c:v>
                </c:pt>
                <c:pt idx="26">
                  <c:v>22466297</c:v>
                </c:pt>
                <c:pt idx="27">
                  <c:v>22595010</c:v>
                </c:pt>
                <c:pt idx="28">
                  <c:v>23391834</c:v>
                </c:pt>
                <c:pt idx="29">
                  <c:v>23519874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0EFA988-85EB-46C7-8AAE-6EC55104DAF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169139.57</c:v>
                </c:pt>
                <c:pt idx="1">
                  <c:v>131876.66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85536.885999999999</c:v>
                </c:pt>
                <c:pt idx="1">
                  <c:v>73646.281000000003</c:v>
                </c:pt>
                <c:pt idx="2">
                  <c:v>72140.184999999998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116352.004</c:v>
                </c:pt>
                <c:pt idx="1">
                  <c:v>14535.093000000001</c:v>
                </c:pt>
                <c:pt idx="2">
                  <c:v>170129.12599999999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50063.593999999997</c:v>
                </c:pt>
                <c:pt idx="1">
                  <c:v>44145.531000000003</c:v>
                </c:pt>
                <c:pt idx="2">
                  <c:v>38389.908000000003</c:v>
                </c:pt>
                <c:pt idx="3">
                  <c:v>15652.456</c:v>
                </c:pt>
                <c:pt idx="4">
                  <c:v>13095.252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26616.585999999999</c:v>
                </c:pt>
                <c:pt idx="1">
                  <c:v>17914.752</c:v>
                </c:pt>
                <c:pt idx="2">
                  <c:v>19356.314999999999</c:v>
                </c:pt>
                <c:pt idx="3">
                  <c:v>19934.163</c:v>
                </c:pt>
                <c:pt idx="4">
                  <c:v>19256.417000000001</c:v>
                </c:pt>
                <c:pt idx="5">
                  <c:v>21597.947</c:v>
                </c:pt>
                <c:pt idx="6">
                  <c:v>24685.022000000001</c:v>
                </c:pt>
                <c:pt idx="7">
                  <c:v>24338.639999999999</c:v>
                </c:pt>
                <c:pt idx="8">
                  <c:v>17073.883999999998</c:v>
                </c:pt>
                <c:pt idx="9">
                  <c:v>9361.2620000000006</c:v>
                </c:pt>
                <c:pt idx="10">
                  <c:v>14777.188</c:v>
                </c:pt>
                <c:pt idx="11">
                  <c:v>17044.152999999998</c:v>
                </c:pt>
                <c:pt idx="12">
                  <c:v>16636.455000000002</c:v>
                </c:pt>
                <c:pt idx="13">
                  <c:v>16632.296999999999</c:v>
                </c:pt>
                <c:pt idx="14">
                  <c:v>21144.653999999999</c:v>
                </c:pt>
                <c:pt idx="15">
                  <c:v>14646.46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  <c:pt idx="5">
                  <c:v>편의점</c:v>
                </c:pt>
                <c:pt idx="6">
                  <c:v>종합의류</c:v>
                </c:pt>
                <c:pt idx="7">
                  <c:v>양약국</c:v>
                </c:pt>
                <c:pt idx="8">
                  <c:v>음료</c:v>
                </c:pt>
                <c:pt idx="9">
                  <c:v>가전제품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50063.593999999997</c:v>
                </c:pt>
                <c:pt idx="1">
                  <c:v>44145.531000000003</c:v>
                </c:pt>
                <c:pt idx="2">
                  <c:v>38389.908000000003</c:v>
                </c:pt>
                <c:pt idx="3">
                  <c:v>15652.456</c:v>
                </c:pt>
                <c:pt idx="4">
                  <c:v>13095.252</c:v>
                </c:pt>
                <c:pt idx="5">
                  <c:v>12507.674000000001</c:v>
                </c:pt>
                <c:pt idx="6">
                  <c:v>10753.663</c:v>
                </c:pt>
                <c:pt idx="7">
                  <c:v>7188.1</c:v>
                </c:pt>
                <c:pt idx="8">
                  <c:v>7115.9049999999997</c:v>
                </c:pt>
                <c:pt idx="9">
                  <c:v>6414.6390000000001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  <c:pt idx="5">
                  <c:v>편의점</c:v>
                </c:pt>
                <c:pt idx="6">
                  <c:v>종합의류</c:v>
                </c:pt>
                <c:pt idx="7">
                  <c:v>양약국</c:v>
                </c:pt>
                <c:pt idx="8">
                  <c:v>음료</c:v>
                </c:pt>
                <c:pt idx="9">
                  <c:v>가전제품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869595</c:v>
                </c:pt>
                <c:pt idx="1">
                  <c:v>926221</c:v>
                </c:pt>
                <c:pt idx="2">
                  <c:v>532301</c:v>
                </c:pt>
                <c:pt idx="3">
                  <c:v>294081</c:v>
                </c:pt>
                <c:pt idx="4">
                  <c:v>562206</c:v>
                </c:pt>
                <c:pt idx="5">
                  <c:v>1542888</c:v>
                </c:pt>
                <c:pt idx="6">
                  <c:v>164196</c:v>
                </c:pt>
                <c:pt idx="7">
                  <c:v>364405</c:v>
                </c:pt>
                <c:pt idx="8">
                  <c:v>790138</c:v>
                </c:pt>
                <c:pt idx="9">
                  <c:v>14028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중고차</c:v>
                </c:pt>
                <c:pt idx="1">
                  <c:v>산후조리원</c:v>
                </c:pt>
                <c:pt idx="2">
                  <c:v>가구</c:v>
                </c:pt>
                <c:pt idx="3">
                  <c:v>보일러/펌프/기계</c:v>
                </c:pt>
                <c:pt idx="4">
                  <c:v>가례</c:v>
                </c:pt>
                <c:pt idx="5">
                  <c:v>귀금속/시계</c:v>
                </c:pt>
                <c:pt idx="6">
                  <c:v>바닥,벽지,창호</c:v>
                </c:pt>
                <c:pt idx="7">
                  <c:v>기타연료</c:v>
                </c:pt>
                <c:pt idx="8">
                  <c:v>냉열기</c:v>
                </c:pt>
                <c:pt idx="9">
                  <c:v>의료기기/용품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595.52761506276147</c:v>
                </c:pt>
                <c:pt idx="1">
                  <c:v>126.62063291139241</c:v>
                </c:pt>
                <c:pt idx="2">
                  <c:v>82.374063400576375</c:v>
                </c:pt>
                <c:pt idx="3">
                  <c:v>78.53125</c:v>
                </c:pt>
                <c:pt idx="4">
                  <c:v>73.302467556205443</c:v>
                </c:pt>
                <c:pt idx="5">
                  <c:v>56.34901960784314</c:v>
                </c:pt>
                <c:pt idx="6">
                  <c:v>56.154119850187264</c:v>
                </c:pt>
                <c:pt idx="7">
                  <c:v>55.53846153846154</c:v>
                </c:pt>
                <c:pt idx="8">
                  <c:v>49.831681415929204</c:v>
                </c:pt>
                <c:pt idx="9">
                  <c:v>46.647521116415717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  <c:pt idx="5">
                  <c:v>편의점</c:v>
                </c:pt>
                <c:pt idx="6">
                  <c:v>종합의류</c:v>
                </c:pt>
                <c:pt idx="7">
                  <c:v>양약국</c:v>
                </c:pt>
                <c:pt idx="8">
                  <c:v>음료</c:v>
                </c:pt>
                <c:pt idx="9">
                  <c:v>가전제품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24609.138999999999</c:v>
                </c:pt>
                <c:pt idx="1">
                  <c:v>29282.829000000002</c:v>
                </c:pt>
                <c:pt idx="2">
                  <c:v>18046.983</c:v>
                </c:pt>
                <c:pt idx="3">
                  <c:v>10956</c:v>
                </c:pt>
                <c:pt idx="4">
                  <c:v>6685.4250000000002</c:v>
                </c:pt>
                <c:pt idx="5">
                  <c:v>8539.4549999999999</c:v>
                </c:pt>
                <c:pt idx="6">
                  <c:v>5103.7730000000001</c:v>
                </c:pt>
                <c:pt idx="7">
                  <c:v>3857.5239999999999</c:v>
                </c:pt>
                <c:pt idx="8">
                  <c:v>3684.2370000000001</c:v>
                </c:pt>
                <c:pt idx="9">
                  <c:v>3343.9470000000001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  <c:pt idx="5">
                  <c:v>편의점</c:v>
                </c:pt>
                <c:pt idx="6">
                  <c:v>종합의류</c:v>
                </c:pt>
                <c:pt idx="7">
                  <c:v>양약국</c:v>
                </c:pt>
                <c:pt idx="8">
                  <c:v>음료</c:v>
                </c:pt>
                <c:pt idx="9">
                  <c:v>가전제품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25454.454000000002</c:v>
                </c:pt>
                <c:pt idx="1">
                  <c:v>14862.700999999999</c:v>
                </c:pt>
                <c:pt idx="2">
                  <c:v>20342.925999999999</c:v>
                </c:pt>
                <c:pt idx="3">
                  <c:v>4696.4549999999999</c:v>
                </c:pt>
                <c:pt idx="4">
                  <c:v>6409.8280000000004</c:v>
                </c:pt>
                <c:pt idx="5">
                  <c:v>3968.22</c:v>
                </c:pt>
                <c:pt idx="6">
                  <c:v>5649.89</c:v>
                </c:pt>
                <c:pt idx="7">
                  <c:v>3330.576</c:v>
                </c:pt>
                <c:pt idx="8">
                  <c:v>3431.6689999999999</c:v>
                </c:pt>
                <c:pt idx="9">
                  <c:v>3070.692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2.2440000000000002</c:v>
                </c:pt>
                <c:pt idx="1">
                  <c:v>36.11</c:v>
                </c:pt>
                <c:pt idx="2">
                  <c:v>93.146000000000001</c:v>
                </c:pt>
                <c:pt idx="3">
                  <c:v>416.04899999999998</c:v>
                </c:pt>
                <c:pt idx="4">
                  <c:v>2270.2809999999999</c:v>
                </c:pt>
                <c:pt idx="5">
                  <c:v>4004.0830000000001</c:v>
                </c:pt>
                <c:pt idx="6">
                  <c:v>3976.8739999999998</c:v>
                </c:pt>
                <c:pt idx="7">
                  <c:v>4176.1670000000004</c:v>
                </c:pt>
                <c:pt idx="8">
                  <c:v>4968.6719999999996</c:v>
                </c:pt>
                <c:pt idx="9">
                  <c:v>5237.3540000000003</c:v>
                </c:pt>
                <c:pt idx="10">
                  <c:v>5539.0810000000001</c:v>
                </c:pt>
                <c:pt idx="11">
                  <c:v>4995.924</c:v>
                </c:pt>
                <c:pt idx="12">
                  <c:v>4270.6379999999999</c:v>
                </c:pt>
                <c:pt idx="13">
                  <c:v>3645.7939999999999</c:v>
                </c:pt>
                <c:pt idx="14">
                  <c:v>3386.308</c:v>
                </c:pt>
                <c:pt idx="15">
                  <c:v>2205.973</c:v>
                </c:pt>
                <c:pt idx="16">
                  <c:v>810.78099999999995</c:v>
                </c:pt>
                <c:pt idx="17">
                  <c:v>23.53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75.596000000000004</c:v>
                </c:pt>
                <c:pt idx="1">
                  <c:v>87.872</c:v>
                </c:pt>
                <c:pt idx="2">
                  <c:v>131.99700000000001</c:v>
                </c:pt>
                <c:pt idx="3">
                  <c:v>246.38499999999999</c:v>
                </c:pt>
                <c:pt idx="4">
                  <c:v>479.36900000000003</c:v>
                </c:pt>
                <c:pt idx="5">
                  <c:v>1588.19</c:v>
                </c:pt>
                <c:pt idx="6">
                  <c:v>4255.768</c:v>
                </c:pt>
                <c:pt idx="7">
                  <c:v>3871.8980000000001</c:v>
                </c:pt>
                <c:pt idx="8">
                  <c:v>2759.7440000000001</c:v>
                </c:pt>
                <c:pt idx="9">
                  <c:v>1702.5250000000001</c:v>
                </c:pt>
                <c:pt idx="10">
                  <c:v>1463.3710000000001</c:v>
                </c:pt>
                <c:pt idx="11">
                  <c:v>2335.8110000000001</c:v>
                </c:pt>
                <c:pt idx="12">
                  <c:v>4711.7370000000001</c:v>
                </c:pt>
                <c:pt idx="13">
                  <c:v>6220.2740000000003</c:v>
                </c:pt>
                <c:pt idx="14">
                  <c:v>5901.41</c:v>
                </c:pt>
                <c:pt idx="15">
                  <c:v>3465.422</c:v>
                </c:pt>
                <c:pt idx="16">
                  <c:v>1848.9570000000001</c:v>
                </c:pt>
                <c:pt idx="17">
                  <c:v>1173.319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0.54700000000000004</c:v>
                </c:pt>
                <c:pt idx="2">
                  <c:v>10.961</c:v>
                </c:pt>
                <c:pt idx="3">
                  <c:v>25.45</c:v>
                </c:pt>
                <c:pt idx="4">
                  <c:v>768.36800000000005</c:v>
                </c:pt>
                <c:pt idx="5">
                  <c:v>2210.2350000000001</c:v>
                </c:pt>
                <c:pt idx="6">
                  <c:v>2984.1179999999999</c:v>
                </c:pt>
                <c:pt idx="7">
                  <c:v>3749.277</c:v>
                </c:pt>
                <c:pt idx="8">
                  <c:v>4232.16</c:v>
                </c:pt>
                <c:pt idx="9">
                  <c:v>4906.6180000000004</c:v>
                </c:pt>
                <c:pt idx="10">
                  <c:v>4697.1530000000002</c:v>
                </c:pt>
                <c:pt idx="11">
                  <c:v>4493.0969999999998</c:v>
                </c:pt>
                <c:pt idx="12">
                  <c:v>4038.924</c:v>
                </c:pt>
                <c:pt idx="13">
                  <c:v>3299.9810000000002</c:v>
                </c:pt>
                <c:pt idx="14">
                  <c:v>2049.0450000000001</c:v>
                </c:pt>
                <c:pt idx="15">
                  <c:v>871.44200000000001</c:v>
                </c:pt>
                <c:pt idx="16">
                  <c:v>51.451000000000001</c:v>
                </c:pt>
                <c:pt idx="17">
                  <c:v>0.54800000000000004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421.05</c:v>
                </c:pt>
                <c:pt idx="1">
                  <c:v>545.66399999999999</c:v>
                </c:pt>
                <c:pt idx="2">
                  <c:v>684.29700000000003</c:v>
                </c:pt>
                <c:pt idx="3">
                  <c:v>938.18799999999999</c:v>
                </c:pt>
                <c:pt idx="4">
                  <c:v>1052.683</c:v>
                </c:pt>
                <c:pt idx="5">
                  <c:v>1052.856</c:v>
                </c:pt>
                <c:pt idx="6">
                  <c:v>1065.9960000000001</c:v>
                </c:pt>
                <c:pt idx="7">
                  <c:v>1111.731</c:v>
                </c:pt>
                <c:pt idx="8">
                  <c:v>1151.4259999999999</c:v>
                </c:pt>
                <c:pt idx="9">
                  <c:v>1197.462</c:v>
                </c:pt>
                <c:pt idx="10">
                  <c:v>1114.473</c:v>
                </c:pt>
                <c:pt idx="11">
                  <c:v>1161.162</c:v>
                </c:pt>
                <c:pt idx="12">
                  <c:v>1008.592</c:v>
                </c:pt>
                <c:pt idx="13">
                  <c:v>825.99</c:v>
                </c:pt>
                <c:pt idx="14">
                  <c:v>724.05</c:v>
                </c:pt>
                <c:pt idx="15">
                  <c:v>569.74300000000005</c:v>
                </c:pt>
                <c:pt idx="16">
                  <c:v>343.54700000000003</c:v>
                </c:pt>
                <c:pt idx="17">
                  <c:v>152.14400000000001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51.454999999999998</c:v>
                </c:pt>
                <c:pt idx="1">
                  <c:v>134.29900000000001</c:v>
                </c:pt>
                <c:pt idx="2">
                  <c:v>241.16300000000001</c:v>
                </c:pt>
                <c:pt idx="3">
                  <c:v>521.37699999999995</c:v>
                </c:pt>
                <c:pt idx="4">
                  <c:v>906.58100000000002</c:v>
                </c:pt>
                <c:pt idx="5">
                  <c:v>1020.39</c:v>
                </c:pt>
                <c:pt idx="6">
                  <c:v>948.73400000000004</c:v>
                </c:pt>
                <c:pt idx="7">
                  <c:v>1002.817</c:v>
                </c:pt>
                <c:pt idx="8">
                  <c:v>1071.8810000000001</c:v>
                </c:pt>
                <c:pt idx="9">
                  <c:v>1208.922</c:v>
                </c:pt>
                <c:pt idx="10">
                  <c:v>1291.3710000000001</c:v>
                </c:pt>
                <c:pt idx="11">
                  <c:v>1270.7439999999999</c:v>
                </c:pt>
                <c:pt idx="12">
                  <c:v>1060.56</c:v>
                </c:pt>
                <c:pt idx="13">
                  <c:v>803.399</c:v>
                </c:pt>
                <c:pt idx="14">
                  <c:v>615.83900000000006</c:v>
                </c:pt>
                <c:pt idx="15">
                  <c:v>475.74299999999999</c:v>
                </c:pt>
                <c:pt idx="16">
                  <c:v>219.077</c:v>
                </c:pt>
                <c:pt idx="17">
                  <c:v>71.391999999999996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217197000</c:v>
                </c:pt>
                <c:pt idx="1">
                  <c:v>295907000</c:v>
                </c:pt>
                <c:pt idx="2">
                  <c:v>377043000</c:v>
                </c:pt>
                <c:pt idx="3">
                  <c:v>399710000</c:v>
                </c:pt>
                <c:pt idx="4">
                  <c:v>436913000</c:v>
                </c:pt>
                <c:pt idx="5">
                  <c:v>484819000</c:v>
                </c:pt>
                <c:pt idx="6">
                  <c:v>571429000</c:v>
                </c:pt>
                <c:pt idx="7">
                  <c:v>591300000</c:v>
                </c:pt>
                <c:pt idx="8">
                  <c:v>583654000</c:v>
                </c:pt>
                <c:pt idx="9">
                  <c:v>626037000</c:v>
                </c:pt>
                <c:pt idx="10">
                  <c:v>712816000</c:v>
                </c:pt>
                <c:pt idx="11">
                  <c:v>797250000</c:v>
                </c:pt>
                <c:pt idx="12">
                  <c:v>953399000</c:v>
                </c:pt>
                <c:pt idx="13">
                  <c:v>990184000</c:v>
                </c:pt>
                <c:pt idx="14">
                  <c:v>991755000</c:v>
                </c:pt>
                <c:pt idx="15">
                  <c:v>922416000</c:v>
                </c:pt>
                <c:pt idx="16">
                  <c:v>801768000</c:v>
                </c:pt>
                <c:pt idx="17">
                  <c:v>579807000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75596000</c:v>
                </c:pt>
                <c:pt idx="1">
                  <c:v>87872000</c:v>
                </c:pt>
                <c:pt idx="2">
                  <c:v>131997000</c:v>
                </c:pt>
                <c:pt idx="3">
                  <c:v>246385000</c:v>
                </c:pt>
                <c:pt idx="4">
                  <c:v>479369000</c:v>
                </c:pt>
                <c:pt idx="5">
                  <c:v>1588190000</c:v>
                </c:pt>
                <c:pt idx="6">
                  <c:v>4255768000</c:v>
                </c:pt>
                <c:pt idx="7">
                  <c:v>3871898000</c:v>
                </c:pt>
                <c:pt idx="8">
                  <c:v>2759744000</c:v>
                </c:pt>
                <c:pt idx="9">
                  <c:v>1702525000</c:v>
                </c:pt>
                <c:pt idx="10">
                  <c:v>1463371000</c:v>
                </c:pt>
                <c:pt idx="11">
                  <c:v>2335811000</c:v>
                </c:pt>
                <c:pt idx="12">
                  <c:v>4711737000</c:v>
                </c:pt>
                <c:pt idx="13">
                  <c:v>6220274000</c:v>
                </c:pt>
                <c:pt idx="14">
                  <c:v>5901410000</c:v>
                </c:pt>
                <c:pt idx="15">
                  <c:v>3465422000</c:v>
                </c:pt>
                <c:pt idx="16">
                  <c:v>1848957000</c:v>
                </c:pt>
                <c:pt idx="17">
                  <c:v>1173319000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2244000</c:v>
                </c:pt>
                <c:pt idx="1">
                  <c:v>36110000</c:v>
                </c:pt>
                <c:pt idx="2">
                  <c:v>93146000</c:v>
                </c:pt>
                <c:pt idx="3">
                  <c:v>416049000</c:v>
                </c:pt>
                <c:pt idx="4">
                  <c:v>2270281000</c:v>
                </c:pt>
                <c:pt idx="5">
                  <c:v>4004083000</c:v>
                </c:pt>
                <c:pt idx="6">
                  <c:v>3976874000</c:v>
                </c:pt>
                <c:pt idx="7">
                  <c:v>4176167000</c:v>
                </c:pt>
                <c:pt idx="8">
                  <c:v>4968672000</c:v>
                </c:pt>
                <c:pt idx="9">
                  <c:v>5237354000</c:v>
                </c:pt>
                <c:pt idx="10">
                  <c:v>5539081000</c:v>
                </c:pt>
                <c:pt idx="11">
                  <c:v>4995924000</c:v>
                </c:pt>
                <c:pt idx="12">
                  <c:v>4270638000</c:v>
                </c:pt>
                <c:pt idx="13">
                  <c:v>3645794000</c:v>
                </c:pt>
                <c:pt idx="14">
                  <c:v>3386308000</c:v>
                </c:pt>
                <c:pt idx="15">
                  <c:v>2205973000</c:v>
                </c:pt>
                <c:pt idx="16">
                  <c:v>810781000</c:v>
                </c:pt>
                <c:pt idx="17">
                  <c:v>23530000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4734000</c:v>
                </c:pt>
                <c:pt idx="1">
                  <c:v>37977000</c:v>
                </c:pt>
                <c:pt idx="2">
                  <c:v>169875000</c:v>
                </c:pt>
                <c:pt idx="3">
                  <c:v>338094000</c:v>
                </c:pt>
                <c:pt idx="4">
                  <c:v>414482000</c:v>
                </c:pt>
                <c:pt idx="5">
                  <c:v>558998000</c:v>
                </c:pt>
                <c:pt idx="6">
                  <c:v>997290000</c:v>
                </c:pt>
                <c:pt idx="7">
                  <c:v>857432000</c:v>
                </c:pt>
                <c:pt idx="8">
                  <c:v>866744000</c:v>
                </c:pt>
                <c:pt idx="9">
                  <c:v>745806000</c:v>
                </c:pt>
                <c:pt idx="10">
                  <c:v>551154000</c:v>
                </c:pt>
                <c:pt idx="11">
                  <c:v>426777000</c:v>
                </c:pt>
                <c:pt idx="12">
                  <c:v>344181000</c:v>
                </c:pt>
                <c:pt idx="13">
                  <c:v>303484000</c:v>
                </c:pt>
                <c:pt idx="14">
                  <c:v>240459000</c:v>
                </c:pt>
                <c:pt idx="15">
                  <c:v>153238000</c:v>
                </c:pt>
                <c:pt idx="16">
                  <c:v>48089000</c:v>
                </c:pt>
                <c:pt idx="17">
                  <c:v>23677000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51455000</c:v>
                </c:pt>
                <c:pt idx="1">
                  <c:v>134299000</c:v>
                </c:pt>
                <c:pt idx="2">
                  <c:v>241163000</c:v>
                </c:pt>
                <c:pt idx="3">
                  <c:v>521377000</c:v>
                </c:pt>
                <c:pt idx="4">
                  <c:v>906581000</c:v>
                </c:pt>
                <c:pt idx="5">
                  <c:v>1020390000</c:v>
                </c:pt>
                <c:pt idx="6">
                  <c:v>948734000</c:v>
                </c:pt>
                <c:pt idx="7">
                  <c:v>1002817000</c:v>
                </c:pt>
                <c:pt idx="8">
                  <c:v>1071881000</c:v>
                </c:pt>
                <c:pt idx="9">
                  <c:v>1208922000</c:v>
                </c:pt>
                <c:pt idx="10">
                  <c:v>1291371000</c:v>
                </c:pt>
                <c:pt idx="11">
                  <c:v>1270744000</c:v>
                </c:pt>
                <c:pt idx="12">
                  <c:v>1060560000</c:v>
                </c:pt>
                <c:pt idx="13">
                  <c:v>803399000</c:v>
                </c:pt>
                <c:pt idx="14">
                  <c:v>615839000</c:v>
                </c:pt>
                <c:pt idx="15">
                  <c:v>475743000</c:v>
                </c:pt>
                <c:pt idx="16">
                  <c:v>219077000</c:v>
                </c:pt>
                <c:pt idx="17">
                  <c:v>71392000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  <c:pt idx="5">
                  <c:v>편의점</c:v>
                </c:pt>
                <c:pt idx="6">
                  <c:v>종합의류</c:v>
                </c:pt>
                <c:pt idx="7">
                  <c:v>양약국</c:v>
                </c:pt>
                <c:pt idx="8">
                  <c:v>음료</c:v>
                </c:pt>
                <c:pt idx="9">
                  <c:v>가전제품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22117.417000000001</c:v>
                </c:pt>
                <c:pt idx="1">
                  <c:v>16397.662</c:v>
                </c:pt>
                <c:pt idx="2">
                  <c:v>6129.3209999999999</c:v>
                </c:pt>
                <c:pt idx="3">
                  <c:v>7298.1149999999998</c:v>
                </c:pt>
                <c:pt idx="4">
                  <c:v>9102.5349999999999</c:v>
                </c:pt>
                <c:pt idx="5">
                  <c:v>7327.8850000000002</c:v>
                </c:pt>
                <c:pt idx="6">
                  <c:v>2714.9789999999998</c:v>
                </c:pt>
                <c:pt idx="7">
                  <c:v>3233.6019999999999</c:v>
                </c:pt>
                <c:pt idx="8">
                  <c:v>2745.37</c:v>
                </c:pt>
                <c:pt idx="9">
                  <c:v>2109.1999999999998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  <c:pt idx="5">
                  <c:v>편의점</c:v>
                </c:pt>
                <c:pt idx="6">
                  <c:v>종합의류</c:v>
                </c:pt>
                <c:pt idx="7">
                  <c:v>양약국</c:v>
                </c:pt>
                <c:pt idx="8">
                  <c:v>음료</c:v>
                </c:pt>
                <c:pt idx="9">
                  <c:v>가전제품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26416.224999999999</c:v>
                </c:pt>
                <c:pt idx="1">
                  <c:v>25440.411</c:v>
                </c:pt>
                <c:pt idx="2">
                  <c:v>29009.580999999998</c:v>
                </c:pt>
                <c:pt idx="3">
                  <c:v>7935.3580000000002</c:v>
                </c:pt>
                <c:pt idx="4">
                  <c:v>3774.7109999999998</c:v>
                </c:pt>
                <c:pt idx="5">
                  <c:v>4579.2839999999997</c:v>
                </c:pt>
                <c:pt idx="6">
                  <c:v>7406.6390000000001</c:v>
                </c:pt>
                <c:pt idx="7">
                  <c:v>3751.1550000000002</c:v>
                </c:pt>
                <c:pt idx="8">
                  <c:v>4044.8690000000001</c:v>
                </c:pt>
                <c:pt idx="9">
                  <c:v>3847.5459999999998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대형마트/할인점</c:v>
                </c:pt>
                <c:pt idx="1">
                  <c:v>한식</c:v>
                </c:pt>
                <c:pt idx="2">
                  <c:v>백화점</c:v>
                </c:pt>
                <c:pt idx="3">
                  <c:v>주유소</c:v>
                </c:pt>
                <c:pt idx="4">
                  <c:v>마트</c:v>
                </c:pt>
                <c:pt idx="5">
                  <c:v>편의점</c:v>
                </c:pt>
                <c:pt idx="6">
                  <c:v>종합의류</c:v>
                </c:pt>
                <c:pt idx="7">
                  <c:v>양약국</c:v>
                </c:pt>
                <c:pt idx="8">
                  <c:v>음료</c:v>
                </c:pt>
                <c:pt idx="9">
                  <c:v>가전제품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1529.953</c:v>
                </c:pt>
                <c:pt idx="1">
                  <c:v>2307.4580000000001</c:v>
                </c:pt>
                <c:pt idx="2">
                  <c:v>3251.0079999999998</c:v>
                </c:pt>
                <c:pt idx="3">
                  <c:v>418.98200000000003</c:v>
                </c:pt>
                <c:pt idx="4">
                  <c:v>218.00800000000001</c:v>
                </c:pt>
                <c:pt idx="5">
                  <c:v>600.50699999999995</c:v>
                </c:pt>
                <c:pt idx="6">
                  <c:v>632.04300000000001</c:v>
                </c:pt>
                <c:pt idx="7">
                  <c:v>203.34100000000001</c:v>
                </c:pt>
                <c:pt idx="8">
                  <c:v>325.65899999999999</c:v>
                </c:pt>
                <c:pt idx="9">
                  <c:v>457.89600000000002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E97-4220-8D1F-F6F1ED3EF56F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E97-4220-8D1F-F6F1ED3EF56F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E97-4220-8D1F-F6F1ED3EF56F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E97-4220-8D1F-F6F1ED3EF56F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E97-4220-8D1F-F6F1ED3EF56F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E97-4220-8D1F-F6F1ED3EF56F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E97-4220-8D1F-F6F1ED3EF56F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E97-4220-8D1F-F6F1ED3EF56F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E97-4220-8D1F-F6F1ED3EF56F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9E97-4220-8D1F-F6F1ED3EF56F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9E97-4220-8D1F-F6F1ED3EF56F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9E97-4220-8D1F-F6F1ED3EF56F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9E97-4220-8D1F-F6F1ED3EF56F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9E97-4220-8D1F-F6F1ED3EF56F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9E97-4220-8D1F-F6F1ED3EF56F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9E97-4220-8D1F-F6F1ED3EF56F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9E97-4220-8D1F-F6F1ED3EF56F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9E97-4220-8D1F-F6F1ED3EF56F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9E97-4220-8D1F-F6F1ED3EF56F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9E97-4220-8D1F-F6F1ED3EF56F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9E97-4220-8D1F-F6F1ED3EF56F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9E97-4220-8D1F-F6F1ED3EF56F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9E97-4220-8D1F-F6F1ED3EF56F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9E97-4220-8D1F-F6F1ED3EF56F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9E97-4220-8D1F-F6F1ED3EF56F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9E97-4220-8D1F-F6F1ED3EF56F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9E97-4220-8D1F-F6F1ED3EF56F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9E97-4220-8D1F-F6F1ED3EF56F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9E97-4220-8D1F-F6F1ED3EF56F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25300.880000000001</c:v>
                </c:pt>
                <c:pt idx="1">
                  <c:v>21800.77</c:v>
                </c:pt>
                <c:pt idx="2">
                  <c:v>15831.25</c:v>
                </c:pt>
                <c:pt idx="3">
                  <c:v>17167.349999999999</c:v>
                </c:pt>
                <c:pt idx="4">
                  <c:v>16874.86</c:v>
                </c:pt>
                <c:pt idx="5">
                  <c:v>18651.650000000001</c:v>
                </c:pt>
                <c:pt idx="6">
                  <c:v>21673.39</c:v>
                </c:pt>
                <c:pt idx="7">
                  <c:v>26616.59</c:v>
                </c:pt>
                <c:pt idx="8">
                  <c:v>17914.75</c:v>
                </c:pt>
                <c:pt idx="9">
                  <c:v>19356.32</c:v>
                </c:pt>
                <c:pt idx="10">
                  <c:v>19934.16</c:v>
                </c:pt>
                <c:pt idx="11">
                  <c:v>19256.419999999998</c:v>
                </c:pt>
                <c:pt idx="12">
                  <c:v>21597.95</c:v>
                </c:pt>
                <c:pt idx="13">
                  <c:v>24685.02</c:v>
                </c:pt>
                <c:pt idx="14">
                  <c:v>24338.639999999999</c:v>
                </c:pt>
                <c:pt idx="15">
                  <c:v>17073.88</c:v>
                </c:pt>
                <c:pt idx="16">
                  <c:v>9361.26</c:v>
                </c:pt>
                <c:pt idx="17">
                  <c:v>14777.19</c:v>
                </c:pt>
                <c:pt idx="18">
                  <c:v>17044.150000000001</c:v>
                </c:pt>
                <c:pt idx="19">
                  <c:v>16636.46</c:v>
                </c:pt>
                <c:pt idx="20">
                  <c:v>16632.3</c:v>
                </c:pt>
                <c:pt idx="21">
                  <c:v>21144.65</c:v>
                </c:pt>
                <c:pt idx="22">
                  <c:v>14646.46</c:v>
                </c:pt>
                <c:pt idx="23">
                  <c:v>12987.47</c:v>
                </c:pt>
                <c:pt idx="24">
                  <c:v>14863.5</c:v>
                </c:pt>
                <c:pt idx="25">
                  <c:v>14725.97</c:v>
                </c:pt>
                <c:pt idx="26">
                  <c:v>15818.58</c:v>
                </c:pt>
                <c:pt idx="27">
                  <c:v>17447.580000000002</c:v>
                </c:pt>
                <c:pt idx="28">
                  <c:v>24640.01</c:v>
                </c:pt>
                <c:pt idx="29">
                  <c:v>19712.84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9E97-4220-8D1F-F6F1ED3EF56F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9E97-4220-8D1F-F6F1ED3EF56F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9E97-4220-8D1F-F6F1ED3EF56F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9E97-4220-8D1F-F6F1ED3EF56F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9E97-4220-8D1F-F6F1ED3EF56F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9E97-4220-8D1F-F6F1ED3EF56F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9E97-4220-8D1F-F6F1ED3EF56F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9E97-4220-8D1F-F6F1ED3EF56F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9E97-4220-8D1F-F6F1ED3EF56F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9E97-4220-8D1F-F6F1ED3EF56F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9E97-4220-8D1F-F6F1ED3EF56F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9E97-4220-8D1F-F6F1ED3EF56F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9E97-4220-8D1F-F6F1ED3EF56F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9E97-4220-8D1F-F6F1ED3EF56F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9E97-4220-8D1F-F6F1ED3EF56F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9E97-4220-8D1F-F6F1ED3EF56F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9E97-4220-8D1F-F6F1ED3EF56F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9E97-4220-8D1F-F6F1ED3EF56F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9E97-4220-8D1F-F6F1ED3EF56F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9E97-4220-8D1F-F6F1ED3EF56F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9E97-4220-8D1F-F6F1ED3EF56F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9E97-4220-8D1F-F6F1ED3EF56F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9E97-4220-8D1F-F6F1ED3EF56F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9E97-4220-8D1F-F6F1ED3EF56F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9E97-4220-8D1F-F6F1ED3EF56F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9E97-4220-8D1F-F6F1ED3EF56F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9E97-4220-8D1F-F6F1ED3EF56F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9E97-4220-8D1F-F6F1ED3EF56F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9E97-4220-8D1F-F6F1ED3EF56F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724071</c:v>
                </c:pt>
                <c:pt idx="1">
                  <c:v>608775</c:v>
                </c:pt>
                <c:pt idx="2">
                  <c:v>545481</c:v>
                </c:pt>
                <c:pt idx="3">
                  <c:v>552146</c:v>
                </c:pt>
                <c:pt idx="4">
                  <c:v>496162</c:v>
                </c:pt>
                <c:pt idx="5">
                  <c:v>565620</c:v>
                </c:pt>
                <c:pt idx="6">
                  <c:v>630377</c:v>
                </c:pt>
                <c:pt idx="7">
                  <c:v>732537</c:v>
                </c:pt>
                <c:pt idx="8">
                  <c:v>523508</c:v>
                </c:pt>
                <c:pt idx="9">
                  <c:v>575698</c:v>
                </c:pt>
                <c:pt idx="10">
                  <c:v>582801</c:v>
                </c:pt>
                <c:pt idx="11">
                  <c:v>568349</c:v>
                </c:pt>
                <c:pt idx="12">
                  <c:v>644083</c:v>
                </c:pt>
                <c:pt idx="13">
                  <c:v>663406</c:v>
                </c:pt>
                <c:pt idx="14">
                  <c:v>681520</c:v>
                </c:pt>
                <c:pt idx="15">
                  <c:v>501305</c:v>
                </c:pt>
                <c:pt idx="16">
                  <c:v>294173</c:v>
                </c:pt>
                <c:pt idx="17">
                  <c:v>442841</c:v>
                </c:pt>
                <c:pt idx="18">
                  <c:v>548170</c:v>
                </c:pt>
                <c:pt idx="19">
                  <c:v>534999</c:v>
                </c:pt>
                <c:pt idx="20">
                  <c:v>535396</c:v>
                </c:pt>
                <c:pt idx="21">
                  <c:v>624075</c:v>
                </c:pt>
                <c:pt idx="22">
                  <c:v>492289</c:v>
                </c:pt>
                <c:pt idx="23">
                  <c:v>446049</c:v>
                </c:pt>
                <c:pt idx="24">
                  <c:v>505620</c:v>
                </c:pt>
                <c:pt idx="25">
                  <c:v>500877</c:v>
                </c:pt>
                <c:pt idx="26">
                  <c:v>531065</c:v>
                </c:pt>
                <c:pt idx="27">
                  <c:v>568449</c:v>
                </c:pt>
                <c:pt idx="28">
                  <c:v>682844</c:v>
                </c:pt>
                <c:pt idx="29">
                  <c:v>574146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대형마트/할인점</cx:pt>
          <cx:pt idx="1">한식</cx:pt>
          <cx:pt idx="2">백화점</cx:pt>
          <cx:pt idx="3">주유소</cx:pt>
          <cx:pt idx="4">마트</cx:pt>
          <cx:pt idx="5">편의점</cx:pt>
          <cx:pt idx="6">종합의류</cx:pt>
          <cx:pt idx="7">양약국</cx:pt>
          <cx:pt idx="8">음료</cx:pt>
          <cx:pt idx="9">가전제품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49025.199999999997</cx:pt>
          <cx:pt idx="1">43372.5</cx:pt>
          <cx:pt idx="2">36995.699999999997</cx:pt>
          <cx:pt idx="3">15166.799999999999</cx:pt>
          <cx:pt idx="4">12390.299999999999</cx:pt>
          <cx:pt idx="5">11990.9</cx:pt>
          <cx:pt idx="6">10445.799999999999</cx:pt>
          <cx:pt idx="7">7026.1000000000004</cx:pt>
          <cx:pt idx="8">7022.8000000000002</cx:pt>
          <cx:pt idx="9">6297.6999999999998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백화점</cx:pt>
          <cx:pt idx="1">대형마트/할인점</cx:pt>
          <cx:pt idx="2">한식</cx:pt>
          <cx:pt idx="3">마트</cx:pt>
          <cx:pt idx="4">편의점</cx:pt>
          <cx:pt idx="5">주유소</cx:pt>
          <cx:pt idx="6">중식</cx:pt>
          <cx:pt idx="7">종합의류</cx:pt>
          <cx:pt idx="8">양약국</cx:pt>
          <cx:pt idx="9">축산물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1394.2</cx:pt>
          <cx:pt idx="1">1038.4000000000001</cx:pt>
          <cx:pt idx="2">773</cx:pt>
          <cx:pt idx="3">704.89999999999998</cx:pt>
          <cx:pt idx="4">516.79999999999995</cx:pt>
          <cx:pt idx="5">485.60000000000002</cx:pt>
          <cx:pt idx="6">482.69999999999999</cx:pt>
          <cx:pt idx="7">307.89999999999998</cx:pt>
          <cx:pt idx="8">162</cx:pt>
          <cx:pt idx="9">152.40000000000001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353,851,247명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1.2%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12일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(23,567,795명)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(950,538명)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301,016백만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16.6%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대형마트/할인점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28.6%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4.1%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349,987,103명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358,288,200명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2.4%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353,851,247명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1.1%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268,044백만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313,879백만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17.1%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301,016백만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353,851,247명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1.2%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12일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(23,567,795명)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950,538명)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18,013,064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0.7%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(6.9%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(10.8%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12일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22,115,703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21,869,487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22,526,063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38.2%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5.8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230,087,142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4.0%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97,076,956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7.7%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26,687,149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6.5%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89.8%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335,838,186명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18,013,064명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9.2%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158,555,605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22,650,801명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353,851,247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22,115,703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159,797,116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22,828,159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수원시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301,016백만원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(8,945,150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4.1%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851원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2.9%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대형마트/할인점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대형마트/할인점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50,059,009,000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(868,979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11,333,404,000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(1,410,016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중고차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6,056,647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(235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(17.3%)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대형마트/할인점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(14.5%)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백화점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(10.7%)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대형마트/할인점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(19.3%)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백화점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(15.4%)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(11.3%)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28.6%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22,803백만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(7.6%)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72,140백만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(24.0%)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85,537백만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(28.4%)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73,646백만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(24.5%)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36,242백만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(12.0%)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9,022백만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대형마트/할인점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백화점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대형마트/할인점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백화점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대형마트/할인점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대형마트/할인점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마트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27,122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39,807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38,124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116,352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(4,289,987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대형마트/할인점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14,535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(381,254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백화점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170,129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(4,273,894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백화점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백화점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대형마트/할인점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(9.3%)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33,733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30,988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8,677,976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267,153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대형마트/할인점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(16.7%)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(14.8%)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백화점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(12.6%)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292,738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252056461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54372006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8,279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#,###,###,###원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588,947건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33,304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#,###,###,###원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559,072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33,651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#,###,###,###원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544,150건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31,555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5,129개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0.00023개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423개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441개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6,603개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828개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507개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166,484개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0.00753개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7,263개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0.00033개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1,361개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0.00006개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62.1%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원천호수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404대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시청별관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364대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광교공영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영통공영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313대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영통구청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292대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신대호수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291대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화서환승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290대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행복한들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256대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권선구청 부설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256대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교동공영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대황교화물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230대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매탄공원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223대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시청2부설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212대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수원화물공영차고지(고색)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매봉공영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성균관대역환승(신)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191대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망포공영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179대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성대환승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166대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49개 (7,952대)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73.7%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0.0026대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2299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2025-11-04T04:00:58Z</dcterms:modified>
</cp:coreProperties>
</file>