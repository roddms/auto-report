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328.79669999999999</c:v>
                </c:pt>
                <c:pt idx="1">
                  <c:v>311.36939999999998</c:v>
                </c:pt>
                <c:pt idx="2">
                  <c:v>321.75529999999998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-5.3</c:v>
                </c:pt>
                <c:pt idx="2">
                  <c:v>3.34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1341.1320000000001</c:v>
                </c:pt>
                <c:pt idx="1">
                  <c:v>1094.808</c:v>
                </c:pt>
                <c:pt idx="2">
                  <c:v>1029.607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-18.37</c:v>
                </c:pt>
                <c:pt idx="2">
                  <c:v>-5.96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D1B-4073-AD1E-44A07EB57B41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87.947500000000005</c:v>
                </c:pt>
                <c:pt idx="1">
                  <c:v>68.204999999999998</c:v>
                </c:pt>
                <c:pt idx="2">
                  <c:v>43.445999999999998</c:v>
                </c:pt>
                <c:pt idx="3">
                  <c:v>50.557200000000002</c:v>
                </c:pt>
                <c:pt idx="4">
                  <c:v>49.075699999999998</c:v>
                </c:pt>
                <c:pt idx="5">
                  <c:v>22.5243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4604.9375</c:v>
                </c:pt>
                <c:pt idx="1">
                  <c:v>4964.75</c:v>
                </c:pt>
                <c:pt idx="2">
                  <c:v>5590.9375</c:v>
                </c:pt>
                <c:pt idx="3">
                  <c:v>6865.5625</c:v>
                </c:pt>
                <c:pt idx="4">
                  <c:v>8553.75</c:v>
                </c:pt>
                <c:pt idx="5">
                  <c:v>10374.8125</c:v>
                </c:pt>
                <c:pt idx="6">
                  <c:v>12175.9375</c:v>
                </c:pt>
                <c:pt idx="7">
                  <c:v>13347.375</c:v>
                </c:pt>
                <c:pt idx="8">
                  <c:v>14018.75</c:v>
                </c:pt>
                <c:pt idx="9">
                  <c:v>14324.9375</c:v>
                </c:pt>
                <c:pt idx="10">
                  <c:v>13807.0625</c:v>
                </c:pt>
                <c:pt idx="11">
                  <c:v>13144.9375</c:v>
                </c:pt>
                <c:pt idx="12">
                  <c:v>12535.9375</c:v>
                </c:pt>
                <c:pt idx="13">
                  <c:v>11289.8125</c:v>
                </c:pt>
                <c:pt idx="14">
                  <c:v>9479.375</c:v>
                </c:pt>
                <c:pt idx="15">
                  <c:v>7490.5625</c:v>
                </c:pt>
                <c:pt idx="16">
                  <c:v>6339.625</c:v>
                </c:pt>
                <c:pt idx="17">
                  <c:v>5326.8125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22.289200000000001</c:v>
                </c:pt>
                <c:pt idx="1">
                  <c:v>20.780100000000001</c:v>
                </c:pt>
                <c:pt idx="2">
                  <c:v>15.955399999999999</c:v>
                </c:pt>
                <c:pt idx="3">
                  <c:v>15.7331</c:v>
                </c:pt>
                <c:pt idx="4">
                  <c:v>16.4956</c:v>
                </c:pt>
                <c:pt idx="5">
                  <c:v>17.1464</c:v>
                </c:pt>
                <c:pt idx="6">
                  <c:v>21.8612</c:v>
                </c:pt>
                <c:pt idx="7">
                  <c:v>23.215299999999999</c:v>
                </c:pt>
                <c:pt idx="8">
                  <c:v>23.3093</c:v>
                </c:pt>
                <c:pt idx="9">
                  <c:v>19.697399999999998</c:v>
                </c:pt>
                <c:pt idx="10">
                  <c:v>22.726400000000002</c:v>
                </c:pt>
                <c:pt idx="11">
                  <c:v>22.378799999999998</c:v>
                </c:pt>
                <c:pt idx="12">
                  <c:v>20.240200000000002</c:v>
                </c:pt>
                <c:pt idx="13">
                  <c:v>18.555099999999999</c:v>
                </c:pt>
                <c:pt idx="14">
                  <c:v>21.539000000000001</c:v>
                </c:pt>
                <c:pt idx="15">
                  <c:v>19.832799999999999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5D50FB3-4210-47A1-AD8F-C44D1BB44731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0EDE7AB-2568-4F9E-ABE7-92FA65BA5AB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165.17250000000001</c:v>
                </c:pt>
                <c:pt idx="1">
                  <c:v>156.58279999999999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C103E3E-54F5-4DE1-9165-63956287DD2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661A8392-5B8C-4417-AC3D-4E96AB1BC99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265.95310000000001</c:v>
                </c:pt>
                <c:pt idx="1">
                  <c:v>55.802900000000001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5CBB168-201C-4693-9697-3EC439CB8D4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EE61996-5D9E-4CD9-9949-7641BE02CA7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36AF11E-5656-459C-B2EC-F59F4890ED1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78.069699999999997</c:v>
                </c:pt>
                <c:pt idx="1">
                  <c:v>18.9025</c:v>
                </c:pt>
                <c:pt idx="2">
                  <c:v>224.7833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1651725</c:v>
                </c:pt>
                <c:pt idx="1">
                  <c:v>1565828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15B-47E9-B7CA-377C1AC5D869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879475</c:v>
                </c:pt>
                <c:pt idx="1">
                  <c:v>682050</c:v>
                </c:pt>
                <c:pt idx="2">
                  <c:v>434460</c:v>
                </c:pt>
                <c:pt idx="3">
                  <c:v>505572</c:v>
                </c:pt>
                <c:pt idx="4">
                  <c:v>490757</c:v>
                </c:pt>
                <c:pt idx="5">
                  <c:v>225243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6.74</c:v>
                </c:pt>
                <c:pt idx="1">
                  <c:v>14.23</c:v>
                </c:pt>
                <c:pt idx="2">
                  <c:v>-4.03</c:v>
                </c:pt>
                <c:pt idx="3">
                  <c:v>-5.3</c:v>
                </c:pt>
                <c:pt idx="4">
                  <c:v>0.22</c:v>
                </c:pt>
                <c:pt idx="5">
                  <c:v>4.07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22.289200000000001</c:v>
                </c:pt>
                <c:pt idx="1">
                  <c:v>20.780100000000001</c:v>
                </c:pt>
                <c:pt idx="2">
                  <c:v>15.955399999999999</c:v>
                </c:pt>
                <c:pt idx="3">
                  <c:v>15.7331</c:v>
                </c:pt>
                <c:pt idx="4">
                  <c:v>16.4956</c:v>
                </c:pt>
                <c:pt idx="5">
                  <c:v>17.1464</c:v>
                </c:pt>
                <c:pt idx="6">
                  <c:v>21.8612</c:v>
                </c:pt>
                <c:pt idx="7">
                  <c:v>23.215299999999999</c:v>
                </c:pt>
                <c:pt idx="8">
                  <c:v>23.3093</c:v>
                </c:pt>
                <c:pt idx="9">
                  <c:v>19.697399999999998</c:v>
                </c:pt>
                <c:pt idx="10">
                  <c:v>22.726400000000002</c:v>
                </c:pt>
                <c:pt idx="11">
                  <c:v>22.378799999999998</c:v>
                </c:pt>
                <c:pt idx="12">
                  <c:v>20.240200000000002</c:v>
                </c:pt>
                <c:pt idx="13">
                  <c:v>18.555099999999999</c:v>
                </c:pt>
                <c:pt idx="14">
                  <c:v>21.539000000000001</c:v>
                </c:pt>
                <c:pt idx="15">
                  <c:v>19.832799999999999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0.45072000000000001</c:v>
                </c:pt>
                <c:pt idx="1">
                  <c:v>0.48530000000000001</c:v>
                </c:pt>
                <c:pt idx="2">
                  <c:v>0.55054000000000003</c:v>
                </c:pt>
                <c:pt idx="3">
                  <c:v>0.66993000000000003</c:v>
                </c:pt>
                <c:pt idx="4">
                  <c:v>0.82113000000000003</c:v>
                </c:pt>
                <c:pt idx="5">
                  <c:v>0.97824</c:v>
                </c:pt>
                <c:pt idx="6">
                  <c:v>1.1329</c:v>
                </c:pt>
                <c:pt idx="7">
                  <c:v>1.2312799999999999</c:v>
                </c:pt>
                <c:pt idx="8">
                  <c:v>1.29318</c:v>
                </c:pt>
                <c:pt idx="9">
                  <c:v>1.3253999999999999</c:v>
                </c:pt>
                <c:pt idx="10">
                  <c:v>1.28217</c:v>
                </c:pt>
                <c:pt idx="11">
                  <c:v>1.2236100000000001</c:v>
                </c:pt>
                <c:pt idx="12">
                  <c:v>1.1769000000000001</c:v>
                </c:pt>
                <c:pt idx="13">
                  <c:v>1.0742100000000001</c:v>
                </c:pt>
                <c:pt idx="14">
                  <c:v>0.91198999999999997</c:v>
                </c:pt>
                <c:pt idx="15">
                  <c:v>0.72506000000000004</c:v>
                </c:pt>
                <c:pt idx="16">
                  <c:v>0.60653999999999997</c:v>
                </c:pt>
                <c:pt idx="17">
                  <c:v>0.50251000000000001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0.47678333333333334</c:v>
                </c:pt>
                <c:pt idx="1">
                  <c:v>0.5151</c:v>
                </c:pt>
                <c:pt idx="2">
                  <c:v>0.57335000000000003</c:v>
                </c:pt>
                <c:pt idx="3">
                  <c:v>0.71426666666666672</c:v>
                </c:pt>
                <c:pt idx="4">
                  <c:v>0.91244999999999998</c:v>
                </c:pt>
                <c:pt idx="5">
                  <c:v>1.1362166666666667</c:v>
                </c:pt>
                <c:pt idx="6">
                  <c:v>1.3587499999999999</c:v>
                </c:pt>
                <c:pt idx="7">
                  <c:v>1.5071666666666668</c:v>
                </c:pt>
                <c:pt idx="8">
                  <c:v>1.5830333333333333</c:v>
                </c:pt>
                <c:pt idx="9">
                  <c:v>1.6109833333333332</c:v>
                </c:pt>
                <c:pt idx="10">
                  <c:v>1.5449333333333333</c:v>
                </c:pt>
                <c:pt idx="11">
                  <c:v>1.4659666666666666</c:v>
                </c:pt>
                <c:pt idx="12">
                  <c:v>1.3814166666666667</c:v>
                </c:pt>
                <c:pt idx="13">
                  <c:v>1.2202666666666666</c:v>
                </c:pt>
                <c:pt idx="14">
                  <c:v>1.0078499999999999</c:v>
                </c:pt>
                <c:pt idx="15">
                  <c:v>0.78905000000000003</c:v>
                </c:pt>
                <c:pt idx="16">
                  <c:v>0.67966666666666664</c:v>
                </c:pt>
                <c:pt idx="17">
                  <c:v>0.58296666666666663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9.3027200000000008</c:v>
                </c:pt>
                <c:pt idx="1">
                  <c:v>9.4208999999999996</c:v>
                </c:pt>
                <c:pt idx="2">
                  <c:v>7.8069699999999997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2.1082700000000001</c:v>
                </c:pt>
                <c:pt idx="1">
                  <c:v>2.0208300000000001</c:v>
                </c:pt>
                <c:pt idx="2">
                  <c:v>1.89025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21.46866</c:v>
                </c:pt>
                <c:pt idx="1">
                  <c:v>19.695170000000001</c:v>
                </c:pt>
                <c:pt idx="2">
                  <c:v>22.47833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4.3546899999999997</c:v>
                </c:pt>
                <c:pt idx="1">
                  <c:v>3.5102099999999998</c:v>
                </c:pt>
                <c:pt idx="2">
                  <c:v>5.5802899999999998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28.525020000000001</c:v>
                </c:pt>
                <c:pt idx="1">
                  <c:v>27.626750000000001</c:v>
                </c:pt>
                <c:pt idx="2">
                  <c:v>26.595310000000001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14BF-4571-9FC6-000A624D6246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14BF-4571-9FC6-000A624D6246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14BF-4571-9FC6-000A624D6246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14BF-4571-9FC6-000A624D6246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14BF-4571-9FC6-000A624D6246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14BF-4571-9FC6-000A624D6246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218659</c:v>
                </c:pt>
                <c:pt idx="1">
                  <c:v>206356</c:v>
                </c:pt>
                <c:pt idx="2">
                  <c:v>156622</c:v>
                </c:pt>
                <c:pt idx="3">
                  <c:v>157927</c:v>
                </c:pt>
                <c:pt idx="4">
                  <c:v>161534</c:v>
                </c:pt>
                <c:pt idx="5">
                  <c:v>165585</c:v>
                </c:pt>
                <c:pt idx="6">
                  <c:v>176811</c:v>
                </c:pt>
                <c:pt idx="7">
                  <c:v>222892</c:v>
                </c:pt>
                <c:pt idx="8">
                  <c:v>207801</c:v>
                </c:pt>
                <c:pt idx="9">
                  <c:v>159554</c:v>
                </c:pt>
                <c:pt idx="10">
                  <c:v>157331</c:v>
                </c:pt>
                <c:pt idx="11">
                  <c:v>164956</c:v>
                </c:pt>
                <c:pt idx="12">
                  <c:v>171464</c:v>
                </c:pt>
                <c:pt idx="13">
                  <c:v>218612</c:v>
                </c:pt>
                <c:pt idx="14">
                  <c:v>232153</c:v>
                </c:pt>
                <c:pt idx="15">
                  <c:v>233093</c:v>
                </c:pt>
                <c:pt idx="16">
                  <c:v>196974</c:v>
                </c:pt>
                <c:pt idx="17">
                  <c:v>227264</c:v>
                </c:pt>
                <c:pt idx="18">
                  <c:v>223788</c:v>
                </c:pt>
                <c:pt idx="19">
                  <c:v>202402</c:v>
                </c:pt>
                <c:pt idx="20">
                  <c:v>185551</c:v>
                </c:pt>
                <c:pt idx="21">
                  <c:v>215390</c:v>
                </c:pt>
                <c:pt idx="22">
                  <c:v>198328</c:v>
                </c:pt>
                <c:pt idx="23">
                  <c:v>155755</c:v>
                </c:pt>
                <c:pt idx="24">
                  <c:v>157687</c:v>
                </c:pt>
                <c:pt idx="25">
                  <c:v>162077</c:v>
                </c:pt>
                <c:pt idx="26">
                  <c:v>169578</c:v>
                </c:pt>
                <c:pt idx="27">
                  <c:v>182135</c:v>
                </c:pt>
                <c:pt idx="28">
                  <c:v>238916</c:v>
                </c:pt>
                <c:pt idx="29">
                  <c:v>221507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6CC73CE-5A35-4A93-A545-184EC9DD49C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495.15699999999998</c:v>
                </c:pt>
                <c:pt idx="1">
                  <c:v>534.44600000000003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40대</c:v>
                </c:pt>
                <c:pt idx="1">
                  <c:v>30대</c:v>
                </c:pt>
                <c:pt idx="2">
                  <c:v>50대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294.93</c:v>
                </c:pt>
                <c:pt idx="1">
                  <c:v>284.18900000000002</c:v>
                </c:pt>
                <c:pt idx="2">
                  <c:v>218.42699999999999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92.593999999999994</c:v>
                </c:pt>
                <c:pt idx="1">
                  <c:v>826.82899999999995</c:v>
                </c:pt>
                <c:pt idx="2">
                  <c:v>110.18600000000001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461.577</c:v>
                </c:pt>
                <c:pt idx="1">
                  <c:v>289.90899999999999</c:v>
                </c:pt>
                <c:pt idx="2">
                  <c:v>161.11199999999999</c:v>
                </c:pt>
                <c:pt idx="3">
                  <c:v>65.269000000000005</c:v>
                </c:pt>
                <c:pt idx="4">
                  <c:v>22.547999999999998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  <c:pt idx="8">
                  <c:v>10.05</c:v>
                </c:pt>
                <c:pt idx="9">
                  <c:v>10.06</c:v>
                </c:pt>
                <c:pt idx="10">
                  <c:v>10.07</c:v>
                </c:pt>
                <c:pt idx="11">
                  <c:v>10.08</c:v>
                </c:pt>
                <c:pt idx="12">
                  <c:v>10.09</c:v>
                </c:pt>
                <c:pt idx="13">
                  <c:v>10.10</c:v>
                </c:pt>
                <c:pt idx="14">
                  <c:v>10.11</c:v>
                </c:pt>
                <c:pt idx="15">
                  <c:v>10.12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88.259</c:v>
                </c:pt>
                <c:pt idx="1">
                  <c:v>68.102000000000004</c:v>
                </c:pt>
                <c:pt idx="2">
                  <c:v>34.962000000000003</c:v>
                </c:pt>
                <c:pt idx="3">
                  <c:v>39.518999999999998</c:v>
                </c:pt>
                <c:pt idx="4">
                  <c:v>42.91</c:v>
                </c:pt>
                <c:pt idx="5">
                  <c:v>46.920999999999999</c:v>
                </c:pt>
                <c:pt idx="6">
                  <c:v>89.84</c:v>
                </c:pt>
                <c:pt idx="7">
                  <c:v>76.058999999999997</c:v>
                </c:pt>
                <c:pt idx="8">
                  <c:v>71.846000000000004</c:v>
                </c:pt>
                <c:pt idx="9">
                  <c:v>66.778000000000006</c:v>
                </c:pt>
                <c:pt idx="10">
                  <c:v>70.347999999999999</c:v>
                </c:pt>
                <c:pt idx="11">
                  <c:v>85.061000000000007</c:v>
                </c:pt>
                <c:pt idx="12">
                  <c:v>63.728999999999999</c:v>
                </c:pt>
                <c:pt idx="13">
                  <c:v>56.2</c:v>
                </c:pt>
                <c:pt idx="14">
                  <c:v>69.605000000000004</c:v>
                </c:pt>
                <c:pt idx="15">
                  <c:v>59.468000000000004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  <c:pt idx="5">
                  <c:v>음료</c:v>
                </c:pt>
                <c:pt idx="6">
                  <c:v>종합의류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461.577</c:v>
                </c:pt>
                <c:pt idx="1">
                  <c:v>289.90899999999999</c:v>
                </c:pt>
                <c:pt idx="2">
                  <c:v>161.11199999999999</c:v>
                </c:pt>
                <c:pt idx="3">
                  <c:v>65.269000000000005</c:v>
                </c:pt>
                <c:pt idx="4">
                  <c:v>22.547999999999998</c:v>
                </c:pt>
                <c:pt idx="5">
                  <c:v>15.169</c:v>
                </c:pt>
                <c:pt idx="6">
                  <c:v>14.023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  <c:pt idx="5">
                  <c:v>음료</c:v>
                </c:pt>
                <c:pt idx="6">
                  <c:v>종합의류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58987</c:v>
                </c:pt>
                <c:pt idx="1">
                  <c:v>5083</c:v>
                </c:pt>
                <c:pt idx="2">
                  <c:v>15508</c:v>
                </c:pt>
                <c:pt idx="3">
                  <c:v>7122</c:v>
                </c:pt>
                <c:pt idx="4">
                  <c:v>475</c:v>
                </c:pt>
                <c:pt idx="5">
                  <c:v>2710</c:v>
                </c:pt>
                <c:pt idx="6">
                  <c:v>560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Sheet1!$A$2:$A$8</c:f>
              <c:strCache>
                <c:ptCount val="7"/>
                <c:pt idx="0">
                  <c:v>한식</c:v>
                </c:pt>
                <c:pt idx="1">
                  <c:v>악세서리</c:v>
                </c:pt>
                <c:pt idx="2">
                  <c:v>종합의류</c:v>
                </c:pt>
                <c:pt idx="3">
                  <c:v>패스트푸드점</c:v>
                </c:pt>
                <c:pt idx="4">
                  <c:v>브랜드커피전문점</c:v>
                </c:pt>
                <c:pt idx="5">
                  <c:v>편의점</c:v>
                </c:pt>
                <c:pt idx="6">
                  <c:v>음료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5.7035018689750148</c:v>
                </c:pt>
                <c:pt idx="1">
                  <c:v>4.7469473684210524</c:v>
                </c:pt>
                <c:pt idx="2">
                  <c:v>2.5041071428571429</c:v>
                </c:pt>
                <c:pt idx="3">
                  <c:v>1.0388960536497291</c:v>
                </c:pt>
                <c:pt idx="4">
                  <c:v>0.91644201067115982</c:v>
                </c:pt>
                <c:pt idx="5">
                  <c:v>0.78250631495075185</c:v>
                </c:pt>
                <c:pt idx="6">
                  <c:v>0.55974169741697422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  <c:pt idx="5">
                  <c:v>음료</c:v>
                </c:pt>
                <c:pt idx="6">
                  <c:v>종합의류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193.047</c:v>
                </c:pt>
                <c:pt idx="1">
                  <c:v>155.226</c:v>
                </c:pt>
                <c:pt idx="2">
                  <c:v>92.435000000000002</c:v>
                </c:pt>
                <c:pt idx="3">
                  <c:v>30.093</c:v>
                </c:pt>
                <c:pt idx="4">
                  <c:v>13.345000000000001</c:v>
                </c:pt>
                <c:pt idx="5">
                  <c:v>6.6909999999999998</c:v>
                </c:pt>
                <c:pt idx="6">
                  <c:v>4.32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  <c:pt idx="5">
                  <c:v>음료</c:v>
                </c:pt>
                <c:pt idx="6">
                  <c:v>종합의류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268.52699999999999</c:v>
                </c:pt>
                <c:pt idx="1">
                  <c:v>134.68299999999999</c:v>
                </c:pt>
                <c:pt idx="2">
                  <c:v>68.677999999999997</c:v>
                </c:pt>
                <c:pt idx="3">
                  <c:v>35.177999999999997</c:v>
                </c:pt>
                <c:pt idx="4">
                  <c:v>9.2029999999999994</c:v>
                </c:pt>
                <c:pt idx="5">
                  <c:v>8.4760000000000009</c:v>
                </c:pt>
                <c:pt idx="6">
                  <c:v>9.7010000000000005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10.938000000000001</c:v>
                </c:pt>
                <c:pt idx="1">
                  <c:v>14.932</c:v>
                </c:pt>
                <c:pt idx="2">
                  <c:v>20.256</c:v>
                </c:pt>
                <c:pt idx="3">
                  <c:v>21.669</c:v>
                </c:pt>
                <c:pt idx="4">
                  <c:v>27.594000000000001</c:v>
                </c:pt>
                <c:pt idx="5">
                  <c:v>26.102</c:v>
                </c:pt>
                <c:pt idx="6">
                  <c:v>27.937999999999999</c:v>
                </c:pt>
                <c:pt idx="7">
                  <c:v>34.22</c:v>
                </c:pt>
                <c:pt idx="8">
                  <c:v>38.74</c:v>
                </c:pt>
                <c:pt idx="9">
                  <c:v>44.253999999999998</c:v>
                </c:pt>
                <c:pt idx="10">
                  <c:v>50.859000000000002</c:v>
                </c:pt>
                <c:pt idx="11">
                  <c:v>35.075000000000003</c:v>
                </c:pt>
                <c:pt idx="12">
                  <c:v>34.790999999999997</c:v>
                </c:pt>
                <c:pt idx="13">
                  <c:v>30.199000000000002</c:v>
                </c:pt>
                <c:pt idx="14">
                  <c:v>20.946000000000002</c:v>
                </c:pt>
                <c:pt idx="15">
                  <c:v>14.446999999999999</c:v>
                </c:pt>
                <c:pt idx="16">
                  <c:v>4.806</c:v>
                </c:pt>
                <c:pt idx="17">
                  <c:v>1.8580000000000001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0.10100000000000001</c:v>
                </c:pt>
                <c:pt idx="2">
                  <c:v>1.0640000000000001</c:v>
                </c:pt>
                <c:pt idx="3">
                  <c:v>1.702</c:v>
                </c:pt>
                <c:pt idx="4">
                  <c:v>2.8719999999999999</c:v>
                </c:pt>
                <c:pt idx="5">
                  <c:v>31.696999999999999</c:v>
                </c:pt>
                <c:pt idx="6">
                  <c:v>39.393999999999998</c:v>
                </c:pt>
                <c:pt idx="7">
                  <c:v>42.572000000000003</c:v>
                </c:pt>
                <c:pt idx="8">
                  <c:v>29.419</c:v>
                </c:pt>
                <c:pt idx="9">
                  <c:v>20.277000000000001</c:v>
                </c:pt>
                <c:pt idx="10">
                  <c:v>27.234000000000002</c:v>
                </c:pt>
                <c:pt idx="11">
                  <c:v>26.026</c:v>
                </c:pt>
                <c:pt idx="12">
                  <c:v>24.841000000000001</c:v>
                </c:pt>
                <c:pt idx="13">
                  <c:v>25.936</c:v>
                </c:pt>
                <c:pt idx="14">
                  <c:v>13.821</c:v>
                </c:pt>
                <c:pt idx="15">
                  <c:v>2.9550000000000001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0.30299999999999999</c:v>
                </c:pt>
                <c:pt idx="1">
                  <c:v>4.0289999999999999</c:v>
                </c:pt>
                <c:pt idx="2">
                  <c:v>5.9980000000000002</c:v>
                </c:pt>
                <c:pt idx="3">
                  <c:v>7.87</c:v>
                </c:pt>
                <c:pt idx="4">
                  <c:v>10.057</c:v>
                </c:pt>
                <c:pt idx="5">
                  <c:v>10.89</c:v>
                </c:pt>
                <c:pt idx="6">
                  <c:v>13.885999999999999</c:v>
                </c:pt>
                <c:pt idx="7">
                  <c:v>15.077999999999999</c:v>
                </c:pt>
                <c:pt idx="8">
                  <c:v>10.946</c:v>
                </c:pt>
                <c:pt idx="9">
                  <c:v>11.151</c:v>
                </c:pt>
                <c:pt idx="10">
                  <c:v>12.744</c:v>
                </c:pt>
                <c:pt idx="11">
                  <c:v>13.598000000000001</c:v>
                </c:pt>
                <c:pt idx="12">
                  <c:v>12.179</c:v>
                </c:pt>
                <c:pt idx="13">
                  <c:v>11.65</c:v>
                </c:pt>
                <c:pt idx="14">
                  <c:v>11.566000000000001</c:v>
                </c:pt>
                <c:pt idx="15">
                  <c:v>6.2329999999999997</c:v>
                </c:pt>
                <c:pt idx="16">
                  <c:v>1.37</c:v>
                </c:pt>
                <c:pt idx="17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0.65900000000000003</c:v>
                </c:pt>
                <c:pt idx="1">
                  <c:v>2.3719999999999999</c:v>
                </c:pt>
                <c:pt idx="2">
                  <c:v>3.0790000000000002</c:v>
                </c:pt>
                <c:pt idx="3">
                  <c:v>3.8479999999999999</c:v>
                </c:pt>
                <c:pt idx="4">
                  <c:v>4.1920000000000002</c:v>
                </c:pt>
                <c:pt idx="5">
                  <c:v>4.1849999999999996</c:v>
                </c:pt>
                <c:pt idx="6">
                  <c:v>5.1120000000000001</c:v>
                </c:pt>
                <c:pt idx="7">
                  <c:v>6.6139999999999999</c:v>
                </c:pt>
                <c:pt idx="8">
                  <c:v>7.2839999999999998</c:v>
                </c:pt>
                <c:pt idx="9">
                  <c:v>8.4719999999999995</c:v>
                </c:pt>
                <c:pt idx="10">
                  <c:v>5.2149999999999999</c:v>
                </c:pt>
                <c:pt idx="11">
                  <c:v>4.0469999999999997</c:v>
                </c:pt>
                <c:pt idx="12">
                  <c:v>3.1030000000000002</c:v>
                </c:pt>
                <c:pt idx="13">
                  <c:v>3.6459999999999999</c:v>
                </c:pt>
                <c:pt idx="14">
                  <c:v>2.3119999999999998</c:v>
                </c:pt>
                <c:pt idx="15">
                  <c:v>1.0309999999999999</c:v>
                </c:pt>
                <c:pt idx="16">
                  <c:v>6.7000000000000004E-2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0.23799999999999999</c:v>
                </c:pt>
                <c:pt idx="4">
                  <c:v>5.2999999999999999E-2</c:v>
                </c:pt>
                <c:pt idx="5">
                  <c:v>0.46300000000000002</c:v>
                </c:pt>
                <c:pt idx="6">
                  <c:v>0.40899999999999997</c:v>
                </c:pt>
                <c:pt idx="7">
                  <c:v>0.622</c:v>
                </c:pt>
                <c:pt idx="8">
                  <c:v>17.652000000000001</c:v>
                </c:pt>
                <c:pt idx="9">
                  <c:v>0.93100000000000005</c:v>
                </c:pt>
                <c:pt idx="10">
                  <c:v>0.59599999999999997</c:v>
                </c:pt>
                <c:pt idx="11">
                  <c:v>0.17100000000000001</c:v>
                </c:pt>
                <c:pt idx="12">
                  <c:v>9.5000000000000001E-2</c:v>
                </c:pt>
                <c:pt idx="13">
                  <c:v>0.16300000000000001</c:v>
                </c:pt>
                <c:pt idx="14">
                  <c:v>0.82399999999999995</c:v>
                </c:pt>
                <c:pt idx="15">
                  <c:v>0.20699999999999999</c:v>
                </c:pt>
                <c:pt idx="16">
                  <c:v>0.128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10938000</c:v>
                </c:pt>
                <c:pt idx="1">
                  <c:v>14932000</c:v>
                </c:pt>
                <c:pt idx="2">
                  <c:v>20256000</c:v>
                </c:pt>
                <c:pt idx="3">
                  <c:v>21669000</c:v>
                </c:pt>
                <c:pt idx="4">
                  <c:v>27594000</c:v>
                </c:pt>
                <c:pt idx="5">
                  <c:v>26102000</c:v>
                </c:pt>
                <c:pt idx="6">
                  <c:v>27938000</c:v>
                </c:pt>
                <c:pt idx="7">
                  <c:v>34220000</c:v>
                </c:pt>
                <c:pt idx="8">
                  <c:v>38740000</c:v>
                </c:pt>
                <c:pt idx="9">
                  <c:v>44254000</c:v>
                </c:pt>
                <c:pt idx="10">
                  <c:v>50859000</c:v>
                </c:pt>
                <c:pt idx="11">
                  <c:v>35075000</c:v>
                </c:pt>
                <c:pt idx="12">
                  <c:v>34791000</c:v>
                </c:pt>
                <c:pt idx="13">
                  <c:v>30199000</c:v>
                </c:pt>
                <c:pt idx="14">
                  <c:v>20946000</c:v>
                </c:pt>
                <c:pt idx="15">
                  <c:v>14447000</c:v>
                </c:pt>
                <c:pt idx="16">
                  <c:v>4806000</c:v>
                </c:pt>
                <c:pt idx="17">
                  <c:v>1858000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303000</c:v>
                </c:pt>
                <c:pt idx="1">
                  <c:v>4029000</c:v>
                </c:pt>
                <c:pt idx="2">
                  <c:v>5998000</c:v>
                </c:pt>
                <c:pt idx="3">
                  <c:v>7870000</c:v>
                </c:pt>
                <c:pt idx="4">
                  <c:v>10057000</c:v>
                </c:pt>
                <c:pt idx="5">
                  <c:v>10890000</c:v>
                </c:pt>
                <c:pt idx="6">
                  <c:v>13886000</c:v>
                </c:pt>
                <c:pt idx="7">
                  <c:v>15078000</c:v>
                </c:pt>
                <c:pt idx="8">
                  <c:v>10946000</c:v>
                </c:pt>
                <c:pt idx="9">
                  <c:v>11151000</c:v>
                </c:pt>
                <c:pt idx="10">
                  <c:v>12744000</c:v>
                </c:pt>
                <c:pt idx="11">
                  <c:v>13598000</c:v>
                </c:pt>
                <c:pt idx="12">
                  <c:v>12179000</c:v>
                </c:pt>
                <c:pt idx="13">
                  <c:v>11650000</c:v>
                </c:pt>
                <c:pt idx="14">
                  <c:v>11566000</c:v>
                </c:pt>
                <c:pt idx="15">
                  <c:v>6233000</c:v>
                </c:pt>
                <c:pt idx="16">
                  <c:v>1370000</c:v>
                </c:pt>
                <c:pt idx="17">
                  <c:v>630000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659000</c:v>
                </c:pt>
                <c:pt idx="1">
                  <c:v>2372000</c:v>
                </c:pt>
                <c:pt idx="2">
                  <c:v>3079000</c:v>
                </c:pt>
                <c:pt idx="3">
                  <c:v>3848000</c:v>
                </c:pt>
                <c:pt idx="4">
                  <c:v>4192000</c:v>
                </c:pt>
                <c:pt idx="5">
                  <c:v>4185000</c:v>
                </c:pt>
                <c:pt idx="6">
                  <c:v>5112000</c:v>
                </c:pt>
                <c:pt idx="7">
                  <c:v>6614000</c:v>
                </c:pt>
                <c:pt idx="8">
                  <c:v>7284000</c:v>
                </c:pt>
                <c:pt idx="9">
                  <c:v>8472000</c:v>
                </c:pt>
                <c:pt idx="10">
                  <c:v>5215000</c:v>
                </c:pt>
                <c:pt idx="11">
                  <c:v>4047000</c:v>
                </c:pt>
                <c:pt idx="12">
                  <c:v>3103000</c:v>
                </c:pt>
                <c:pt idx="13">
                  <c:v>3646000</c:v>
                </c:pt>
                <c:pt idx="14">
                  <c:v>2312000</c:v>
                </c:pt>
                <c:pt idx="15">
                  <c:v>1031000</c:v>
                </c:pt>
                <c:pt idx="16">
                  <c:v>67000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101000</c:v>
                </c:pt>
                <c:pt idx="2">
                  <c:v>1064000</c:v>
                </c:pt>
                <c:pt idx="3">
                  <c:v>1702000</c:v>
                </c:pt>
                <c:pt idx="4">
                  <c:v>2872000</c:v>
                </c:pt>
                <c:pt idx="5">
                  <c:v>31697000</c:v>
                </c:pt>
                <c:pt idx="6">
                  <c:v>39394000</c:v>
                </c:pt>
                <c:pt idx="7">
                  <c:v>42572000</c:v>
                </c:pt>
                <c:pt idx="8">
                  <c:v>29419000</c:v>
                </c:pt>
                <c:pt idx="9">
                  <c:v>20277000</c:v>
                </c:pt>
                <c:pt idx="10">
                  <c:v>27234000</c:v>
                </c:pt>
                <c:pt idx="11">
                  <c:v>26026000</c:v>
                </c:pt>
                <c:pt idx="12">
                  <c:v>24841000</c:v>
                </c:pt>
                <c:pt idx="13">
                  <c:v>25936000</c:v>
                </c:pt>
                <c:pt idx="14">
                  <c:v>13821000</c:v>
                </c:pt>
                <c:pt idx="15">
                  <c:v>2955000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238000</c:v>
                </c:pt>
                <c:pt idx="4">
                  <c:v>53000</c:v>
                </c:pt>
                <c:pt idx="5">
                  <c:v>463000</c:v>
                </c:pt>
                <c:pt idx="6">
                  <c:v>409000</c:v>
                </c:pt>
                <c:pt idx="7">
                  <c:v>622000</c:v>
                </c:pt>
                <c:pt idx="8">
                  <c:v>17652000</c:v>
                </c:pt>
                <c:pt idx="9">
                  <c:v>931000</c:v>
                </c:pt>
                <c:pt idx="10">
                  <c:v>596000</c:v>
                </c:pt>
                <c:pt idx="11">
                  <c:v>171000</c:v>
                </c:pt>
                <c:pt idx="12">
                  <c:v>95000</c:v>
                </c:pt>
                <c:pt idx="13">
                  <c:v>163000</c:v>
                </c:pt>
                <c:pt idx="14">
                  <c:v>824000</c:v>
                </c:pt>
                <c:pt idx="15">
                  <c:v>207000</c:v>
                </c:pt>
                <c:pt idx="16">
                  <c:v>128000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  <c:pt idx="5">
                  <c:v>음료</c:v>
                </c:pt>
                <c:pt idx="6">
                  <c:v>종합의류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48.008000000000003</c:v>
                </c:pt>
                <c:pt idx="1">
                  <c:v>25.274000000000001</c:v>
                </c:pt>
                <c:pt idx="2">
                  <c:v>11.365</c:v>
                </c:pt>
                <c:pt idx="3">
                  <c:v>4.1660000000000004</c:v>
                </c:pt>
                <c:pt idx="4">
                  <c:v>0.37</c:v>
                </c:pt>
                <c:pt idx="5">
                  <c:v>2.0840000000000001</c:v>
                </c:pt>
                <c:pt idx="6">
                  <c:v>1.327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  <c:pt idx="5">
                  <c:v>음료</c:v>
                </c:pt>
                <c:pt idx="6">
                  <c:v>종합의류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355.31200000000001</c:v>
                </c:pt>
                <c:pt idx="1">
                  <c:v>239.011</c:v>
                </c:pt>
                <c:pt idx="2">
                  <c:v>132.477</c:v>
                </c:pt>
                <c:pt idx="3">
                  <c:v>53.924999999999997</c:v>
                </c:pt>
                <c:pt idx="4">
                  <c:v>21.733000000000001</c:v>
                </c:pt>
                <c:pt idx="5">
                  <c:v>12.18</c:v>
                </c:pt>
                <c:pt idx="6">
                  <c:v>12.191000000000001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편의점</c:v>
                </c:pt>
                <c:pt idx="1">
                  <c:v>한식</c:v>
                </c:pt>
                <c:pt idx="2">
                  <c:v>패스트푸드점</c:v>
                </c:pt>
                <c:pt idx="3">
                  <c:v>브랜드커피전문점</c:v>
                </c:pt>
                <c:pt idx="4">
                  <c:v>악세서리</c:v>
                </c:pt>
                <c:pt idx="5">
                  <c:v>음료</c:v>
                </c:pt>
                <c:pt idx="6">
                  <c:v>종합의류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58.253999999999998</c:v>
                </c:pt>
                <c:pt idx="1">
                  <c:v>25.625</c:v>
                </c:pt>
                <c:pt idx="2">
                  <c:v>17.274000000000001</c:v>
                </c:pt>
                <c:pt idx="3">
                  <c:v>7.1820000000000004</c:v>
                </c:pt>
                <c:pt idx="4">
                  <c:v>0.44400000000000001</c:v>
                </c:pt>
                <c:pt idx="5">
                  <c:v>0.90400000000000003</c:v>
                </c:pt>
                <c:pt idx="6">
                  <c:v>0.503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1E-445F-876F-03BAA60A3D57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1E-445F-876F-03BAA60A3D57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01E-445F-876F-03BAA60A3D57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01E-445F-876F-03BAA60A3D57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01E-445F-876F-03BAA60A3D57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01E-445F-876F-03BAA60A3D57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01E-445F-876F-03BAA60A3D57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01E-445F-876F-03BAA60A3D57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01E-445F-876F-03BAA60A3D57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A01E-445F-876F-03BAA60A3D57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A01E-445F-876F-03BAA60A3D57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A01E-445F-876F-03BAA60A3D57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A01E-445F-876F-03BAA60A3D57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A01E-445F-876F-03BAA60A3D57}"/>
              </c:ext>
            </c:extLst>
          </c:dPt>
          <c:dPt>
            <c:idx val="15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A01E-445F-876F-03BAA60A3D57}"/>
              </c:ext>
            </c:extLst>
          </c:dPt>
          <c:dPt>
            <c:idx val="16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A01E-445F-876F-03BAA60A3D57}"/>
              </c:ext>
            </c:extLst>
          </c:dPt>
          <c:dPt>
            <c:idx val="1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A01E-445F-876F-03BAA60A3D57}"/>
              </c:ext>
            </c:extLst>
          </c:dPt>
          <c:dPt>
            <c:idx val="1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A01E-445F-876F-03BAA60A3D57}"/>
              </c:ext>
            </c:extLst>
          </c:dPt>
          <c:dPt>
            <c:idx val="1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A01E-445F-876F-03BAA60A3D57}"/>
              </c:ext>
            </c:extLst>
          </c:dPt>
          <c:dPt>
            <c:idx val="2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A01E-445F-876F-03BAA60A3D57}"/>
              </c:ext>
            </c:extLst>
          </c:dPt>
          <c:dPt>
            <c:idx val="2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A01E-445F-876F-03BAA60A3D57}"/>
              </c:ext>
            </c:extLst>
          </c:dPt>
          <c:dPt>
            <c:idx val="2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A01E-445F-876F-03BAA60A3D57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A01E-445F-876F-03BAA60A3D57}"/>
              </c:ext>
            </c:extLst>
          </c:dPt>
          <c:dPt>
            <c:idx val="2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1-A01E-445F-876F-03BAA60A3D57}"/>
              </c:ext>
            </c:extLst>
          </c:dPt>
          <c:dPt>
            <c:idx val="2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3-A01E-445F-876F-03BAA60A3D57}"/>
              </c:ext>
            </c:extLst>
          </c:dPt>
          <c:dPt>
            <c:idx val="2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5-A01E-445F-876F-03BAA60A3D57}"/>
              </c:ext>
            </c:extLst>
          </c:dPt>
          <c:dPt>
            <c:idx val="2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7-A01E-445F-876F-03BAA60A3D57}"/>
              </c:ext>
            </c:extLst>
          </c:dPt>
          <c:dPt>
            <c:idx val="2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9-A01E-445F-876F-03BAA60A3D57}"/>
              </c:ext>
            </c:extLst>
          </c:dPt>
          <c:dPt>
            <c:idx val="2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3B-A01E-445F-876F-03BAA60A3D57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89.11</c:v>
                </c:pt>
                <c:pt idx="1">
                  <c:v>66.66</c:v>
                </c:pt>
                <c:pt idx="2">
                  <c:v>41.42</c:v>
                </c:pt>
                <c:pt idx="3">
                  <c:v>49.63</c:v>
                </c:pt>
                <c:pt idx="4">
                  <c:v>37.9</c:v>
                </c:pt>
                <c:pt idx="5">
                  <c:v>40.36</c:v>
                </c:pt>
                <c:pt idx="6">
                  <c:v>58.79</c:v>
                </c:pt>
                <c:pt idx="7">
                  <c:v>88.26</c:v>
                </c:pt>
                <c:pt idx="8">
                  <c:v>68.099999999999994</c:v>
                </c:pt>
                <c:pt idx="9">
                  <c:v>34.96</c:v>
                </c:pt>
                <c:pt idx="10">
                  <c:v>39.520000000000003</c:v>
                </c:pt>
                <c:pt idx="11">
                  <c:v>42.91</c:v>
                </c:pt>
                <c:pt idx="12">
                  <c:v>46.92</c:v>
                </c:pt>
                <c:pt idx="13">
                  <c:v>89.84</c:v>
                </c:pt>
                <c:pt idx="14">
                  <c:v>76.06</c:v>
                </c:pt>
                <c:pt idx="15">
                  <c:v>71.849999999999994</c:v>
                </c:pt>
                <c:pt idx="16">
                  <c:v>66.78</c:v>
                </c:pt>
                <c:pt idx="17">
                  <c:v>70.349999999999994</c:v>
                </c:pt>
                <c:pt idx="18">
                  <c:v>85.06</c:v>
                </c:pt>
                <c:pt idx="19">
                  <c:v>63.73</c:v>
                </c:pt>
                <c:pt idx="20">
                  <c:v>56.2</c:v>
                </c:pt>
                <c:pt idx="21">
                  <c:v>69.61</c:v>
                </c:pt>
                <c:pt idx="22">
                  <c:v>59.47</c:v>
                </c:pt>
                <c:pt idx="23">
                  <c:v>32.590000000000003</c:v>
                </c:pt>
                <c:pt idx="24">
                  <c:v>36.44</c:v>
                </c:pt>
                <c:pt idx="25">
                  <c:v>39.950000000000003</c:v>
                </c:pt>
                <c:pt idx="26">
                  <c:v>38.32</c:v>
                </c:pt>
                <c:pt idx="27">
                  <c:v>53.56</c:v>
                </c:pt>
                <c:pt idx="28">
                  <c:v>85.97</c:v>
                </c:pt>
                <c:pt idx="29">
                  <c:v>80.56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A01E-445F-876F-03BAA60A3D57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A01E-445F-876F-03BAA60A3D57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A01E-445F-876F-03BAA60A3D57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A01E-445F-876F-03BAA60A3D57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A01E-445F-876F-03BAA60A3D57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A01E-445F-876F-03BAA60A3D57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A01E-445F-876F-03BAA60A3D57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A01E-445F-876F-03BAA60A3D57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A01E-445F-876F-03BAA60A3D57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A01E-445F-876F-03BAA60A3D57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A01E-445F-876F-03BAA60A3D57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A01E-445F-876F-03BAA60A3D57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A01E-445F-876F-03BAA60A3D57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9-A01E-445F-876F-03BAA60A3D57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B-A01E-445F-876F-03BAA60A3D57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D-A01E-445F-876F-03BAA60A3D57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F-A01E-445F-876F-03BAA60A3D57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1-A01E-445F-876F-03BAA60A3D57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3-A01E-445F-876F-03BAA60A3D57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5-A01E-445F-876F-03BAA60A3D57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7-A01E-445F-876F-03BAA60A3D57}"/>
              </c:ext>
            </c:extLst>
          </c:dPt>
          <c:dPt>
            <c:idx val="2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9-A01E-445F-876F-03BAA60A3D57}"/>
              </c:ext>
            </c:extLst>
          </c:dPt>
          <c:dPt>
            <c:idx val="2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B-A01E-445F-876F-03BAA60A3D57}"/>
              </c:ext>
            </c:extLst>
          </c:dPt>
          <c:dPt>
            <c:idx val="2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D-A01E-445F-876F-03BAA60A3D57}"/>
              </c:ext>
            </c:extLst>
          </c:dPt>
          <c:dPt>
            <c:idx val="2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6F-A01E-445F-876F-03BAA60A3D57}"/>
              </c:ext>
            </c:extLst>
          </c:dPt>
          <c:dPt>
            <c:idx val="2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1-A01E-445F-876F-03BAA60A3D57}"/>
              </c:ext>
            </c:extLst>
          </c:dPt>
          <c:dPt>
            <c:idx val="2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3-A01E-445F-876F-03BAA60A3D57}"/>
              </c:ext>
            </c:extLst>
          </c:dPt>
          <c:dPt>
            <c:idx val="2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5-A01E-445F-876F-03BAA60A3D57}"/>
              </c:ext>
            </c:extLst>
          </c:dPt>
          <c:dPt>
            <c:idx val="2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77-A01E-445F-876F-03BAA60A3D57}"/>
              </c:ext>
            </c:extLst>
          </c:dPt>
          <c:cat>
            <c:strRef>
              <c:f>Sheet1!$A$2:$A$31</c:f>
              <c:strCache>
                <c:ptCount val="30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DAY9</c:v>
                </c:pt>
                <c:pt idx="16">
                  <c:v>DAY10</c:v>
                </c:pt>
                <c:pt idx="17">
                  <c:v>DAY11</c:v>
                </c:pt>
                <c:pt idx="18">
                  <c:v>DAY12</c:v>
                </c:pt>
                <c:pt idx="19">
                  <c:v>DAY13</c:v>
                </c:pt>
                <c:pt idx="20">
                  <c:v>DAY14</c:v>
                </c:pt>
                <c:pt idx="21">
                  <c:v>DAY15</c:v>
                </c:pt>
                <c:pt idx="22">
                  <c:v>DAY16</c:v>
                </c:pt>
                <c:pt idx="23">
                  <c:v>D+1</c:v>
                </c:pt>
                <c:pt idx="24">
                  <c:v>D+2</c:v>
                </c:pt>
                <c:pt idx="25">
                  <c:v>D+3</c:v>
                </c:pt>
                <c:pt idx="26">
                  <c:v>D+4</c:v>
                </c:pt>
                <c:pt idx="27">
                  <c:v>D+5</c:v>
                </c:pt>
                <c:pt idx="28">
                  <c:v>D+6</c:v>
                </c:pt>
                <c:pt idx="29">
                  <c:v>D+7</c:v>
                </c:pt>
              </c:strCache>
            </c: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7300</c:v>
                </c:pt>
                <c:pt idx="1">
                  <c:v>5903</c:v>
                </c:pt>
                <c:pt idx="2">
                  <c:v>4551</c:v>
                </c:pt>
                <c:pt idx="3">
                  <c:v>4593</c:v>
                </c:pt>
                <c:pt idx="4">
                  <c:v>4230</c:v>
                </c:pt>
                <c:pt idx="5">
                  <c:v>4352</c:v>
                </c:pt>
                <c:pt idx="6">
                  <c:v>5828</c:v>
                </c:pt>
                <c:pt idx="7">
                  <c:v>7705</c:v>
                </c:pt>
                <c:pt idx="8">
                  <c:v>5834</c:v>
                </c:pt>
                <c:pt idx="9">
                  <c:v>4399</c:v>
                </c:pt>
                <c:pt idx="10">
                  <c:v>4182</c:v>
                </c:pt>
                <c:pt idx="11">
                  <c:v>4593</c:v>
                </c:pt>
                <c:pt idx="12">
                  <c:v>5493</c:v>
                </c:pt>
                <c:pt idx="13">
                  <c:v>7134</c:v>
                </c:pt>
                <c:pt idx="14">
                  <c:v>7316</c:v>
                </c:pt>
                <c:pt idx="15">
                  <c:v>6558</c:v>
                </c:pt>
                <c:pt idx="16">
                  <c:v>5444</c:v>
                </c:pt>
                <c:pt idx="17">
                  <c:v>5248</c:v>
                </c:pt>
                <c:pt idx="18">
                  <c:v>6030</c:v>
                </c:pt>
                <c:pt idx="19">
                  <c:v>4837</c:v>
                </c:pt>
                <c:pt idx="20">
                  <c:v>4805</c:v>
                </c:pt>
                <c:pt idx="21">
                  <c:v>6004</c:v>
                </c:pt>
                <c:pt idx="22">
                  <c:v>4863</c:v>
                </c:pt>
                <c:pt idx="23">
                  <c:v>3724</c:v>
                </c:pt>
                <c:pt idx="24">
                  <c:v>3896</c:v>
                </c:pt>
                <c:pt idx="25">
                  <c:v>4437</c:v>
                </c:pt>
                <c:pt idx="26">
                  <c:v>4161</c:v>
                </c:pt>
                <c:pt idx="27">
                  <c:v>5707</c:v>
                </c:pt>
                <c:pt idx="28">
                  <c:v>7272</c:v>
                </c:pt>
                <c:pt idx="29">
                  <c:v>5652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편의점</cx:pt>
          <cx:pt idx="1">한식</cx:pt>
          <cx:pt idx="2">패스트푸드점</cx:pt>
          <cx:pt idx="3">브랜드커피전문점</cx:pt>
          <cx:pt idx="4">악세서리</cx:pt>
          <cx:pt idx="5">음료</cx:pt>
          <cx:pt idx="6">종합의류</cx:pt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400.89999999999998</cx:pt>
          <cx:pt idx="1">285.69999999999999</cx:pt>
          <cx:pt idx="2">152.30000000000001</cx:pt>
          <cx:pt idx="3">62.5</cx:pt>
          <cx:pt idx="4">21.300000000000001</cx:pt>
          <cx:pt idx="5">14.699999999999999</cx:pt>
          <cx:pt idx="6">8.6999999999999993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편의점</cx:pt>
          <cx:pt idx="1">패스트푸드점</cx:pt>
          <cx:pt idx="2">종합의류</cx:pt>
          <cx:pt idx="3">한식</cx:pt>
          <cx:pt idx="4">브랜드커피전문점</cx:pt>
          <cx:pt idx="5">악세서리</cx:pt>
          <cx:pt idx="6">음료</cx:pt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/>
          <cx:pt idx="8"/>
          <cx:pt idx="9"/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/>
          <cx:pt idx="8"/>
          <cx:pt idx="9"/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60.700000000000003</cx:pt>
          <cx:pt idx="1">8.8000000000000007</cx:pt>
          <cx:pt idx="2">5.2999999999999998</cx:pt>
          <cx:pt idx="3">4.2000000000000002</cx:pt>
          <cx:pt idx="4">2.7999999999999998</cx:pt>
          <cx:pt idx="5">1.2</cx:pt>
          <cx:pt idx="6">0.5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Relationship Id="rId4" Type="http://schemas.openxmlformats.org/officeDocument/2006/relationships/image" Target="../media/image3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Relationship Id="rId4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0.png"/><Relationship Id="rId4" Type="http://schemas.openxmlformats.org/officeDocument/2006/relationships/image" Target="../media/image3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7.png"/><Relationship Id="rId4" Type="http://schemas.openxmlformats.org/officeDocument/2006/relationships/image" Target="../media/image30.png"/><Relationship Id="rId5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30.png"/><Relationship Id="rId6" Type="http://schemas.openxmlformats.org/officeDocument/2006/relationships/image" Target="../media/image4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수원역인근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수원역인근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3,217,553명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3.3%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5일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(233,093명)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7.2%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(14,325명)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8.2%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1,030백만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44.8%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편의점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28.7%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6.0%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3,287,967명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3,113,694명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5.3%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3,217,553명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2.1%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1,341백만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1,095백만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18.4%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1,030백만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23.2% ▼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수원역인근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수원역인근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3,217,553명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3.3%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10월 5일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(233,093명)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14,325명)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8.2%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69.9%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558,029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9.3%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2.3% ▼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(14.2%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10월 5일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7.2%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30일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4.9%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201,097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190,790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59.3%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218,276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40.7%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8.5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780,697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17.1% ▼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2,247,833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14.1%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189,025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6.5% ▼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65.3%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2,659,531명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3.7% ▼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558,029명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59.0%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1,243,494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177,642명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3,217,553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201,097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1,287,655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183,951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수원역인근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1,030백만원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(90,445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6.0%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320원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9.0%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편의점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44.8%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10월3일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80.3%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459,624,000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(58,608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459,624,000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(58,608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57,047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(5,082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(39.0%)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(31.3%)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패스트푸드점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(18.7%)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(50.2%)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(25.2%)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패스트푸드점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(12.9%)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28.7%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(12.7%)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284백만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(27.6%)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295백만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(28.6%)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218백만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(21.2%)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(7.2%)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(2.5%)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브랜드커피전문점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악세서리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패스트푸드점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브랜드커피전문점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악세서리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8.5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브랜드커피전문점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패스트푸드점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브랜드커피전문점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12,476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11,605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9,358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(7,422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(11,775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827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(71,245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(72.7%)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(10.6%)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종합의류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(6.3%)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11,177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14,418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84,656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5,786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(42.4%)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(30.2%)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패스트푸드점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946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2033842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202424205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83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54,839,000원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5,251건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10,444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64,350,438원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5,653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11,384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52,483,143원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4,978건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10,542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179개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0.00089개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0.00005개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0.00005개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0.00051개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51개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0.00025개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7,466개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0.03713개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0.00118개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262개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0.00130개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0.00008개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42.8%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0.0009개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수원역환승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129대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1개 (129대)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76.1% 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0.0024대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2274</Words>
  <Application>Microsoft Office PowerPoint</Application>
  <PresentationFormat>와이드스크린</PresentationFormat>
  <Paragraphs>603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Pretendard</vt:lpstr>
      <vt:lpstr>Calibri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2025-11-04T03:43:04Z</dcterms:modified>
</cp:coreProperties>
</file>