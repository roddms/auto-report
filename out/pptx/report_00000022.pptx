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593.43340000000001</c:v>
                </c:pt>
                <c:pt idx="1">
                  <c:v>513.3125</c:v>
                </c:pt>
                <c:pt idx="2">
                  <c:v>607.38340000000005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-13.5</c:v>
                </c:pt>
                <c:pt idx="2">
                  <c:v>18.329999999999998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4814.8590000000004</c:v>
                </c:pt>
                <c:pt idx="1">
                  <c:v>5480.4560000000001</c:v>
                </c:pt>
                <c:pt idx="2">
                  <c:v>5563.5010000000002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13.82</c:v>
                </c:pt>
                <c:pt idx="2">
                  <c:v>1.52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EDF-42CC-B651-64DAF83FEA9D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101.5461</c:v>
                </c:pt>
                <c:pt idx="1">
                  <c:v>97.9636</c:v>
                </c:pt>
                <c:pt idx="2">
                  <c:v>91.813999999999993</c:v>
                </c:pt>
                <c:pt idx="3">
                  <c:v>112.1635</c:v>
                </c:pt>
                <c:pt idx="4">
                  <c:v>127.876</c:v>
                </c:pt>
                <c:pt idx="5">
                  <c:v>76.020399999999995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10704.0625</c:v>
                </c:pt>
                <c:pt idx="1">
                  <c:v>10840.0625</c:v>
                </c:pt>
                <c:pt idx="2">
                  <c:v>11390.0625</c:v>
                </c:pt>
                <c:pt idx="3">
                  <c:v>12233.6875</c:v>
                </c:pt>
                <c:pt idx="4">
                  <c:v>13572.9375</c:v>
                </c:pt>
                <c:pt idx="5">
                  <c:v>15596.5625</c:v>
                </c:pt>
                <c:pt idx="6">
                  <c:v>18084.4375</c:v>
                </c:pt>
                <c:pt idx="7">
                  <c:v>20214.4375</c:v>
                </c:pt>
                <c:pt idx="8">
                  <c:v>21857.5</c:v>
                </c:pt>
                <c:pt idx="9">
                  <c:v>22922.6875</c:v>
                </c:pt>
                <c:pt idx="10">
                  <c:v>23470.5625</c:v>
                </c:pt>
                <c:pt idx="11">
                  <c:v>23598.4375</c:v>
                </c:pt>
                <c:pt idx="12">
                  <c:v>23462.75</c:v>
                </c:pt>
                <c:pt idx="13">
                  <c:v>22963.8125</c:v>
                </c:pt>
                <c:pt idx="14">
                  <c:v>20783.5625</c:v>
                </c:pt>
                <c:pt idx="15">
                  <c:v>17207.625</c:v>
                </c:pt>
                <c:pt idx="16">
                  <c:v>13751.5625</c:v>
                </c:pt>
                <c:pt idx="17">
                  <c:v>11719.625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45.678600000000003</c:v>
                </c:pt>
                <c:pt idx="1">
                  <c:v>42.419699999999999</c:v>
                </c:pt>
                <c:pt idx="2">
                  <c:v>30.827999999999999</c:v>
                </c:pt>
                <c:pt idx="3">
                  <c:v>31.448</c:v>
                </c:pt>
                <c:pt idx="4">
                  <c:v>31.665800000000001</c:v>
                </c:pt>
                <c:pt idx="5">
                  <c:v>33.657200000000003</c:v>
                </c:pt>
                <c:pt idx="6">
                  <c:v>42.815199999999997</c:v>
                </c:pt>
                <c:pt idx="7">
                  <c:v>45.134799999999998</c:v>
                </c:pt>
                <c:pt idx="8">
                  <c:v>34.843800000000002</c:v>
                </c:pt>
                <c:pt idx="9">
                  <c:v>30.2729</c:v>
                </c:pt>
                <c:pt idx="10">
                  <c:v>36.987499999999997</c:v>
                </c:pt>
                <c:pt idx="11">
                  <c:v>48.239699999999999</c:v>
                </c:pt>
                <c:pt idx="12">
                  <c:v>42.889099999999999</c:v>
                </c:pt>
                <c:pt idx="13">
                  <c:v>32.732399999999998</c:v>
                </c:pt>
                <c:pt idx="14">
                  <c:v>40.068199999999997</c:v>
                </c:pt>
                <c:pt idx="15">
                  <c:v>37.702500000000001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7419EA3C-6FEB-41BD-B03A-05F2C5B8E6A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3EBDAAF-84EA-41A4-894D-900942924B8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295.93299999999999</c:v>
                </c:pt>
                <c:pt idx="1">
                  <c:v>311.4504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7A0CE4A9-274D-4D66-91B7-627B7047090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255CA65-71C2-47FB-A339-D925BA54975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557.79290000000003</c:v>
                </c:pt>
                <c:pt idx="1">
                  <c:v>49.591000000000001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A0CD27F-DA87-4192-958A-831DCB2F696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627068C-E4C5-46B5-A52F-C6AA10C7C6D5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772F60E-8787-4720-B8D5-D2B13BC1651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255.47139999999999</c:v>
                </c:pt>
                <c:pt idx="1">
                  <c:v>35.147799999999997</c:v>
                </c:pt>
                <c:pt idx="2">
                  <c:v>316.76440000000002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2959330</c:v>
                </c:pt>
                <c:pt idx="1">
                  <c:v>3114504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2CA-433B-8AE6-A2E733F7935A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1015461</c:v>
                </c:pt>
                <c:pt idx="1">
                  <c:v>979636</c:v>
                </c:pt>
                <c:pt idx="2">
                  <c:v>918140</c:v>
                </c:pt>
                <c:pt idx="3">
                  <c:v>1121635</c:v>
                </c:pt>
                <c:pt idx="4">
                  <c:v>1278760</c:v>
                </c:pt>
                <c:pt idx="5">
                  <c:v>760204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4.0599999999999996</c:v>
                </c:pt>
                <c:pt idx="1">
                  <c:v>19.36</c:v>
                </c:pt>
                <c:pt idx="2">
                  <c:v>23.48</c:v>
                </c:pt>
                <c:pt idx="3">
                  <c:v>13.63</c:v>
                </c:pt>
                <c:pt idx="4">
                  <c:v>20.89</c:v>
                </c:pt>
                <c:pt idx="5">
                  <c:v>38.71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45.678600000000003</c:v>
                </c:pt>
                <c:pt idx="1">
                  <c:v>42.419699999999999</c:v>
                </c:pt>
                <c:pt idx="2">
                  <c:v>30.827999999999999</c:v>
                </c:pt>
                <c:pt idx="3">
                  <c:v>31.448</c:v>
                </c:pt>
                <c:pt idx="4">
                  <c:v>31.665800000000001</c:v>
                </c:pt>
                <c:pt idx="5">
                  <c:v>33.657200000000003</c:v>
                </c:pt>
                <c:pt idx="6">
                  <c:v>42.815199999999997</c:v>
                </c:pt>
                <c:pt idx="7">
                  <c:v>45.134799999999998</c:v>
                </c:pt>
                <c:pt idx="8">
                  <c:v>34.843800000000002</c:v>
                </c:pt>
                <c:pt idx="9">
                  <c:v>30.2729</c:v>
                </c:pt>
                <c:pt idx="10">
                  <c:v>36.987499999999997</c:v>
                </c:pt>
                <c:pt idx="11">
                  <c:v>48.239699999999999</c:v>
                </c:pt>
                <c:pt idx="12">
                  <c:v>42.889099999999999</c:v>
                </c:pt>
                <c:pt idx="13">
                  <c:v>32.732399999999998</c:v>
                </c:pt>
                <c:pt idx="14">
                  <c:v>40.068199999999997</c:v>
                </c:pt>
                <c:pt idx="15">
                  <c:v>37.702500000000001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1.0600799999999999</c:v>
                </c:pt>
                <c:pt idx="1">
                  <c:v>1.06917</c:v>
                </c:pt>
                <c:pt idx="2">
                  <c:v>1.1236900000000001</c:v>
                </c:pt>
                <c:pt idx="3">
                  <c:v>1.19709</c:v>
                </c:pt>
                <c:pt idx="4">
                  <c:v>1.31951</c:v>
                </c:pt>
                <c:pt idx="5">
                  <c:v>1.51258</c:v>
                </c:pt>
                <c:pt idx="6">
                  <c:v>1.73776</c:v>
                </c:pt>
                <c:pt idx="7">
                  <c:v>1.9175800000000001</c:v>
                </c:pt>
                <c:pt idx="8">
                  <c:v>2.0389599999999999</c:v>
                </c:pt>
                <c:pt idx="9">
                  <c:v>2.1017399999999999</c:v>
                </c:pt>
                <c:pt idx="10">
                  <c:v>2.1336300000000001</c:v>
                </c:pt>
                <c:pt idx="11">
                  <c:v>2.1383999999999999</c:v>
                </c:pt>
                <c:pt idx="12">
                  <c:v>2.1458599999999999</c:v>
                </c:pt>
                <c:pt idx="13">
                  <c:v>2.1114299999999999</c:v>
                </c:pt>
                <c:pt idx="14">
                  <c:v>1.9415800000000001</c:v>
                </c:pt>
                <c:pt idx="15">
                  <c:v>1.64608</c:v>
                </c:pt>
                <c:pt idx="16">
                  <c:v>1.34914</c:v>
                </c:pt>
                <c:pt idx="17">
                  <c:v>1.1617200000000001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1.0876166666666667</c:v>
                </c:pt>
                <c:pt idx="1">
                  <c:v>1.1087333333333333</c:v>
                </c:pt>
                <c:pt idx="2">
                  <c:v>1.1645333333333334</c:v>
                </c:pt>
                <c:pt idx="3">
                  <c:v>1.2671666666666668</c:v>
                </c:pt>
                <c:pt idx="4">
                  <c:v>1.4202666666666668</c:v>
                </c:pt>
                <c:pt idx="5">
                  <c:v>1.6381166666666667</c:v>
                </c:pt>
                <c:pt idx="6">
                  <c:v>1.92625</c:v>
                </c:pt>
                <c:pt idx="7">
                  <c:v>2.19455</c:v>
                </c:pt>
                <c:pt idx="8">
                  <c:v>2.4304000000000001</c:v>
                </c:pt>
                <c:pt idx="9">
                  <c:v>2.6098166666666667</c:v>
                </c:pt>
                <c:pt idx="10">
                  <c:v>2.7027666666666668</c:v>
                </c:pt>
                <c:pt idx="11">
                  <c:v>2.7289166666666667</c:v>
                </c:pt>
                <c:pt idx="12">
                  <c:v>2.6802999999999999</c:v>
                </c:pt>
                <c:pt idx="13">
                  <c:v>2.6046333333333331</c:v>
                </c:pt>
                <c:pt idx="14">
                  <c:v>2.3063166666666666</c:v>
                </c:pt>
                <c:pt idx="15">
                  <c:v>1.8452333333333333</c:v>
                </c:pt>
                <c:pt idx="16">
                  <c:v>1.4185166666666666</c:v>
                </c:pt>
                <c:pt idx="17">
                  <c:v>1.1890333333333334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28.83541</c:v>
                </c:pt>
                <c:pt idx="1">
                  <c:v>23.922540000000001</c:v>
                </c:pt>
                <c:pt idx="2">
                  <c:v>25.547139999999999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5.0098399999999996</c:v>
                </c:pt>
                <c:pt idx="1">
                  <c:v>3.0549400000000002</c:v>
                </c:pt>
                <c:pt idx="2">
                  <c:v>3.51478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25.498069999999998</c:v>
                </c:pt>
                <c:pt idx="1">
                  <c:v>24.353739999999998</c:v>
                </c:pt>
                <c:pt idx="2">
                  <c:v>31.676439999999999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3.51749</c:v>
                </c:pt>
                <c:pt idx="1">
                  <c:v>3.3277399999999999</c:v>
                </c:pt>
                <c:pt idx="2">
                  <c:v>4.9591000000000003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55.825899999999997</c:v>
                </c:pt>
                <c:pt idx="1">
                  <c:v>48.003570000000003</c:v>
                </c:pt>
                <c:pt idx="2">
                  <c:v>55.779290000000003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C9A2-4922-BDB4-F1A4B0910CE9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C9A2-4922-BDB4-F1A4B0910CE9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C9A2-4922-BDB4-F1A4B0910CE9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C9A2-4922-BDB4-F1A4B0910CE9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C9A2-4922-BDB4-F1A4B0910CE9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C9A2-4922-BDB4-F1A4B0910CE9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404673</c:v>
                </c:pt>
                <c:pt idx="1">
                  <c:v>388692</c:v>
                </c:pt>
                <c:pt idx="2">
                  <c:v>297114</c:v>
                </c:pt>
                <c:pt idx="3">
                  <c:v>304524</c:v>
                </c:pt>
                <c:pt idx="4">
                  <c:v>291863</c:v>
                </c:pt>
                <c:pt idx="5">
                  <c:v>311170</c:v>
                </c:pt>
                <c:pt idx="6">
                  <c:v>333905</c:v>
                </c:pt>
                <c:pt idx="7">
                  <c:v>456786</c:v>
                </c:pt>
                <c:pt idx="8">
                  <c:v>424197</c:v>
                </c:pt>
                <c:pt idx="9">
                  <c:v>308280</c:v>
                </c:pt>
                <c:pt idx="10">
                  <c:v>314480</c:v>
                </c:pt>
                <c:pt idx="11">
                  <c:v>316658</c:v>
                </c:pt>
                <c:pt idx="12">
                  <c:v>336572</c:v>
                </c:pt>
                <c:pt idx="13">
                  <c:v>428152</c:v>
                </c:pt>
                <c:pt idx="14">
                  <c:v>451348</c:v>
                </c:pt>
                <c:pt idx="15">
                  <c:v>348438</c:v>
                </c:pt>
                <c:pt idx="16">
                  <c:v>302729</c:v>
                </c:pt>
                <c:pt idx="17">
                  <c:v>369875</c:v>
                </c:pt>
                <c:pt idx="18">
                  <c:v>482397</c:v>
                </c:pt>
                <c:pt idx="19">
                  <c:v>428891</c:v>
                </c:pt>
                <c:pt idx="20">
                  <c:v>327324</c:v>
                </c:pt>
                <c:pt idx="21">
                  <c:v>400682</c:v>
                </c:pt>
                <c:pt idx="22">
                  <c:v>377025</c:v>
                </c:pt>
                <c:pt idx="23">
                  <c:v>282909</c:v>
                </c:pt>
                <c:pt idx="24">
                  <c:v>297468</c:v>
                </c:pt>
                <c:pt idx="25">
                  <c:v>305101</c:v>
                </c:pt>
                <c:pt idx="26">
                  <c:v>310695</c:v>
                </c:pt>
                <c:pt idx="27">
                  <c:v>317432</c:v>
                </c:pt>
                <c:pt idx="28">
                  <c:v>402187</c:v>
                </c:pt>
                <c:pt idx="29">
                  <c:v>383421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99B7F98-65D7-44E5-ABB8-6DFEDC383E7A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2807.0839999999998</c:v>
                </c:pt>
                <c:pt idx="1">
                  <c:v>2756.41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40대</c:v>
                </c:pt>
                <c:pt idx="1">
                  <c:v>30대</c:v>
                </c:pt>
                <c:pt idx="2">
                  <c:v>50대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1540.297</c:v>
                </c:pt>
                <c:pt idx="1">
                  <c:v>1484.4390000000001</c:v>
                </c:pt>
                <c:pt idx="2">
                  <c:v>932.50599999999997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691.01199999999994</c:v>
                </c:pt>
                <c:pt idx="1">
                  <c:v>500.21</c:v>
                </c:pt>
                <c:pt idx="2">
                  <c:v>4372.2960000000003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1672.2739999999999</c:v>
                </c:pt>
                <c:pt idx="1">
                  <c:v>841.26900000000001</c:v>
                </c:pt>
                <c:pt idx="2">
                  <c:v>592.97199999999998</c:v>
                </c:pt>
                <c:pt idx="3">
                  <c:v>397.94099999999997</c:v>
                </c:pt>
                <c:pt idx="4">
                  <c:v>396.73200000000003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592.11199999999997</c:v>
                </c:pt>
                <c:pt idx="1">
                  <c:v>357.084</c:v>
                </c:pt>
                <c:pt idx="2">
                  <c:v>180.785</c:v>
                </c:pt>
                <c:pt idx="3">
                  <c:v>192.18199999999999</c:v>
                </c:pt>
                <c:pt idx="4">
                  <c:v>178.57400000000001</c:v>
                </c:pt>
                <c:pt idx="5">
                  <c:v>283.767</c:v>
                </c:pt>
                <c:pt idx="6">
                  <c:v>446.17899999999997</c:v>
                </c:pt>
                <c:pt idx="7">
                  <c:v>507.60599999999999</c:v>
                </c:pt>
                <c:pt idx="8">
                  <c:v>261.37799999999999</c:v>
                </c:pt>
                <c:pt idx="9">
                  <c:v>168.67599999999999</c:v>
                </c:pt>
                <c:pt idx="10">
                  <c:v>343.23099999999999</c:v>
                </c:pt>
                <c:pt idx="11">
                  <c:v>589.79499999999996</c:v>
                </c:pt>
                <c:pt idx="12">
                  <c:v>501.87700000000001</c:v>
                </c:pt>
                <c:pt idx="13">
                  <c:v>205.102</c:v>
                </c:pt>
                <c:pt idx="14">
                  <c:v>420.53</c:v>
                </c:pt>
                <c:pt idx="15">
                  <c:v>334.62299999999999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중식</c:v>
                </c:pt>
                <c:pt idx="7">
                  <c:v>종합의류</c:v>
                </c:pt>
                <c:pt idx="8">
                  <c:v>일식</c:v>
                </c:pt>
                <c:pt idx="9">
                  <c:v>농산물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1672.2739999999999</c:v>
                </c:pt>
                <c:pt idx="1">
                  <c:v>841.26900000000001</c:v>
                </c:pt>
                <c:pt idx="2">
                  <c:v>592.97199999999998</c:v>
                </c:pt>
                <c:pt idx="3">
                  <c:v>397.94099999999997</c:v>
                </c:pt>
                <c:pt idx="4">
                  <c:v>396.73200000000003</c:v>
                </c:pt>
                <c:pt idx="5">
                  <c:v>195.839</c:v>
                </c:pt>
                <c:pt idx="6">
                  <c:v>176.33799999999999</c:v>
                </c:pt>
                <c:pt idx="7">
                  <c:v>169.52699999999999</c:v>
                </c:pt>
                <c:pt idx="8">
                  <c:v>139.858</c:v>
                </c:pt>
                <c:pt idx="9">
                  <c:v>118.39400000000001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중식</c:v>
                </c:pt>
                <c:pt idx="7">
                  <c:v>종합의류</c:v>
                </c:pt>
                <c:pt idx="8">
                  <c:v>일식</c:v>
                </c:pt>
                <c:pt idx="9">
                  <c:v>농산물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41945</c:v>
                </c:pt>
                <c:pt idx="1">
                  <c:v>56102</c:v>
                </c:pt>
                <c:pt idx="2">
                  <c:v>12834</c:v>
                </c:pt>
                <c:pt idx="3">
                  <c:v>20140</c:v>
                </c:pt>
                <c:pt idx="4">
                  <c:v>14311</c:v>
                </c:pt>
                <c:pt idx="5">
                  <c:v>29452</c:v>
                </c:pt>
                <c:pt idx="6">
                  <c:v>3951</c:v>
                </c:pt>
                <c:pt idx="7">
                  <c:v>3049</c:v>
                </c:pt>
                <c:pt idx="8">
                  <c:v>3362</c:v>
                </c:pt>
                <c:pt idx="9">
                  <c:v>7625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가방,핸드백</c:v>
                </c:pt>
                <c:pt idx="1">
                  <c:v>건강보조식품</c:v>
                </c:pt>
                <c:pt idx="2">
                  <c:v>스포츠의류/용품</c:v>
                </c:pt>
                <c:pt idx="3">
                  <c:v>유흥음식/주점</c:v>
                </c:pt>
                <c:pt idx="4">
                  <c:v>차량정비/부품</c:v>
                </c:pt>
                <c:pt idx="5">
                  <c:v>주점</c:v>
                </c:pt>
                <c:pt idx="6">
                  <c:v>여성정장</c:v>
                </c:pt>
                <c:pt idx="7">
                  <c:v>미용실</c:v>
                </c:pt>
                <c:pt idx="8">
                  <c:v>단란주점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22.378125000000001</c:v>
                </c:pt>
                <c:pt idx="1">
                  <c:v>15.144964028776979</c:v>
                </c:pt>
                <c:pt idx="2">
                  <c:v>12.959111111111111</c:v>
                </c:pt>
                <c:pt idx="3">
                  <c:v>10.4</c:v>
                </c:pt>
                <c:pt idx="4">
                  <c:v>7.0781954887218044</c:v>
                </c:pt>
                <c:pt idx="5">
                  <c:v>6.6561106840891622</c:v>
                </c:pt>
                <c:pt idx="6">
                  <c:v>6.0433962264150942</c:v>
                </c:pt>
                <c:pt idx="7">
                  <c:v>6.005859375</c:v>
                </c:pt>
                <c:pt idx="8">
                  <c:v>5.7937500000000002</c:v>
                </c:pt>
                <c:pt idx="9">
                  <c:v>5.560085273860282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중식</c:v>
                </c:pt>
                <c:pt idx="7">
                  <c:v>종합의류</c:v>
                </c:pt>
                <c:pt idx="8">
                  <c:v>일식</c:v>
                </c:pt>
                <c:pt idx="9">
                  <c:v>농산물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955.50400000000002</c:v>
                </c:pt>
                <c:pt idx="1">
                  <c:v>342.78199999999998</c:v>
                </c:pt>
                <c:pt idx="2">
                  <c:v>281.14499999999998</c:v>
                </c:pt>
                <c:pt idx="3">
                  <c:v>222.226</c:v>
                </c:pt>
                <c:pt idx="4">
                  <c:v>200.48500000000001</c:v>
                </c:pt>
                <c:pt idx="5">
                  <c:v>115.27800000000001</c:v>
                </c:pt>
                <c:pt idx="6">
                  <c:v>98.507999999999996</c:v>
                </c:pt>
                <c:pt idx="7">
                  <c:v>55.734999999999999</c:v>
                </c:pt>
                <c:pt idx="8">
                  <c:v>70.971000000000004</c:v>
                </c:pt>
                <c:pt idx="9">
                  <c:v>49.027999999999999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중식</c:v>
                </c:pt>
                <c:pt idx="7">
                  <c:v>종합의류</c:v>
                </c:pt>
                <c:pt idx="8">
                  <c:v>일식</c:v>
                </c:pt>
                <c:pt idx="9">
                  <c:v>농산물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716.77099999999996</c:v>
                </c:pt>
                <c:pt idx="1">
                  <c:v>498.483</c:v>
                </c:pt>
                <c:pt idx="2">
                  <c:v>311.83300000000003</c:v>
                </c:pt>
                <c:pt idx="3">
                  <c:v>175.71299999999999</c:v>
                </c:pt>
                <c:pt idx="4">
                  <c:v>196.24799999999999</c:v>
                </c:pt>
                <c:pt idx="5">
                  <c:v>80.561999999999998</c:v>
                </c:pt>
                <c:pt idx="6">
                  <c:v>77.828000000000003</c:v>
                </c:pt>
                <c:pt idx="7">
                  <c:v>113.79300000000001</c:v>
                </c:pt>
                <c:pt idx="8">
                  <c:v>68.888000000000005</c:v>
                </c:pt>
                <c:pt idx="9">
                  <c:v>69.367000000000004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4.4999999999999998E-2</c:v>
                </c:pt>
                <c:pt idx="1">
                  <c:v>2.4630000000000001</c:v>
                </c:pt>
                <c:pt idx="2">
                  <c:v>0.38800000000000001</c:v>
                </c:pt>
                <c:pt idx="3">
                  <c:v>0.58299999999999996</c:v>
                </c:pt>
                <c:pt idx="4">
                  <c:v>4.0389999999999997</c:v>
                </c:pt>
                <c:pt idx="5">
                  <c:v>31.869</c:v>
                </c:pt>
                <c:pt idx="6">
                  <c:v>112.746</c:v>
                </c:pt>
                <c:pt idx="7">
                  <c:v>149.98599999999999</c:v>
                </c:pt>
                <c:pt idx="8">
                  <c:v>136.07499999999999</c:v>
                </c:pt>
                <c:pt idx="9">
                  <c:v>89.664000000000001</c:v>
                </c:pt>
                <c:pt idx="10">
                  <c:v>86.436999999999998</c:v>
                </c:pt>
                <c:pt idx="11">
                  <c:v>145.12200000000001</c:v>
                </c:pt>
                <c:pt idx="12">
                  <c:v>256.34199999999998</c:v>
                </c:pt>
                <c:pt idx="13">
                  <c:v>239.53100000000001</c:v>
                </c:pt>
                <c:pt idx="14">
                  <c:v>198.39699999999999</c:v>
                </c:pt>
                <c:pt idx="15">
                  <c:v>114.402</c:v>
                </c:pt>
                <c:pt idx="16">
                  <c:v>61.738999999999997</c:v>
                </c:pt>
                <c:pt idx="17">
                  <c:v>22.173999999999999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0.17499999999999999</c:v>
                </c:pt>
                <c:pt idx="2">
                  <c:v>2.758</c:v>
                </c:pt>
                <c:pt idx="3">
                  <c:v>4.8079999999999998</c:v>
                </c:pt>
                <c:pt idx="4">
                  <c:v>14.818</c:v>
                </c:pt>
                <c:pt idx="5">
                  <c:v>53.884999999999998</c:v>
                </c:pt>
                <c:pt idx="6">
                  <c:v>67.06</c:v>
                </c:pt>
                <c:pt idx="7">
                  <c:v>90.977000000000004</c:v>
                </c:pt>
                <c:pt idx="8">
                  <c:v>120.651</c:v>
                </c:pt>
                <c:pt idx="9">
                  <c:v>120.21599999999999</c:v>
                </c:pt>
                <c:pt idx="10">
                  <c:v>97.119</c:v>
                </c:pt>
                <c:pt idx="11">
                  <c:v>74.572000000000003</c:v>
                </c:pt>
                <c:pt idx="12">
                  <c:v>59.628</c:v>
                </c:pt>
                <c:pt idx="13">
                  <c:v>50.088999999999999</c:v>
                </c:pt>
                <c:pt idx="14">
                  <c:v>43.991999999999997</c:v>
                </c:pt>
                <c:pt idx="15">
                  <c:v>24.978000000000002</c:v>
                </c:pt>
                <c:pt idx="16">
                  <c:v>7.4669999999999996</c:v>
                </c:pt>
                <c:pt idx="17">
                  <c:v>4.4619999999999997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1.2E-2</c:v>
                </c:pt>
                <c:pt idx="3">
                  <c:v>4.3999999999999997E-2</c:v>
                </c:pt>
                <c:pt idx="4">
                  <c:v>0.61</c:v>
                </c:pt>
                <c:pt idx="5">
                  <c:v>17.971</c:v>
                </c:pt>
                <c:pt idx="6">
                  <c:v>62.345999999999997</c:v>
                </c:pt>
                <c:pt idx="7">
                  <c:v>73.680000000000007</c:v>
                </c:pt>
                <c:pt idx="8">
                  <c:v>62.11</c:v>
                </c:pt>
                <c:pt idx="9">
                  <c:v>36.484999999999999</c:v>
                </c:pt>
                <c:pt idx="10">
                  <c:v>22.975999999999999</c:v>
                </c:pt>
                <c:pt idx="11">
                  <c:v>52.683999999999997</c:v>
                </c:pt>
                <c:pt idx="12">
                  <c:v>90.194999999999993</c:v>
                </c:pt>
                <c:pt idx="13">
                  <c:v>75.052000000000007</c:v>
                </c:pt>
                <c:pt idx="14">
                  <c:v>46.253999999999998</c:v>
                </c:pt>
                <c:pt idx="15">
                  <c:v>22.138000000000002</c:v>
                </c:pt>
                <c:pt idx="16">
                  <c:v>14.680999999999999</c:v>
                </c:pt>
                <c:pt idx="17">
                  <c:v>8.07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0.2</c:v>
                </c:pt>
                <c:pt idx="1">
                  <c:v>4.2999999999999997E-2</c:v>
                </c:pt>
                <c:pt idx="2">
                  <c:v>0.32900000000000001</c:v>
                </c:pt>
                <c:pt idx="3">
                  <c:v>0.60499999999999998</c:v>
                </c:pt>
                <c:pt idx="4">
                  <c:v>2.044</c:v>
                </c:pt>
                <c:pt idx="5">
                  <c:v>8.9830000000000005</c:v>
                </c:pt>
                <c:pt idx="6">
                  <c:v>23.765000000000001</c:v>
                </c:pt>
                <c:pt idx="7">
                  <c:v>35.639000000000003</c:v>
                </c:pt>
                <c:pt idx="8">
                  <c:v>35.494999999999997</c:v>
                </c:pt>
                <c:pt idx="9">
                  <c:v>38.22</c:v>
                </c:pt>
                <c:pt idx="10">
                  <c:v>33.728999999999999</c:v>
                </c:pt>
                <c:pt idx="11">
                  <c:v>42.978000000000002</c:v>
                </c:pt>
                <c:pt idx="12">
                  <c:v>43.884999999999998</c:v>
                </c:pt>
                <c:pt idx="13">
                  <c:v>41.26</c:v>
                </c:pt>
                <c:pt idx="14">
                  <c:v>38.212000000000003</c:v>
                </c:pt>
                <c:pt idx="15">
                  <c:v>30.904</c:v>
                </c:pt>
                <c:pt idx="16">
                  <c:v>20.428000000000001</c:v>
                </c:pt>
                <c:pt idx="17">
                  <c:v>1.135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1.258</c:v>
                </c:pt>
                <c:pt idx="1">
                  <c:v>0.49399999999999999</c:v>
                </c:pt>
                <c:pt idx="2">
                  <c:v>2.7850000000000001</c:v>
                </c:pt>
                <c:pt idx="3">
                  <c:v>18.236999999999998</c:v>
                </c:pt>
                <c:pt idx="4">
                  <c:v>41.73</c:v>
                </c:pt>
                <c:pt idx="5">
                  <c:v>42.515000000000001</c:v>
                </c:pt>
                <c:pt idx="6">
                  <c:v>41.844999999999999</c:v>
                </c:pt>
                <c:pt idx="7">
                  <c:v>41.475000000000001</c:v>
                </c:pt>
                <c:pt idx="8">
                  <c:v>45.161999999999999</c:v>
                </c:pt>
                <c:pt idx="9">
                  <c:v>51.716999999999999</c:v>
                </c:pt>
                <c:pt idx="10">
                  <c:v>34.308999999999997</c:v>
                </c:pt>
                <c:pt idx="11">
                  <c:v>25.664000000000001</c:v>
                </c:pt>
                <c:pt idx="12">
                  <c:v>20.033999999999999</c:v>
                </c:pt>
                <c:pt idx="13">
                  <c:v>10.853</c:v>
                </c:pt>
                <c:pt idx="14">
                  <c:v>4.931</c:v>
                </c:pt>
                <c:pt idx="15">
                  <c:v>5.8769999999999998</c:v>
                </c:pt>
                <c:pt idx="16">
                  <c:v>2.4390000000000001</c:v>
                </c:pt>
                <c:pt idx="17">
                  <c:v>1.1890000000000001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175000</c:v>
                </c:pt>
                <c:pt idx="2">
                  <c:v>2758000</c:v>
                </c:pt>
                <c:pt idx="3">
                  <c:v>4808000</c:v>
                </c:pt>
                <c:pt idx="4">
                  <c:v>14818000</c:v>
                </c:pt>
                <c:pt idx="5">
                  <c:v>53885000</c:v>
                </c:pt>
                <c:pt idx="6">
                  <c:v>67060000</c:v>
                </c:pt>
                <c:pt idx="7">
                  <c:v>90977000</c:v>
                </c:pt>
                <c:pt idx="8">
                  <c:v>120651000</c:v>
                </c:pt>
                <c:pt idx="9">
                  <c:v>120216000</c:v>
                </c:pt>
                <c:pt idx="10">
                  <c:v>97119000</c:v>
                </c:pt>
                <c:pt idx="11">
                  <c:v>74572000</c:v>
                </c:pt>
                <c:pt idx="12">
                  <c:v>59628000</c:v>
                </c:pt>
                <c:pt idx="13">
                  <c:v>50089000</c:v>
                </c:pt>
                <c:pt idx="14">
                  <c:v>43992000</c:v>
                </c:pt>
                <c:pt idx="15">
                  <c:v>24978000</c:v>
                </c:pt>
                <c:pt idx="16">
                  <c:v>7467000</c:v>
                </c:pt>
                <c:pt idx="17">
                  <c:v>4462000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45000</c:v>
                </c:pt>
                <c:pt idx="1">
                  <c:v>2463000</c:v>
                </c:pt>
                <c:pt idx="2">
                  <c:v>388000</c:v>
                </c:pt>
                <c:pt idx="3">
                  <c:v>583000</c:v>
                </c:pt>
                <c:pt idx="4">
                  <c:v>4039000</c:v>
                </c:pt>
                <c:pt idx="5">
                  <c:v>31869000</c:v>
                </c:pt>
                <c:pt idx="6">
                  <c:v>112746000</c:v>
                </c:pt>
                <c:pt idx="7">
                  <c:v>149986000</c:v>
                </c:pt>
                <c:pt idx="8">
                  <c:v>136075000</c:v>
                </c:pt>
                <c:pt idx="9">
                  <c:v>89664000</c:v>
                </c:pt>
                <c:pt idx="10">
                  <c:v>86437000</c:v>
                </c:pt>
                <c:pt idx="11">
                  <c:v>145122000</c:v>
                </c:pt>
                <c:pt idx="12">
                  <c:v>256342000</c:v>
                </c:pt>
                <c:pt idx="13">
                  <c:v>239531000</c:v>
                </c:pt>
                <c:pt idx="14">
                  <c:v>198397000</c:v>
                </c:pt>
                <c:pt idx="15">
                  <c:v>114402000</c:v>
                </c:pt>
                <c:pt idx="16">
                  <c:v>61739000</c:v>
                </c:pt>
                <c:pt idx="17">
                  <c:v>22174000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3259000</c:v>
                </c:pt>
                <c:pt idx="1">
                  <c:v>2773000</c:v>
                </c:pt>
                <c:pt idx="2">
                  <c:v>3610000</c:v>
                </c:pt>
                <c:pt idx="3">
                  <c:v>3674000</c:v>
                </c:pt>
                <c:pt idx="4">
                  <c:v>5623000</c:v>
                </c:pt>
                <c:pt idx="5">
                  <c:v>6222000</c:v>
                </c:pt>
                <c:pt idx="6">
                  <c:v>8151000</c:v>
                </c:pt>
                <c:pt idx="7">
                  <c:v>9040000</c:v>
                </c:pt>
                <c:pt idx="8">
                  <c:v>10330000</c:v>
                </c:pt>
                <c:pt idx="9">
                  <c:v>11717000</c:v>
                </c:pt>
                <c:pt idx="10">
                  <c:v>14570000</c:v>
                </c:pt>
                <c:pt idx="11">
                  <c:v>17359000</c:v>
                </c:pt>
                <c:pt idx="12">
                  <c:v>21730000</c:v>
                </c:pt>
                <c:pt idx="13">
                  <c:v>17702000</c:v>
                </c:pt>
                <c:pt idx="14">
                  <c:v>20260000</c:v>
                </c:pt>
                <c:pt idx="15">
                  <c:v>15161000</c:v>
                </c:pt>
                <c:pt idx="16">
                  <c:v>9776000</c:v>
                </c:pt>
                <c:pt idx="17">
                  <c:v>5248000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75000</c:v>
                </c:pt>
                <c:pt idx="4">
                  <c:v>268000</c:v>
                </c:pt>
                <c:pt idx="5">
                  <c:v>688000</c:v>
                </c:pt>
                <c:pt idx="6">
                  <c:v>1632000</c:v>
                </c:pt>
                <c:pt idx="7">
                  <c:v>1706000</c:v>
                </c:pt>
                <c:pt idx="8">
                  <c:v>4402000</c:v>
                </c:pt>
                <c:pt idx="9">
                  <c:v>4215000</c:v>
                </c:pt>
                <c:pt idx="10">
                  <c:v>6400000</c:v>
                </c:pt>
                <c:pt idx="11">
                  <c:v>5887000</c:v>
                </c:pt>
                <c:pt idx="12">
                  <c:v>5296000</c:v>
                </c:pt>
                <c:pt idx="13">
                  <c:v>4629000</c:v>
                </c:pt>
                <c:pt idx="14">
                  <c:v>4698000</c:v>
                </c:pt>
                <c:pt idx="15">
                  <c:v>3659000</c:v>
                </c:pt>
                <c:pt idx="16">
                  <c:v>2927000</c:v>
                </c:pt>
                <c:pt idx="17">
                  <c:v>337000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1258000</c:v>
                </c:pt>
                <c:pt idx="1">
                  <c:v>494000</c:v>
                </c:pt>
                <c:pt idx="2">
                  <c:v>2785000</c:v>
                </c:pt>
                <c:pt idx="3">
                  <c:v>18237000</c:v>
                </c:pt>
                <c:pt idx="4">
                  <c:v>41730000</c:v>
                </c:pt>
                <c:pt idx="5">
                  <c:v>42515000</c:v>
                </c:pt>
                <c:pt idx="6">
                  <c:v>41845000</c:v>
                </c:pt>
                <c:pt idx="7">
                  <c:v>41475000</c:v>
                </c:pt>
                <c:pt idx="8">
                  <c:v>45162000</c:v>
                </c:pt>
                <c:pt idx="9">
                  <c:v>51717000</c:v>
                </c:pt>
                <c:pt idx="10">
                  <c:v>34309000</c:v>
                </c:pt>
                <c:pt idx="11">
                  <c:v>25664000</c:v>
                </c:pt>
                <c:pt idx="12">
                  <c:v>20034000</c:v>
                </c:pt>
                <c:pt idx="13">
                  <c:v>10853000</c:v>
                </c:pt>
                <c:pt idx="14">
                  <c:v>4931000</c:v>
                </c:pt>
                <c:pt idx="15">
                  <c:v>5877000</c:v>
                </c:pt>
                <c:pt idx="16">
                  <c:v>2439000</c:v>
                </c:pt>
                <c:pt idx="17">
                  <c:v>1189000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중식</c:v>
                </c:pt>
                <c:pt idx="7">
                  <c:v>종합의류</c:v>
                </c:pt>
                <c:pt idx="8">
                  <c:v>일식</c:v>
                </c:pt>
                <c:pt idx="9">
                  <c:v>농산물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197.87200000000001</c:v>
                </c:pt>
                <c:pt idx="1">
                  <c:v>71.295000000000002</c:v>
                </c:pt>
                <c:pt idx="2">
                  <c:v>48.109000000000002</c:v>
                </c:pt>
                <c:pt idx="3">
                  <c:v>34.933</c:v>
                </c:pt>
                <c:pt idx="4">
                  <c:v>70.981999999999999</c:v>
                </c:pt>
                <c:pt idx="5">
                  <c:v>52.414000000000001</c:v>
                </c:pt>
                <c:pt idx="6">
                  <c:v>20.524000000000001</c:v>
                </c:pt>
                <c:pt idx="7">
                  <c:v>15.728</c:v>
                </c:pt>
                <c:pt idx="8">
                  <c:v>12.715999999999999</c:v>
                </c:pt>
                <c:pt idx="9">
                  <c:v>40.420999999999999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중식</c:v>
                </c:pt>
                <c:pt idx="7">
                  <c:v>종합의류</c:v>
                </c:pt>
                <c:pt idx="8">
                  <c:v>일식</c:v>
                </c:pt>
                <c:pt idx="9">
                  <c:v>농산물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1321.0930000000001</c:v>
                </c:pt>
                <c:pt idx="1">
                  <c:v>690.69399999999996</c:v>
                </c:pt>
                <c:pt idx="2">
                  <c:v>487.58300000000003</c:v>
                </c:pt>
                <c:pt idx="3">
                  <c:v>327.322</c:v>
                </c:pt>
                <c:pt idx="4">
                  <c:v>311.60399999999998</c:v>
                </c:pt>
                <c:pt idx="5">
                  <c:v>123.664</c:v>
                </c:pt>
                <c:pt idx="6">
                  <c:v>141.62799999999999</c:v>
                </c:pt>
                <c:pt idx="7">
                  <c:v>108.825</c:v>
                </c:pt>
                <c:pt idx="8">
                  <c:v>110.89400000000001</c:v>
                </c:pt>
                <c:pt idx="9">
                  <c:v>76.045000000000002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중식</c:v>
                </c:pt>
                <c:pt idx="7">
                  <c:v>종합의류</c:v>
                </c:pt>
                <c:pt idx="8">
                  <c:v>일식</c:v>
                </c:pt>
                <c:pt idx="9">
                  <c:v>농산물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153.31100000000001</c:v>
                </c:pt>
                <c:pt idx="1">
                  <c:v>79.281000000000006</c:v>
                </c:pt>
                <c:pt idx="2">
                  <c:v>57.279000000000003</c:v>
                </c:pt>
                <c:pt idx="3">
                  <c:v>35.686</c:v>
                </c:pt>
                <c:pt idx="4">
                  <c:v>14.15</c:v>
                </c:pt>
                <c:pt idx="5">
                  <c:v>19.762</c:v>
                </c:pt>
                <c:pt idx="6">
                  <c:v>14.183999999999999</c:v>
                </c:pt>
                <c:pt idx="7">
                  <c:v>44.973999999999997</c:v>
                </c:pt>
                <c:pt idx="8">
                  <c:v>16.248999999999999</c:v>
                </c:pt>
                <c:pt idx="9">
                  <c:v>1.93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549-4DAF-A9D3-8150BDD3A1F1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549-4DAF-A9D3-8150BDD3A1F1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549-4DAF-A9D3-8150BDD3A1F1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549-4DAF-A9D3-8150BDD3A1F1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549-4DAF-A9D3-8150BDD3A1F1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B549-4DAF-A9D3-8150BDD3A1F1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B549-4DAF-A9D3-8150BDD3A1F1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B549-4DAF-A9D3-8150BDD3A1F1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B549-4DAF-A9D3-8150BDD3A1F1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B549-4DAF-A9D3-8150BDD3A1F1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B549-4DAF-A9D3-8150BDD3A1F1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B549-4DAF-A9D3-8150BDD3A1F1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B549-4DAF-A9D3-8150BDD3A1F1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B549-4DAF-A9D3-8150BDD3A1F1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B549-4DAF-A9D3-8150BDD3A1F1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B549-4DAF-A9D3-8150BDD3A1F1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B549-4DAF-A9D3-8150BDD3A1F1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B549-4DAF-A9D3-8150BDD3A1F1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B549-4DAF-A9D3-8150BDD3A1F1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B549-4DAF-A9D3-8150BDD3A1F1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B549-4DAF-A9D3-8150BDD3A1F1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B549-4DAF-A9D3-8150BDD3A1F1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B549-4DAF-A9D3-8150BDD3A1F1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B549-4DAF-A9D3-8150BDD3A1F1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B549-4DAF-A9D3-8150BDD3A1F1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B549-4DAF-A9D3-8150BDD3A1F1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B549-4DAF-A9D3-8150BDD3A1F1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B549-4DAF-A9D3-8150BDD3A1F1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B549-4DAF-A9D3-8150BDD3A1F1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490.68</c:v>
                </c:pt>
                <c:pt idx="1">
                  <c:v>430.89</c:v>
                </c:pt>
                <c:pt idx="2">
                  <c:v>150.88999999999999</c:v>
                </c:pt>
                <c:pt idx="3">
                  <c:v>233.5</c:v>
                </c:pt>
                <c:pt idx="4">
                  <c:v>127</c:v>
                </c:pt>
                <c:pt idx="5">
                  <c:v>186.77</c:v>
                </c:pt>
                <c:pt idx="6">
                  <c:v>251.28</c:v>
                </c:pt>
                <c:pt idx="7">
                  <c:v>592.11</c:v>
                </c:pt>
                <c:pt idx="8">
                  <c:v>357.08</c:v>
                </c:pt>
                <c:pt idx="9">
                  <c:v>180.79</c:v>
                </c:pt>
                <c:pt idx="10">
                  <c:v>192.18</c:v>
                </c:pt>
                <c:pt idx="11">
                  <c:v>178.57</c:v>
                </c:pt>
                <c:pt idx="12">
                  <c:v>283.77</c:v>
                </c:pt>
                <c:pt idx="13">
                  <c:v>446.18</c:v>
                </c:pt>
                <c:pt idx="14">
                  <c:v>507.61</c:v>
                </c:pt>
                <c:pt idx="15">
                  <c:v>261.38</c:v>
                </c:pt>
                <c:pt idx="16">
                  <c:v>168.68</c:v>
                </c:pt>
                <c:pt idx="17">
                  <c:v>343.23</c:v>
                </c:pt>
                <c:pt idx="18">
                  <c:v>589.79999999999995</c:v>
                </c:pt>
                <c:pt idx="19">
                  <c:v>501.88</c:v>
                </c:pt>
                <c:pt idx="20">
                  <c:v>205.1</c:v>
                </c:pt>
                <c:pt idx="21">
                  <c:v>420.53</c:v>
                </c:pt>
                <c:pt idx="22">
                  <c:v>334.62</c:v>
                </c:pt>
                <c:pt idx="23">
                  <c:v>105.27</c:v>
                </c:pt>
                <c:pt idx="24">
                  <c:v>128.96</c:v>
                </c:pt>
                <c:pt idx="25">
                  <c:v>177.6</c:v>
                </c:pt>
                <c:pt idx="26">
                  <c:v>175.93</c:v>
                </c:pt>
                <c:pt idx="27">
                  <c:v>200.74</c:v>
                </c:pt>
                <c:pt idx="28">
                  <c:v>464.26</c:v>
                </c:pt>
                <c:pt idx="29">
                  <c:v>390.29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B549-4DAF-A9D3-8150BDD3A1F1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B549-4DAF-A9D3-8150BDD3A1F1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B549-4DAF-A9D3-8150BDD3A1F1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B549-4DAF-A9D3-8150BDD3A1F1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B549-4DAF-A9D3-8150BDD3A1F1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B549-4DAF-A9D3-8150BDD3A1F1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B549-4DAF-A9D3-8150BDD3A1F1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B549-4DAF-A9D3-8150BDD3A1F1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B549-4DAF-A9D3-8150BDD3A1F1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B549-4DAF-A9D3-8150BDD3A1F1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B549-4DAF-A9D3-8150BDD3A1F1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B549-4DAF-A9D3-8150BDD3A1F1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B549-4DAF-A9D3-8150BDD3A1F1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9-B549-4DAF-A9D3-8150BDD3A1F1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B-B549-4DAF-A9D3-8150BDD3A1F1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D-B549-4DAF-A9D3-8150BDD3A1F1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F-B549-4DAF-A9D3-8150BDD3A1F1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1-B549-4DAF-A9D3-8150BDD3A1F1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3-B549-4DAF-A9D3-8150BDD3A1F1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5-B549-4DAF-A9D3-8150BDD3A1F1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7-B549-4DAF-A9D3-8150BDD3A1F1}"/>
              </c:ext>
            </c:extLst>
          </c:dPt>
          <c:dPt>
            <c:idx val="2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9-B549-4DAF-A9D3-8150BDD3A1F1}"/>
              </c:ext>
            </c:extLst>
          </c:dPt>
          <c:dPt>
            <c:idx val="2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B-B549-4DAF-A9D3-8150BDD3A1F1}"/>
              </c:ext>
            </c:extLst>
          </c:dPt>
          <c:dPt>
            <c:idx val="2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D-B549-4DAF-A9D3-8150BDD3A1F1}"/>
              </c:ext>
            </c:extLst>
          </c:dPt>
          <c:dPt>
            <c:idx val="2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F-B549-4DAF-A9D3-8150BDD3A1F1}"/>
              </c:ext>
            </c:extLst>
          </c:dPt>
          <c:dPt>
            <c:idx val="2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1-B549-4DAF-A9D3-8150BDD3A1F1}"/>
              </c:ext>
            </c:extLst>
          </c:dPt>
          <c:dPt>
            <c:idx val="2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3-B549-4DAF-A9D3-8150BDD3A1F1}"/>
              </c:ext>
            </c:extLst>
          </c:dPt>
          <c:dPt>
            <c:idx val="2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5-B549-4DAF-A9D3-8150BDD3A1F1}"/>
              </c:ext>
            </c:extLst>
          </c:dPt>
          <c:dPt>
            <c:idx val="2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7-B549-4DAF-A9D3-8150BDD3A1F1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21848</c:v>
                </c:pt>
                <c:pt idx="1">
                  <c:v>21099</c:v>
                </c:pt>
                <c:pt idx="2">
                  <c:v>7911</c:v>
                </c:pt>
                <c:pt idx="3">
                  <c:v>8156</c:v>
                </c:pt>
                <c:pt idx="4">
                  <c:v>5462</c:v>
                </c:pt>
                <c:pt idx="5">
                  <c:v>8121</c:v>
                </c:pt>
                <c:pt idx="6">
                  <c:v>10947</c:v>
                </c:pt>
                <c:pt idx="7">
                  <c:v>28639</c:v>
                </c:pt>
                <c:pt idx="8">
                  <c:v>17389</c:v>
                </c:pt>
                <c:pt idx="9">
                  <c:v>8191</c:v>
                </c:pt>
                <c:pt idx="10">
                  <c:v>8840</c:v>
                </c:pt>
                <c:pt idx="11">
                  <c:v>8994</c:v>
                </c:pt>
                <c:pt idx="12">
                  <c:v>11402</c:v>
                </c:pt>
                <c:pt idx="13">
                  <c:v>22097</c:v>
                </c:pt>
                <c:pt idx="14">
                  <c:v>24726</c:v>
                </c:pt>
                <c:pt idx="15">
                  <c:v>11871</c:v>
                </c:pt>
                <c:pt idx="16">
                  <c:v>7232</c:v>
                </c:pt>
                <c:pt idx="17">
                  <c:v>16462</c:v>
                </c:pt>
                <c:pt idx="18">
                  <c:v>28709</c:v>
                </c:pt>
                <c:pt idx="19">
                  <c:v>24256</c:v>
                </c:pt>
                <c:pt idx="20">
                  <c:v>9297</c:v>
                </c:pt>
                <c:pt idx="21">
                  <c:v>21657</c:v>
                </c:pt>
                <c:pt idx="22">
                  <c:v>17769</c:v>
                </c:pt>
                <c:pt idx="23">
                  <c:v>4113</c:v>
                </c:pt>
                <c:pt idx="24">
                  <c:v>6040</c:v>
                </c:pt>
                <c:pt idx="25">
                  <c:v>7597</c:v>
                </c:pt>
                <c:pt idx="26">
                  <c:v>7452</c:v>
                </c:pt>
                <c:pt idx="27">
                  <c:v>7989</c:v>
                </c:pt>
                <c:pt idx="28">
                  <c:v>19107</c:v>
                </c:pt>
                <c:pt idx="29">
                  <c:v>19711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>양식</cx:pt>
          <cx:pt idx="3">간이음식점</cx:pt>
          <cx:pt idx="4">양약국</cx:pt>
          <cx:pt idx="5">편의점</cx:pt>
          <cx:pt idx="6">중식</cx:pt>
          <cx:pt idx="7">종합의류</cx:pt>
          <cx:pt idx="8">일식</cx:pt>
          <cx:pt idx="9">농산물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1651.2</cx:pt>
          <cx:pt idx="1">832.89999999999998</cx:pt>
          <cx:pt idx="2">588.60000000000002</cx:pt>
          <cx:pt idx="3">393.5</cx:pt>
          <cx:pt idx="4">387.5</cx:pt>
          <cx:pt idx="5">189.09999999999999</cx:pt>
          <cx:pt idx="6">171</cx:pt>
          <cx:pt idx="7">163.59999999999999</cx:pt>
          <cx:pt idx="8">138.90000000000001</cx:pt>
          <cx:pt idx="9">112.5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양약국</cx:pt>
          <cx:pt idx="2">음료</cx:pt>
          <cx:pt idx="3">편의점</cx:pt>
          <cx:pt idx="4">건강보조식품</cx:pt>
          <cx:pt idx="5">종합의류</cx:pt>
          <cx:pt idx="6">농산물</cx:pt>
          <cx:pt idx="7">중식</cx:pt>
          <cx:pt idx="8">간이음식점</cx:pt>
          <cx:pt idx="9">양식</cx:pt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21.100000000000001</cx:pt>
          <cx:pt idx="1">9.3000000000000007</cx:pt>
          <cx:pt idx="2">8.3000000000000007</cx:pt>
          <cx:pt idx="3">6.7000000000000002</cx:pt>
          <cx:pt idx="4">6.0999999999999996</cx:pt>
          <cx:pt idx="5">6</cx:pt>
          <cx:pt idx="6">5.9000000000000004</cx:pt>
          <cx:pt idx="7">5.2999999999999998</cx:pt>
          <cx:pt idx="8">4.5</cx:pt>
          <cx:pt idx="9">4.4000000000000004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화성내부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화성내부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6,073,834명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18.3%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8일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(482,397명)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18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(23,463명)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7.5%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5,564백만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30.1%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27.9%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1.5% ▲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5,934,334명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5,133,125명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13.5%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6,073,834명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2.4%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4,815백만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5,480백만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13.8%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5,564백만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15.5%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화성내부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화성내부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6,073,834명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18.3%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8일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(482,397명)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18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23,463명)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7.5%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52.2%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495,910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19.0%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17.7%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2.6%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(4.1% ▲)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(38.7%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8일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7.9%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6일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5.0%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379,615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361,536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59.5%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409,746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40.5%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6.9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7.8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2,554,714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6.8%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3,167,644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30.1%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351,478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15.1%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83.7%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5,577,929명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16.2%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495,910명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49.0%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2,331,941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333,134명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6,073,834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379,615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2,299,213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328,459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화성내부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5,564백만원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(267,531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1.5% ▲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916원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14.2%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30.1%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9월27일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10.6%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78.6%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1,652,002,000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(41,716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837,655,000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(56,061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가방,핸드백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231,000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(31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(34.0%)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(12.2%)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(10.0%)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(26.0%)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(18.1%)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(11.3%)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27.9%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864백만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(15.6%)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1,484백만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(26.7%)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1,540백만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(27.7%)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933백만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(16.8%)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512백만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(9.2%)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(3.5%)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양약국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양약국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10.4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PC방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PC방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18,736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20,896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23,382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691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(36,882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(21,393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4,372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(209,240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(21.5%)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양약국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(9.5%)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(8.5%)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20,866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17,559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261,928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5,584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(30.2%)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(15.2%)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(10.8%)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5,465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676282158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79051134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98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267,289,571원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11,935건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22,396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347,718,813원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16,721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20,796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234,719,571원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10,287건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22,817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269개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0.00071개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0.00002개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258개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82개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0.00010개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0.00011개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0.00068개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0.00022개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121개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0.00032개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15,398개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0.04056개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547개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0.00144개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364개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0.00096개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66개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0.00017개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11.8%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0.0018개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화홍문공영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457대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교동공영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252대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영화동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208대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138대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우만공원공영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119대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창룡공영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85대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선경도서관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73대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 (1,732대)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0.00029대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61.4%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0.0161대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2279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Calibri</vt:lpstr>
      <vt:lpstr>Pretendard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2025-11-04T03:31:49Z</dcterms:modified>
</cp:coreProperties>
</file>