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376.08350000000002</c:v>
                </c:pt>
                <c:pt idx="1">
                  <c:v>353.6574</c:v>
                </c:pt>
                <c:pt idx="2">
                  <c:v>447.61720000000003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-5.96</c:v>
                </c:pt>
                <c:pt idx="2">
                  <c:v>26.57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4345.4610000000002</c:v>
                </c:pt>
                <c:pt idx="1">
                  <c:v>4993.38</c:v>
                </c:pt>
                <c:pt idx="2">
                  <c:v>5091.6009999999997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14.91</c:v>
                </c:pt>
                <c:pt idx="2">
                  <c:v>1.97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522-4F97-898D-28873A2DAD4B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85.454999999999998</c:v>
                </c:pt>
                <c:pt idx="1">
                  <c:v>77.242999999999995</c:v>
                </c:pt>
                <c:pt idx="2">
                  <c:v>69.046999999999997</c:v>
                </c:pt>
                <c:pt idx="3">
                  <c:v>79.211799999999997</c:v>
                </c:pt>
                <c:pt idx="4">
                  <c:v>86.378200000000007</c:v>
                </c:pt>
                <c:pt idx="5">
                  <c:v>50.282200000000003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6649.875</c:v>
                </c:pt>
                <c:pt idx="1">
                  <c:v>6853.3125</c:v>
                </c:pt>
                <c:pt idx="2">
                  <c:v>7513.8125</c:v>
                </c:pt>
                <c:pt idx="3">
                  <c:v>8511.3125</c:v>
                </c:pt>
                <c:pt idx="4">
                  <c:v>9988.1875</c:v>
                </c:pt>
                <c:pt idx="5">
                  <c:v>12069.1875</c:v>
                </c:pt>
                <c:pt idx="6">
                  <c:v>14571.4375</c:v>
                </c:pt>
                <c:pt idx="7">
                  <c:v>16686.4375</c:v>
                </c:pt>
                <c:pt idx="8">
                  <c:v>18287.8125</c:v>
                </c:pt>
                <c:pt idx="9">
                  <c:v>19254</c:v>
                </c:pt>
                <c:pt idx="10">
                  <c:v>19605.4375</c:v>
                </c:pt>
                <c:pt idx="11">
                  <c:v>19312.375</c:v>
                </c:pt>
                <c:pt idx="12">
                  <c:v>18420.4375</c:v>
                </c:pt>
                <c:pt idx="13">
                  <c:v>17239.3125</c:v>
                </c:pt>
                <c:pt idx="14">
                  <c:v>15233.25</c:v>
                </c:pt>
                <c:pt idx="15">
                  <c:v>12339.6875</c:v>
                </c:pt>
                <c:pt idx="16">
                  <c:v>9454.3125</c:v>
                </c:pt>
                <c:pt idx="17">
                  <c:v>7698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  <c:pt idx="8">
                  <c:v>24.5228</c:v>
                </c:pt>
                <c:pt idx="9">
                  <c:v>20.277899999999999</c:v>
                </c:pt>
                <c:pt idx="10">
                  <c:v>27.063300000000002</c:v>
                </c:pt>
                <c:pt idx="11">
                  <c:v>37.367800000000003</c:v>
                </c:pt>
                <c:pt idx="12">
                  <c:v>31.852499999999999</c:v>
                </c:pt>
                <c:pt idx="13">
                  <c:v>23.572500000000002</c:v>
                </c:pt>
                <c:pt idx="14">
                  <c:v>29.759799999999998</c:v>
                </c:pt>
                <c:pt idx="15">
                  <c:v>27.113499999999998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D3FD449-7D83-4C4E-987B-F60BDDFCD3B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2E0D34F-6B43-45E0-8A47-CD79596E552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215.25280000000001</c:v>
                </c:pt>
                <c:pt idx="1">
                  <c:v>232.36439999999999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F89BF7A-171F-46B4-B561-977ECBF20AE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03CB42-6DB6-47C4-B6E5-DB32C058EAC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415.77249999999998</c:v>
                </c:pt>
                <c:pt idx="1">
                  <c:v>31.845300000000002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E26C685D-F2D6-4AF5-9424-2109CD3252E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1FA387B-F13A-4C63-ABFF-07379E4D86C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8822D77-4CBD-42BF-9AB1-A3779EA74F88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152.36920000000001</c:v>
                </c:pt>
                <c:pt idx="1">
                  <c:v>28.209700000000002</c:v>
                </c:pt>
                <c:pt idx="2">
                  <c:v>267.03820000000002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2152528</c:v>
                </c:pt>
                <c:pt idx="1">
                  <c:v>2323644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D19-4980-A81A-36B59BAE3299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854550</c:v>
                </c:pt>
                <c:pt idx="1">
                  <c:v>772430</c:v>
                </c:pt>
                <c:pt idx="2">
                  <c:v>690470</c:v>
                </c:pt>
                <c:pt idx="3">
                  <c:v>792118</c:v>
                </c:pt>
                <c:pt idx="4">
                  <c:v>863782</c:v>
                </c:pt>
                <c:pt idx="5">
                  <c:v>502822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8.24</c:v>
                </c:pt>
                <c:pt idx="1">
                  <c:v>25.2</c:v>
                </c:pt>
                <c:pt idx="2">
                  <c:v>34.299999999999997</c:v>
                </c:pt>
                <c:pt idx="3">
                  <c:v>23.98</c:v>
                </c:pt>
                <c:pt idx="4">
                  <c:v>32.86</c:v>
                </c:pt>
                <c:pt idx="5">
                  <c:v>53.79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  <c:pt idx="8">
                  <c:v>24.5228</c:v>
                </c:pt>
                <c:pt idx="9">
                  <c:v>20.277899999999999</c:v>
                </c:pt>
                <c:pt idx="10">
                  <c:v>27.063300000000002</c:v>
                </c:pt>
                <c:pt idx="11">
                  <c:v>37.367800000000003</c:v>
                </c:pt>
                <c:pt idx="12">
                  <c:v>31.852499999999999</c:v>
                </c:pt>
                <c:pt idx="13">
                  <c:v>23.572500000000002</c:v>
                </c:pt>
                <c:pt idx="14">
                  <c:v>29.759799999999998</c:v>
                </c:pt>
                <c:pt idx="15">
                  <c:v>27.113499999999998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0.65952999999999995</c:v>
                </c:pt>
                <c:pt idx="1">
                  <c:v>0.67681000000000002</c:v>
                </c:pt>
                <c:pt idx="2">
                  <c:v>0.74480000000000002</c:v>
                </c:pt>
                <c:pt idx="3">
                  <c:v>0.83597999999999995</c:v>
                </c:pt>
                <c:pt idx="4">
                  <c:v>0.97250000000000003</c:v>
                </c:pt>
                <c:pt idx="5">
                  <c:v>1.1700900000000001</c:v>
                </c:pt>
                <c:pt idx="6">
                  <c:v>1.39642</c:v>
                </c:pt>
                <c:pt idx="7">
                  <c:v>1.57497</c:v>
                </c:pt>
                <c:pt idx="8">
                  <c:v>1.6941299999999999</c:v>
                </c:pt>
                <c:pt idx="9">
                  <c:v>1.74935</c:v>
                </c:pt>
                <c:pt idx="10">
                  <c:v>1.7612399999999999</c:v>
                </c:pt>
                <c:pt idx="11">
                  <c:v>1.72916</c:v>
                </c:pt>
                <c:pt idx="12">
                  <c:v>1.67147</c:v>
                </c:pt>
                <c:pt idx="13">
                  <c:v>1.5781499999999999</c:v>
                </c:pt>
                <c:pt idx="14">
                  <c:v>1.4193899999999999</c:v>
                </c:pt>
                <c:pt idx="15">
                  <c:v>1.1735500000000001</c:v>
                </c:pt>
                <c:pt idx="16">
                  <c:v>0.92327999999999999</c:v>
                </c:pt>
                <c:pt idx="17">
                  <c:v>0.76114000000000004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0.67408333333333337</c:v>
                </c:pt>
                <c:pt idx="1">
                  <c:v>0.69953333333333334</c:v>
                </c:pt>
                <c:pt idx="2">
                  <c:v>0.76234999999999997</c:v>
                </c:pt>
                <c:pt idx="3">
                  <c:v>0.87638333333333329</c:v>
                </c:pt>
                <c:pt idx="4">
                  <c:v>1.0426833333333334</c:v>
                </c:pt>
                <c:pt idx="5">
                  <c:v>1.2683</c:v>
                </c:pt>
                <c:pt idx="6">
                  <c:v>1.5583499999999999</c:v>
                </c:pt>
                <c:pt idx="7">
                  <c:v>1.8247666666666666</c:v>
                </c:pt>
                <c:pt idx="8">
                  <c:v>2.0531999999999999</c:v>
                </c:pt>
                <c:pt idx="9">
                  <c:v>2.2188166666666667</c:v>
                </c:pt>
                <c:pt idx="10">
                  <c:v>2.2927166666666667</c:v>
                </c:pt>
                <c:pt idx="11">
                  <c:v>2.2680333333333333</c:v>
                </c:pt>
                <c:pt idx="12">
                  <c:v>2.1263333333333332</c:v>
                </c:pt>
                <c:pt idx="13">
                  <c:v>1.9669000000000001</c:v>
                </c:pt>
                <c:pt idx="14">
                  <c:v>1.69655</c:v>
                </c:pt>
                <c:pt idx="15">
                  <c:v>1.3346666666666667</c:v>
                </c:pt>
                <c:pt idx="16">
                  <c:v>0.98234999999999995</c:v>
                </c:pt>
                <c:pt idx="17">
                  <c:v>0.78423333333333334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14.35177</c:v>
                </c:pt>
                <c:pt idx="1">
                  <c:v>12.822340000000001</c:v>
                </c:pt>
                <c:pt idx="2">
                  <c:v>15.23692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2.5557099999999999</c:v>
                </c:pt>
                <c:pt idx="1">
                  <c:v>2.3232699999999999</c:v>
                </c:pt>
                <c:pt idx="2">
                  <c:v>2.82097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20.700869999999998</c:v>
                </c:pt>
                <c:pt idx="1">
                  <c:v>20.220140000000001</c:v>
                </c:pt>
                <c:pt idx="2">
                  <c:v>26.70382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2.2000799999999998</c:v>
                </c:pt>
                <c:pt idx="1">
                  <c:v>1.84257</c:v>
                </c:pt>
                <c:pt idx="2">
                  <c:v>3.1845300000000001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35.408349999999999</c:v>
                </c:pt>
                <c:pt idx="1">
                  <c:v>33.523200000000003</c:v>
                </c:pt>
                <c:pt idx="2">
                  <c:v>41.577249999999999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2F77-4EC0-B3FB-5910148A03EA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2F77-4EC0-B3FB-5910148A03EA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2F77-4EC0-B3FB-5910148A03EA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2F77-4EC0-B3FB-5910148A03EA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2F77-4EC0-B3FB-5910148A03EA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2F77-4EC0-B3FB-5910148A03EA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311496</c:v>
                </c:pt>
                <c:pt idx="1">
                  <c:v>292227</c:v>
                </c:pt>
                <c:pt idx="2">
                  <c:v>211385</c:v>
                </c:pt>
                <c:pt idx="3">
                  <c:v>218631</c:v>
                </c:pt>
                <c:pt idx="4">
                  <c:v>204114</c:v>
                </c:pt>
                <c:pt idx="5">
                  <c:v>224241</c:v>
                </c:pt>
                <c:pt idx="6">
                  <c:v>246818</c:v>
                </c:pt>
                <c:pt idx="7">
                  <c:v>354225</c:v>
                </c:pt>
                <c:pt idx="8">
                  <c:v>322383</c:v>
                </c:pt>
                <c:pt idx="9">
                  <c:v>220826</c:v>
                </c:pt>
                <c:pt idx="10">
                  <c:v>226053</c:v>
                </c:pt>
                <c:pt idx="11">
                  <c:v>227242</c:v>
                </c:pt>
                <c:pt idx="12">
                  <c:v>245394</c:v>
                </c:pt>
                <c:pt idx="13">
                  <c:v>322544</c:v>
                </c:pt>
                <c:pt idx="14">
                  <c:v>342204</c:v>
                </c:pt>
                <c:pt idx="15">
                  <c:v>245228</c:v>
                </c:pt>
                <c:pt idx="16">
                  <c:v>202779</c:v>
                </c:pt>
                <c:pt idx="17">
                  <c:v>270633</c:v>
                </c:pt>
                <c:pt idx="18">
                  <c:v>373678</c:v>
                </c:pt>
                <c:pt idx="19">
                  <c:v>318525</c:v>
                </c:pt>
                <c:pt idx="20">
                  <c:v>235725</c:v>
                </c:pt>
                <c:pt idx="21">
                  <c:v>297598</c:v>
                </c:pt>
                <c:pt idx="22">
                  <c:v>271135</c:v>
                </c:pt>
                <c:pt idx="23">
                  <c:v>192754</c:v>
                </c:pt>
                <c:pt idx="24">
                  <c:v>209861</c:v>
                </c:pt>
                <c:pt idx="25">
                  <c:v>217473</c:v>
                </c:pt>
                <c:pt idx="26">
                  <c:v>222679</c:v>
                </c:pt>
                <c:pt idx="27">
                  <c:v>230324</c:v>
                </c:pt>
                <c:pt idx="28">
                  <c:v>308309</c:v>
                </c:pt>
                <c:pt idx="29">
                  <c:v>288317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61CAD3A-0C54-44BE-B3B1-9C52A2E802A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2592.0450000000001</c:v>
                </c:pt>
                <c:pt idx="1">
                  <c:v>2499.5479999999998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40대</c:v>
                </c:pt>
                <c:pt idx="1">
                  <c:v>30대</c:v>
                </c:pt>
                <c:pt idx="2">
                  <c:v>20대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1427.028</c:v>
                </c:pt>
                <c:pt idx="1">
                  <c:v>1417.7619999999999</c:v>
                </c:pt>
                <c:pt idx="2">
                  <c:v>841.01499999999999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615.35699999999997</c:v>
                </c:pt>
                <c:pt idx="1">
                  <c:v>444.04899999999998</c:v>
                </c:pt>
                <c:pt idx="2">
                  <c:v>4032.1990000000001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1642.492</c:v>
                </c:pt>
                <c:pt idx="1">
                  <c:v>809.99900000000002</c:v>
                </c:pt>
                <c:pt idx="2">
                  <c:v>582.45899999999995</c:v>
                </c:pt>
                <c:pt idx="3">
                  <c:v>397.87700000000001</c:v>
                </c:pt>
                <c:pt idx="4">
                  <c:v>195.839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538.64300000000003</c:v>
                </c:pt>
                <c:pt idx="1">
                  <c:v>326.916</c:v>
                </c:pt>
                <c:pt idx="2">
                  <c:v>158.47399999999999</c:v>
                </c:pt>
                <c:pt idx="3">
                  <c:v>161.387</c:v>
                </c:pt>
                <c:pt idx="4">
                  <c:v>152.56</c:v>
                </c:pt>
                <c:pt idx="5">
                  <c:v>253.755</c:v>
                </c:pt>
                <c:pt idx="6">
                  <c:v>412.71100000000001</c:v>
                </c:pt>
                <c:pt idx="7">
                  <c:v>467.18299999999999</c:v>
                </c:pt>
                <c:pt idx="8">
                  <c:v>246.34299999999999</c:v>
                </c:pt>
                <c:pt idx="9">
                  <c:v>164.08</c:v>
                </c:pt>
                <c:pt idx="10">
                  <c:v>312.26799999999997</c:v>
                </c:pt>
                <c:pt idx="11">
                  <c:v>554.13099999999997</c:v>
                </c:pt>
                <c:pt idx="12">
                  <c:v>469.72500000000002</c:v>
                </c:pt>
                <c:pt idx="13">
                  <c:v>179.029</c:v>
                </c:pt>
                <c:pt idx="14">
                  <c:v>385.71899999999999</c:v>
                </c:pt>
                <c:pt idx="15">
                  <c:v>308.67700000000002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양약국</c:v>
                </c:pt>
                <c:pt idx="6">
                  <c:v>중식</c:v>
                </c:pt>
                <c:pt idx="7">
                  <c:v>일식</c:v>
                </c:pt>
                <c:pt idx="8">
                  <c:v>농산물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1642.492</c:v>
                </c:pt>
                <c:pt idx="1">
                  <c:v>809.99900000000002</c:v>
                </c:pt>
                <c:pt idx="2">
                  <c:v>582.45899999999995</c:v>
                </c:pt>
                <c:pt idx="3">
                  <c:v>397.87700000000001</c:v>
                </c:pt>
                <c:pt idx="4">
                  <c:v>195.839</c:v>
                </c:pt>
                <c:pt idx="5">
                  <c:v>181.786</c:v>
                </c:pt>
                <c:pt idx="6">
                  <c:v>171.84700000000001</c:v>
                </c:pt>
                <c:pt idx="7">
                  <c:v>139.858</c:v>
                </c:pt>
                <c:pt idx="8">
                  <c:v>119</c:v>
                </c:pt>
                <c:pt idx="9">
                  <c:v>95.215999999999994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양약국</c:v>
                </c:pt>
                <c:pt idx="6">
                  <c:v>중식</c:v>
                </c:pt>
                <c:pt idx="7">
                  <c:v>일식</c:v>
                </c:pt>
                <c:pt idx="8">
                  <c:v>농산물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41500</c:v>
                </c:pt>
                <c:pt idx="1">
                  <c:v>54501</c:v>
                </c:pt>
                <c:pt idx="2">
                  <c:v>12594</c:v>
                </c:pt>
                <c:pt idx="3">
                  <c:v>20135</c:v>
                </c:pt>
                <c:pt idx="4">
                  <c:v>29452</c:v>
                </c:pt>
                <c:pt idx="5">
                  <c:v>8989</c:v>
                </c:pt>
                <c:pt idx="6">
                  <c:v>3788</c:v>
                </c:pt>
                <c:pt idx="7">
                  <c:v>3362</c:v>
                </c:pt>
                <c:pt idx="8">
                  <c:v>7512</c:v>
                </c:pt>
                <c:pt idx="9">
                  <c:v>2013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가방,핸드백</c:v>
                </c:pt>
                <c:pt idx="1">
                  <c:v>건강보조식품</c:v>
                </c:pt>
                <c:pt idx="2">
                  <c:v>유흥음식/주점</c:v>
                </c:pt>
                <c:pt idx="3">
                  <c:v>차량정비/부품</c:v>
                </c:pt>
                <c:pt idx="4">
                  <c:v>주점</c:v>
                </c:pt>
                <c:pt idx="5">
                  <c:v>미용실</c:v>
                </c:pt>
                <c:pt idx="6">
                  <c:v>화장품</c:v>
                </c:pt>
                <c:pt idx="7">
                  <c:v>여성정장</c:v>
                </c:pt>
                <c:pt idx="8">
                  <c:v>단란주점</c:v>
                </c:pt>
                <c:pt idx="9">
                  <c:v>여관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22.378125000000001</c:v>
                </c:pt>
                <c:pt idx="1">
                  <c:v>16.789837398373983</c:v>
                </c:pt>
                <c:pt idx="2">
                  <c:v>10.4</c:v>
                </c:pt>
                <c:pt idx="3">
                  <c:v>7.0781954887218044</c:v>
                </c:pt>
                <c:pt idx="4">
                  <c:v>6.6561106840891622</c:v>
                </c:pt>
                <c:pt idx="5">
                  <c:v>6.43719806763285</c:v>
                </c:pt>
                <c:pt idx="6">
                  <c:v>6.4266666666666667</c:v>
                </c:pt>
                <c:pt idx="7">
                  <c:v>6.0433962264150942</c:v>
                </c:pt>
                <c:pt idx="8">
                  <c:v>5.7937500000000002</c:v>
                </c:pt>
                <c:pt idx="9">
                  <c:v>5.2625730994152047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양약국</c:v>
                </c:pt>
                <c:pt idx="6">
                  <c:v>중식</c:v>
                </c:pt>
                <c:pt idx="7">
                  <c:v>일식</c:v>
                </c:pt>
                <c:pt idx="8">
                  <c:v>농산물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935.35400000000004</c:v>
                </c:pt>
                <c:pt idx="1">
                  <c:v>329.83300000000003</c:v>
                </c:pt>
                <c:pt idx="2">
                  <c:v>277.29700000000003</c:v>
                </c:pt>
                <c:pt idx="3">
                  <c:v>222.226</c:v>
                </c:pt>
                <c:pt idx="4">
                  <c:v>115.27800000000001</c:v>
                </c:pt>
                <c:pt idx="5">
                  <c:v>91.686999999999998</c:v>
                </c:pt>
                <c:pt idx="6">
                  <c:v>94.769000000000005</c:v>
                </c:pt>
                <c:pt idx="7">
                  <c:v>70.971000000000004</c:v>
                </c:pt>
                <c:pt idx="8">
                  <c:v>48.317999999999998</c:v>
                </c:pt>
                <c:pt idx="9">
                  <c:v>42.451999999999998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양약국</c:v>
                </c:pt>
                <c:pt idx="6">
                  <c:v>중식</c:v>
                </c:pt>
                <c:pt idx="7">
                  <c:v>일식</c:v>
                </c:pt>
                <c:pt idx="8">
                  <c:v>농산물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707.14</c:v>
                </c:pt>
                <c:pt idx="1">
                  <c:v>480.16899999999998</c:v>
                </c:pt>
                <c:pt idx="2">
                  <c:v>305.16199999999998</c:v>
                </c:pt>
                <c:pt idx="3">
                  <c:v>175.649</c:v>
                </c:pt>
                <c:pt idx="4">
                  <c:v>80.561999999999998</c:v>
                </c:pt>
                <c:pt idx="5">
                  <c:v>90.097999999999999</c:v>
                </c:pt>
                <c:pt idx="6">
                  <c:v>77.076999999999998</c:v>
                </c:pt>
                <c:pt idx="7">
                  <c:v>68.888000000000005</c:v>
                </c:pt>
                <c:pt idx="8">
                  <c:v>70.683999999999997</c:v>
                </c:pt>
                <c:pt idx="9">
                  <c:v>52.764000000000003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4.4999999999999998E-2</c:v>
                </c:pt>
                <c:pt idx="1">
                  <c:v>2.4630000000000001</c:v>
                </c:pt>
                <c:pt idx="2">
                  <c:v>0.38800000000000001</c:v>
                </c:pt>
                <c:pt idx="3">
                  <c:v>0.58299999999999996</c:v>
                </c:pt>
                <c:pt idx="4">
                  <c:v>4.3579999999999997</c:v>
                </c:pt>
                <c:pt idx="5">
                  <c:v>30.995999999999999</c:v>
                </c:pt>
                <c:pt idx="6">
                  <c:v>112.452</c:v>
                </c:pt>
                <c:pt idx="7">
                  <c:v>145.684</c:v>
                </c:pt>
                <c:pt idx="8">
                  <c:v>134.44900000000001</c:v>
                </c:pt>
                <c:pt idx="9">
                  <c:v>88.472999999999999</c:v>
                </c:pt>
                <c:pt idx="10">
                  <c:v>85.79</c:v>
                </c:pt>
                <c:pt idx="11">
                  <c:v>143.98699999999999</c:v>
                </c:pt>
                <c:pt idx="12">
                  <c:v>245.07499999999999</c:v>
                </c:pt>
                <c:pt idx="13">
                  <c:v>235.488</c:v>
                </c:pt>
                <c:pt idx="14">
                  <c:v>194.58699999999999</c:v>
                </c:pt>
                <c:pt idx="15">
                  <c:v>113.81100000000001</c:v>
                </c:pt>
                <c:pt idx="16">
                  <c:v>61.414000000000001</c:v>
                </c:pt>
                <c:pt idx="17">
                  <c:v>22.173999999999999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0.17499999999999999</c:v>
                </c:pt>
                <c:pt idx="2">
                  <c:v>2.6120000000000001</c:v>
                </c:pt>
                <c:pt idx="3">
                  <c:v>4.633</c:v>
                </c:pt>
                <c:pt idx="4">
                  <c:v>12.478999999999999</c:v>
                </c:pt>
                <c:pt idx="5">
                  <c:v>49.753999999999998</c:v>
                </c:pt>
                <c:pt idx="6">
                  <c:v>63.665999999999997</c:v>
                </c:pt>
                <c:pt idx="7">
                  <c:v>86.180999999999997</c:v>
                </c:pt>
                <c:pt idx="8">
                  <c:v>116.172</c:v>
                </c:pt>
                <c:pt idx="9">
                  <c:v>116.012</c:v>
                </c:pt>
                <c:pt idx="10">
                  <c:v>94.881</c:v>
                </c:pt>
                <c:pt idx="11">
                  <c:v>72.73</c:v>
                </c:pt>
                <c:pt idx="12">
                  <c:v>58.747</c:v>
                </c:pt>
                <c:pt idx="13">
                  <c:v>49.915999999999997</c:v>
                </c:pt>
                <c:pt idx="14">
                  <c:v>43.674999999999997</c:v>
                </c:pt>
                <c:pt idx="15">
                  <c:v>24.823</c:v>
                </c:pt>
                <c:pt idx="16">
                  <c:v>6.8460000000000001</c:v>
                </c:pt>
                <c:pt idx="17">
                  <c:v>3.399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1.2E-2</c:v>
                </c:pt>
                <c:pt idx="3">
                  <c:v>4.3999999999999997E-2</c:v>
                </c:pt>
                <c:pt idx="4">
                  <c:v>0.61</c:v>
                </c:pt>
                <c:pt idx="5">
                  <c:v>17.902000000000001</c:v>
                </c:pt>
                <c:pt idx="6">
                  <c:v>61.433999999999997</c:v>
                </c:pt>
                <c:pt idx="7">
                  <c:v>71.316000000000003</c:v>
                </c:pt>
                <c:pt idx="8">
                  <c:v>61.023000000000003</c:v>
                </c:pt>
                <c:pt idx="9">
                  <c:v>36.122999999999998</c:v>
                </c:pt>
                <c:pt idx="10">
                  <c:v>22.975999999999999</c:v>
                </c:pt>
                <c:pt idx="11">
                  <c:v>51.600999999999999</c:v>
                </c:pt>
                <c:pt idx="12">
                  <c:v>88.3</c:v>
                </c:pt>
                <c:pt idx="13">
                  <c:v>72.710999999999999</c:v>
                </c:pt>
                <c:pt idx="14">
                  <c:v>45.856000000000002</c:v>
                </c:pt>
                <c:pt idx="15">
                  <c:v>22.138000000000002</c:v>
                </c:pt>
                <c:pt idx="16">
                  <c:v>14.680999999999999</c:v>
                </c:pt>
                <c:pt idx="17">
                  <c:v>8.07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0.2</c:v>
                </c:pt>
                <c:pt idx="1">
                  <c:v>4.2999999999999997E-2</c:v>
                </c:pt>
                <c:pt idx="2">
                  <c:v>0.32900000000000001</c:v>
                </c:pt>
                <c:pt idx="3">
                  <c:v>0.60499999999999998</c:v>
                </c:pt>
                <c:pt idx="4">
                  <c:v>2.044</c:v>
                </c:pt>
                <c:pt idx="5">
                  <c:v>8.9830000000000005</c:v>
                </c:pt>
                <c:pt idx="6">
                  <c:v>23.765000000000001</c:v>
                </c:pt>
                <c:pt idx="7">
                  <c:v>35.575000000000003</c:v>
                </c:pt>
                <c:pt idx="8">
                  <c:v>35.494999999999997</c:v>
                </c:pt>
                <c:pt idx="9">
                  <c:v>38.22</c:v>
                </c:pt>
                <c:pt idx="10">
                  <c:v>33.728999999999999</c:v>
                </c:pt>
                <c:pt idx="11">
                  <c:v>42.978000000000002</c:v>
                </c:pt>
                <c:pt idx="12">
                  <c:v>43.884999999999998</c:v>
                </c:pt>
                <c:pt idx="13">
                  <c:v>41.26</c:v>
                </c:pt>
                <c:pt idx="14">
                  <c:v>38.212000000000003</c:v>
                </c:pt>
                <c:pt idx="15">
                  <c:v>30.904</c:v>
                </c:pt>
                <c:pt idx="16">
                  <c:v>20.428000000000001</c:v>
                </c:pt>
                <c:pt idx="17">
                  <c:v>1.135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3.2589999999999999</c:v>
                </c:pt>
                <c:pt idx="1">
                  <c:v>2.7730000000000001</c:v>
                </c:pt>
                <c:pt idx="2">
                  <c:v>3.61</c:v>
                </c:pt>
                <c:pt idx="3">
                  <c:v>3.6739999999999999</c:v>
                </c:pt>
                <c:pt idx="4">
                  <c:v>5.6230000000000002</c:v>
                </c:pt>
                <c:pt idx="5">
                  <c:v>6.2220000000000004</c:v>
                </c:pt>
                <c:pt idx="6">
                  <c:v>8.1509999999999998</c:v>
                </c:pt>
                <c:pt idx="7">
                  <c:v>9.0399999999999991</c:v>
                </c:pt>
                <c:pt idx="8">
                  <c:v>10.33</c:v>
                </c:pt>
                <c:pt idx="9">
                  <c:v>11.717000000000001</c:v>
                </c:pt>
                <c:pt idx="10">
                  <c:v>14.57</c:v>
                </c:pt>
                <c:pt idx="11">
                  <c:v>17.359000000000002</c:v>
                </c:pt>
                <c:pt idx="12">
                  <c:v>21.73</c:v>
                </c:pt>
                <c:pt idx="13">
                  <c:v>17.702000000000002</c:v>
                </c:pt>
                <c:pt idx="14">
                  <c:v>20.260000000000002</c:v>
                </c:pt>
                <c:pt idx="15">
                  <c:v>15.161</c:v>
                </c:pt>
                <c:pt idx="16">
                  <c:v>9.7759999999999998</c:v>
                </c:pt>
                <c:pt idx="17">
                  <c:v>5.2480000000000002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175000</c:v>
                </c:pt>
                <c:pt idx="2">
                  <c:v>2612000</c:v>
                </c:pt>
                <c:pt idx="3">
                  <c:v>4633000</c:v>
                </c:pt>
                <c:pt idx="4">
                  <c:v>12479000</c:v>
                </c:pt>
                <c:pt idx="5">
                  <c:v>49754000</c:v>
                </c:pt>
                <c:pt idx="6">
                  <c:v>63666000</c:v>
                </c:pt>
                <c:pt idx="7">
                  <c:v>86181000</c:v>
                </c:pt>
                <c:pt idx="8">
                  <c:v>116172000</c:v>
                </c:pt>
                <c:pt idx="9">
                  <c:v>116012000</c:v>
                </c:pt>
                <c:pt idx="10">
                  <c:v>94881000</c:v>
                </c:pt>
                <c:pt idx="11">
                  <c:v>72730000</c:v>
                </c:pt>
                <c:pt idx="12">
                  <c:v>58747000</c:v>
                </c:pt>
                <c:pt idx="13">
                  <c:v>49916000</c:v>
                </c:pt>
                <c:pt idx="14">
                  <c:v>43675000</c:v>
                </c:pt>
                <c:pt idx="15">
                  <c:v>24823000</c:v>
                </c:pt>
                <c:pt idx="16">
                  <c:v>6846000</c:v>
                </c:pt>
                <c:pt idx="17">
                  <c:v>3399000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45000</c:v>
                </c:pt>
                <c:pt idx="1">
                  <c:v>2463000</c:v>
                </c:pt>
                <c:pt idx="2">
                  <c:v>388000</c:v>
                </c:pt>
                <c:pt idx="3">
                  <c:v>583000</c:v>
                </c:pt>
                <c:pt idx="4">
                  <c:v>4358000</c:v>
                </c:pt>
                <c:pt idx="5">
                  <c:v>30996000</c:v>
                </c:pt>
                <c:pt idx="6">
                  <c:v>112452000</c:v>
                </c:pt>
                <c:pt idx="7">
                  <c:v>145684000</c:v>
                </c:pt>
                <c:pt idx="8">
                  <c:v>134449000</c:v>
                </c:pt>
                <c:pt idx="9">
                  <c:v>88473000</c:v>
                </c:pt>
                <c:pt idx="10">
                  <c:v>85790000</c:v>
                </c:pt>
                <c:pt idx="11">
                  <c:v>143987000</c:v>
                </c:pt>
                <c:pt idx="12">
                  <c:v>245075000</c:v>
                </c:pt>
                <c:pt idx="13">
                  <c:v>235488000</c:v>
                </c:pt>
                <c:pt idx="14">
                  <c:v>194587000</c:v>
                </c:pt>
                <c:pt idx="15">
                  <c:v>113811000</c:v>
                </c:pt>
                <c:pt idx="16">
                  <c:v>61414000</c:v>
                </c:pt>
                <c:pt idx="17">
                  <c:v>22174000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3259000</c:v>
                </c:pt>
                <c:pt idx="1">
                  <c:v>2773000</c:v>
                </c:pt>
                <c:pt idx="2">
                  <c:v>3610000</c:v>
                </c:pt>
                <c:pt idx="3">
                  <c:v>3674000</c:v>
                </c:pt>
                <c:pt idx="4">
                  <c:v>5623000</c:v>
                </c:pt>
                <c:pt idx="5">
                  <c:v>6222000</c:v>
                </c:pt>
                <c:pt idx="6">
                  <c:v>8151000</c:v>
                </c:pt>
                <c:pt idx="7">
                  <c:v>9040000</c:v>
                </c:pt>
                <c:pt idx="8">
                  <c:v>10330000</c:v>
                </c:pt>
                <c:pt idx="9">
                  <c:v>11717000</c:v>
                </c:pt>
                <c:pt idx="10">
                  <c:v>14570000</c:v>
                </c:pt>
                <c:pt idx="11">
                  <c:v>17359000</c:v>
                </c:pt>
                <c:pt idx="12">
                  <c:v>21730000</c:v>
                </c:pt>
                <c:pt idx="13">
                  <c:v>17702000</c:v>
                </c:pt>
                <c:pt idx="14">
                  <c:v>20260000</c:v>
                </c:pt>
                <c:pt idx="15">
                  <c:v>15161000</c:v>
                </c:pt>
                <c:pt idx="16">
                  <c:v>9776000</c:v>
                </c:pt>
                <c:pt idx="17">
                  <c:v>5248000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75000</c:v>
                </c:pt>
                <c:pt idx="4">
                  <c:v>268000</c:v>
                </c:pt>
                <c:pt idx="5">
                  <c:v>688000</c:v>
                </c:pt>
                <c:pt idx="6">
                  <c:v>1632000</c:v>
                </c:pt>
                <c:pt idx="7">
                  <c:v>1706000</c:v>
                </c:pt>
                <c:pt idx="8">
                  <c:v>4402000</c:v>
                </c:pt>
                <c:pt idx="9">
                  <c:v>4215000</c:v>
                </c:pt>
                <c:pt idx="10">
                  <c:v>6400000</c:v>
                </c:pt>
                <c:pt idx="11">
                  <c:v>5887000</c:v>
                </c:pt>
                <c:pt idx="12">
                  <c:v>5296000</c:v>
                </c:pt>
                <c:pt idx="13">
                  <c:v>4629000</c:v>
                </c:pt>
                <c:pt idx="14">
                  <c:v>4698000</c:v>
                </c:pt>
                <c:pt idx="15">
                  <c:v>3659000</c:v>
                </c:pt>
                <c:pt idx="16">
                  <c:v>2927000</c:v>
                </c:pt>
                <c:pt idx="17">
                  <c:v>337000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3259000</c:v>
                </c:pt>
                <c:pt idx="1">
                  <c:v>2773000</c:v>
                </c:pt>
                <c:pt idx="2">
                  <c:v>3610000</c:v>
                </c:pt>
                <c:pt idx="3">
                  <c:v>3674000</c:v>
                </c:pt>
                <c:pt idx="4">
                  <c:v>5623000</c:v>
                </c:pt>
                <c:pt idx="5">
                  <c:v>6222000</c:v>
                </c:pt>
                <c:pt idx="6">
                  <c:v>8151000</c:v>
                </c:pt>
                <c:pt idx="7">
                  <c:v>9040000</c:v>
                </c:pt>
                <c:pt idx="8">
                  <c:v>10330000</c:v>
                </c:pt>
                <c:pt idx="9">
                  <c:v>11717000</c:v>
                </c:pt>
                <c:pt idx="10">
                  <c:v>14570000</c:v>
                </c:pt>
                <c:pt idx="11">
                  <c:v>17359000</c:v>
                </c:pt>
                <c:pt idx="12">
                  <c:v>21730000</c:v>
                </c:pt>
                <c:pt idx="13">
                  <c:v>17702000</c:v>
                </c:pt>
                <c:pt idx="14">
                  <c:v>20260000</c:v>
                </c:pt>
                <c:pt idx="15">
                  <c:v>15161000</c:v>
                </c:pt>
                <c:pt idx="16">
                  <c:v>9776000</c:v>
                </c:pt>
                <c:pt idx="17">
                  <c:v>5248000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양약국</c:v>
                </c:pt>
                <c:pt idx="6">
                  <c:v>중식</c:v>
                </c:pt>
                <c:pt idx="7">
                  <c:v>일식</c:v>
                </c:pt>
                <c:pt idx="8">
                  <c:v>농산물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197.756</c:v>
                </c:pt>
                <c:pt idx="1">
                  <c:v>65.260000000000005</c:v>
                </c:pt>
                <c:pt idx="2">
                  <c:v>47.262</c:v>
                </c:pt>
                <c:pt idx="3">
                  <c:v>34.933</c:v>
                </c:pt>
                <c:pt idx="4">
                  <c:v>52.414000000000001</c:v>
                </c:pt>
                <c:pt idx="5">
                  <c:v>39.279000000000003</c:v>
                </c:pt>
                <c:pt idx="6">
                  <c:v>19.879000000000001</c:v>
                </c:pt>
                <c:pt idx="7">
                  <c:v>12.715999999999999</c:v>
                </c:pt>
                <c:pt idx="8">
                  <c:v>41.948999999999998</c:v>
                </c:pt>
                <c:pt idx="9">
                  <c:v>7.43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양약국</c:v>
                </c:pt>
                <c:pt idx="6">
                  <c:v>중식</c:v>
                </c:pt>
                <c:pt idx="7">
                  <c:v>일식</c:v>
                </c:pt>
                <c:pt idx="8">
                  <c:v>농산물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1293.204</c:v>
                </c:pt>
                <c:pt idx="1">
                  <c:v>668.53700000000003</c:v>
                </c:pt>
                <c:pt idx="2">
                  <c:v>478.71499999999997</c:v>
                </c:pt>
                <c:pt idx="3">
                  <c:v>327.25799999999998</c:v>
                </c:pt>
                <c:pt idx="4">
                  <c:v>123.664</c:v>
                </c:pt>
                <c:pt idx="5">
                  <c:v>136.49700000000001</c:v>
                </c:pt>
                <c:pt idx="6">
                  <c:v>138.00700000000001</c:v>
                </c:pt>
                <c:pt idx="7">
                  <c:v>110.89400000000001</c:v>
                </c:pt>
                <c:pt idx="8">
                  <c:v>75.119</c:v>
                </c:pt>
                <c:pt idx="9">
                  <c:v>80.662000000000006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양약국</c:v>
                </c:pt>
                <c:pt idx="6">
                  <c:v>중식</c:v>
                </c:pt>
                <c:pt idx="7">
                  <c:v>일식</c:v>
                </c:pt>
                <c:pt idx="8">
                  <c:v>농산물</c:v>
                </c:pt>
                <c:pt idx="9">
                  <c:v>종합의류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151.53399999999999</c:v>
                </c:pt>
                <c:pt idx="1">
                  <c:v>76.2</c:v>
                </c:pt>
                <c:pt idx="2">
                  <c:v>56.48</c:v>
                </c:pt>
                <c:pt idx="3">
                  <c:v>35.686</c:v>
                </c:pt>
                <c:pt idx="4">
                  <c:v>19.762</c:v>
                </c:pt>
                <c:pt idx="5">
                  <c:v>6.0110000000000001</c:v>
                </c:pt>
                <c:pt idx="6">
                  <c:v>13.96</c:v>
                </c:pt>
                <c:pt idx="7">
                  <c:v>16.248999999999999</c:v>
                </c:pt>
                <c:pt idx="8">
                  <c:v>1.93</c:v>
                </c:pt>
                <c:pt idx="9">
                  <c:v>7.1219999999999999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3E6-4941-ACC8-59AB519C4D8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3E6-4941-ACC8-59AB519C4D85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3E6-4941-ACC8-59AB519C4D85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3E6-4941-ACC8-59AB519C4D85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3E6-4941-ACC8-59AB519C4D85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3E6-4941-ACC8-59AB519C4D85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83E6-4941-ACC8-59AB519C4D85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83E6-4941-ACC8-59AB519C4D85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83E6-4941-ACC8-59AB519C4D85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83E6-4941-ACC8-59AB519C4D85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83E6-4941-ACC8-59AB519C4D85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83E6-4941-ACC8-59AB519C4D85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83E6-4941-ACC8-59AB519C4D85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83E6-4941-ACC8-59AB519C4D85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83E6-4941-ACC8-59AB519C4D85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83E6-4941-ACC8-59AB519C4D85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83E6-4941-ACC8-59AB519C4D85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83E6-4941-ACC8-59AB519C4D85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83E6-4941-ACC8-59AB519C4D85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83E6-4941-ACC8-59AB519C4D85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83E6-4941-ACC8-59AB519C4D85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83E6-4941-ACC8-59AB519C4D85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83E6-4941-ACC8-59AB519C4D85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83E6-4941-ACC8-59AB519C4D85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83E6-4941-ACC8-59AB519C4D85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83E6-4941-ACC8-59AB519C4D85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83E6-4941-ACC8-59AB519C4D85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83E6-4941-ACC8-59AB519C4D85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83E6-4941-ACC8-59AB519C4D85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450.07</c:v>
                </c:pt>
                <c:pt idx="1">
                  <c:v>388.05</c:v>
                </c:pt>
                <c:pt idx="2">
                  <c:v>129.75</c:v>
                </c:pt>
                <c:pt idx="3">
                  <c:v>202.18</c:v>
                </c:pt>
                <c:pt idx="4">
                  <c:v>109.98</c:v>
                </c:pt>
                <c:pt idx="5">
                  <c:v>163.13</c:v>
                </c:pt>
                <c:pt idx="6">
                  <c:v>225.92</c:v>
                </c:pt>
                <c:pt idx="7">
                  <c:v>538.64</c:v>
                </c:pt>
                <c:pt idx="8">
                  <c:v>326.92</c:v>
                </c:pt>
                <c:pt idx="9">
                  <c:v>158.47</c:v>
                </c:pt>
                <c:pt idx="10">
                  <c:v>161.38999999999999</c:v>
                </c:pt>
                <c:pt idx="11">
                  <c:v>152.56</c:v>
                </c:pt>
                <c:pt idx="12">
                  <c:v>253.76</c:v>
                </c:pt>
                <c:pt idx="13">
                  <c:v>412.71</c:v>
                </c:pt>
                <c:pt idx="14">
                  <c:v>467.18</c:v>
                </c:pt>
                <c:pt idx="15">
                  <c:v>246.34</c:v>
                </c:pt>
                <c:pt idx="16">
                  <c:v>164.08</c:v>
                </c:pt>
                <c:pt idx="17">
                  <c:v>312.27</c:v>
                </c:pt>
                <c:pt idx="18">
                  <c:v>554.13</c:v>
                </c:pt>
                <c:pt idx="19">
                  <c:v>469.73</c:v>
                </c:pt>
                <c:pt idx="20">
                  <c:v>179.03</c:v>
                </c:pt>
                <c:pt idx="21">
                  <c:v>385.72</c:v>
                </c:pt>
                <c:pt idx="22">
                  <c:v>308.68</c:v>
                </c:pt>
                <c:pt idx="23">
                  <c:v>82.64</c:v>
                </c:pt>
                <c:pt idx="24">
                  <c:v>100.01</c:v>
                </c:pt>
                <c:pt idx="25">
                  <c:v>148.25</c:v>
                </c:pt>
                <c:pt idx="26">
                  <c:v>152.47999999999999</c:v>
                </c:pt>
                <c:pt idx="27">
                  <c:v>181.59</c:v>
                </c:pt>
                <c:pt idx="28">
                  <c:v>429.85</c:v>
                </c:pt>
                <c:pt idx="29">
                  <c:v>361.13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83E6-4941-ACC8-59AB519C4D85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83E6-4941-ACC8-59AB519C4D85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83E6-4941-ACC8-59AB519C4D85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83E6-4941-ACC8-59AB519C4D85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83E6-4941-ACC8-59AB519C4D85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83E6-4941-ACC8-59AB519C4D85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83E6-4941-ACC8-59AB519C4D85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83E6-4941-ACC8-59AB519C4D85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83E6-4941-ACC8-59AB519C4D85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83E6-4941-ACC8-59AB519C4D85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83E6-4941-ACC8-59AB519C4D85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83E6-4941-ACC8-59AB519C4D85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83E6-4941-ACC8-59AB519C4D85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9-83E6-4941-ACC8-59AB519C4D85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B-83E6-4941-ACC8-59AB519C4D85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D-83E6-4941-ACC8-59AB519C4D85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F-83E6-4941-ACC8-59AB519C4D85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1-83E6-4941-ACC8-59AB519C4D85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3-83E6-4941-ACC8-59AB519C4D85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5-83E6-4941-ACC8-59AB519C4D85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7-83E6-4941-ACC8-59AB519C4D85}"/>
              </c:ext>
            </c:extLst>
          </c:dPt>
          <c:dPt>
            <c:idx val="2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9-83E6-4941-ACC8-59AB519C4D85}"/>
              </c:ext>
            </c:extLst>
          </c:dPt>
          <c:dPt>
            <c:idx val="2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B-83E6-4941-ACC8-59AB519C4D85}"/>
              </c:ext>
            </c:extLst>
          </c:dPt>
          <c:dPt>
            <c:idx val="2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D-83E6-4941-ACC8-59AB519C4D85}"/>
              </c:ext>
            </c:extLst>
          </c:dPt>
          <c:dPt>
            <c:idx val="2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F-83E6-4941-ACC8-59AB519C4D85}"/>
              </c:ext>
            </c:extLst>
          </c:dPt>
          <c:dPt>
            <c:idx val="2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1-83E6-4941-ACC8-59AB519C4D85}"/>
              </c:ext>
            </c:extLst>
          </c:dPt>
          <c:dPt>
            <c:idx val="2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3-83E6-4941-ACC8-59AB519C4D85}"/>
              </c:ext>
            </c:extLst>
          </c:dPt>
          <c:dPt>
            <c:idx val="2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5-83E6-4941-ACC8-59AB519C4D85}"/>
              </c:ext>
            </c:extLst>
          </c:dPt>
          <c:dPt>
            <c:idx val="2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7-83E6-4941-ACC8-59AB519C4D85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20576</c:v>
                </c:pt>
                <c:pt idx="1">
                  <c:v>19878</c:v>
                </c:pt>
                <c:pt idx="2">
                  <c:v>7114</c:v>
                </c:pt>
                <c:pt idx="3">
                  <c:v>7364</c:v>
                </c:pt>
                <c:pt idx="4">
                  <c:v>4848</c:v>
                </c:pt>
                <c:pt idx="5">
                  <c:v>7281</c:v>
                </c:pt>
                <c:pt idx="6">
                  <c:v>10191</c:v>
                </c:pt>
                <c:pt idx="7">
                  <c:v>27268</c:v>
                </c:pt>
                <c:pt idx="8">
                  <c:v>16557</c:v>
                </c:pt>
                <c:pt idx="9">
                  <c:v>7473</c:v>
                </c:pt>
                <c:pt idx="10">
                  <c:v>7980</c:v>
                </c:pt>
                <c:pt idx="11">
                  <c:v>8109</c:v>
                </c:pt>
                <c:pt idx="12">
                  <c:v>10617</c:v>
                </c:pt>
                <c:pt idx="13">
                  <c:v>21101</c:v>
                </c:pt>
                <c:pt idx="14">
                  <c:v>23480</c:v>
                </c:pt>
                <c:pt idx="15">
                  <c:v>11343</c:v>
                </c:pt>
                <c:pt idx="16">
                  <c:v>7104</c:v>
                </c:pt>
                <c:pt idx="17">
                  <c:v>15655</c:v>
                </c:pt>
                <c:pt idx="18">
                  <c:v>27565</c:v>
                </c:pt>
                <c:pt idx="19">
                  <c:v>23104</c:v>
                </c:pt>
                <c:pt idx="20">
                  <c:v>8605</c:v>
                </c:pt>
                <c:pt idx="21">
                  <c:v>20705</c:v>
                </c:pt>
                <c:pt idx="22">
                  <c:v>16996</c:v>
                </c:pt>
                <c:pt idx="23">
                  <c:v>3621</c:v>
                </c:pt>
                <c:pt idx="24">
                  <c:v>5343</c:v>
                </c:pt>
                <c:pt idx="25">
                  <c:v>6900</c:v>
                </c:pt>
                <c:pt idx="26">
                  <c:v>6660</c:v>
                </c:pt>
                <c:pt idx="27">
                  <c:v>7315</c:v>
                </c:pt>
                <c:pt idx="28">
                  <c:v>18071</c:v>
                </c:pt>
                <c:pt idx="29">
                  <c:v>18613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양식</cx:pt>
          <cx:pt idx="3">간이음식점</cx:pt>
          <cx:pt idx="4">편의점</cx:pt>
          <cx:pt idx="5">양약국</cx:pt>
          <cx:pt idx="6">중식</cx:pt>
          <cx:pt idx="7">일식</cx:pt>
          <cx:pt idx="8">농산물</cx:pt>
          <cx:pt idx="9">종합의류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1621.2</cx:pt>
          <cx:pt idx="1">802</cx:pt>
          <cx:pt idx="2">578.10000000000002</cx:pt>
          <cx:pt idx="3">393.39999999999998</cx:pt>
          <cx:pt idx="4">189.09999999999999</cx:pt>
          <cx:pt idx="5">176</cx:pt>
          <cx:pt idx="6">166.5</cx:pt>
          <cx:pt idx="7">138.90000000000001</cx:pt>
          <cx:pt idx="8">113</cx:pt>
          <cx:pt idx="9">94.299999999999997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편의점</cx:pt>
          <cx:pt idx="3">건강보조식품</cx:pt>
          <cx:pt idx="4">농산물</cx:pt>
          <cx:pt idx="5">양약국</cx:pt>
          <cx:pt idx="6">중식</cx:pt>
          <cx:pt idx="7">간이음식점</cx:pt>
          <cx:pt idx="8">양식</cx:pt>
          <cx:pt idx="9">마트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21.300000000000001</cx:pt>
          <cx:pt idx="1">8</cx:pt>
          <cx:pt idx="2">6.7000000000000002</cx:pt>
          <cx:pt idx="3">6.0999999999999996</cx:pt>
          <cx:pt idx="4">6</cx:pt>
          <cx:pt idx="5">5.7999999999999998</cx:pt>
          <cx:pt idx="6">5.2999999999999998</cx:pt>
          <cx:pt idx="7">4.5</cx:pt>
          <cx:pt idx="8">4.4000000000000004</cx:pt>
          <cx:pt idx="9">1.8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수원시 3대 축제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수원시 3대 축제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4,476,172명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26.6%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8일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(373,678명)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(19,254명)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5,092백만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32.3%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28.2%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2.0% ▲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3,760,835명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3,536,574명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6.0%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4,476,172명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19.0%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4,345백만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4,993백만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14.9%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5,092백만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17.2%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수원시 3대 축제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수원시 3대 축제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4,476,172명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26.6%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8일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(373,678명)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19,254명)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8.0%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318,453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28.6%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24.8%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3.8%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(8.2% ▲)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(53.8%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8.3%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6일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4.5%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279,761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264,340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59.1%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305,462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40.9%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7.8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8.7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1,523,692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18.8%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2,670,382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32.1%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282,097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21.4%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85.8%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4,157,725명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24.0%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318,453명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72.8%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1,708,912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244,130명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4,476,172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279,761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1,669,717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238,531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수원시 3대 축제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5,092백만원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(253,662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2.0% ▲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1,137원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19.4%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32.3%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10월8일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1,622,217,000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(41,271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806,701,000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(54,461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가방,핸드백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231,000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(31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(36.1%)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(12.7%)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(10.7%)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(28.3%)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(19.2%)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(12.2%)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28.2%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841백만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(16.6%)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1,418백만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(27.8%)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1,427백만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(28.0%)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839백만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(16.5%)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393백만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(7.7%)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148백만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(2.9%)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11.6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10.4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PC방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PC방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18,278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20,212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21,660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615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(33,666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444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(20,501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4,032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(199,498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(26.5%)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(9.9%)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(8.4%)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20,160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15,789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248,570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5,091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(32.4%)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(16.0%)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(11.5%)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5,011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22327618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208020745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80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238,440,286원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11,036건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21,606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318,225,063원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15,854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20,072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207,991,143원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9,503건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21,886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67개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0.00024개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0.00003개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0.00015개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0.00028개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5,502개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0.01967개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0.00072개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178개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0.00064개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33.2%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0.0011개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 (611대)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0.00014대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32.0%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0.0068대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2294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Calibri</vt:lpstr>
      <vt:lpstr>Pretendard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2025-11-04T04:19:28Z</dcterms:modified>
</cp:coreProperties>
</file>