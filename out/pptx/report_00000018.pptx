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311.2758</c:v>
                </c:pt>
                <c:pt idx="1">
                  <c:v>293.41899999999998</c:v>
                </c:pt>
                <c:pt idx="2">
                  <c:v>173.4727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-5.74</c:v>
                </c:pt>
                <c:pt idx="2">
                  <c:v>-40.880000000000003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19.908999999999999</c:v>
                </c:pt>
                <c:pt idx="1">
                  <c:v>36.115000000000002</c:v>
                </c:pt>
                <c:pt idx="2">
                  <c:v>35.113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81.400000000000006</c:v>
                </c:pt>
                <c:pt idx="2">
                  <c:v>-2.77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C3E-4D50-BD8A-A8F195BDC37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24.555499999999999</c:v>
                </c:pt>
                <c:pt idx="1">
                  <c:v>31.213999999999999</c:v>
                </c:pt>
                <c:pt idx="2">
                  <c:v>42.929699999999997</c:v>
                </c:pt>
                <c:pt idx="3">
                  <c:v>37.681899999999999</c:v>
                </c:pt>
                <c:pt idx="4">
                  <c:v>28.383400000000002</c:v>
                </c:pt>
                <c:pt idx="5">
                  <c:v>8.7078000000000007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5266.1875</c:v>
                </c:pt>
                <c:pt idx="1">
                  <c:v>4988.75</c:v>
                </c:pt>
                <c:pt idx="2">
                  <c:v>4642.6875</c:v>
                </c:pt>
                <c:pt idx="3">
                  <c:v>4231.875</c:v>
                </c:pt>
                <c:pt idx="4">
                  <c:v>3897.5625</c:v>
                </c:pt>
                <c:pt idx="5">
                  <c:v>3666.125</c:v>
                </c:pt>
                <c:pt idx="6">
                  <c:v>3517.5625</c:v>
                </c:pt>
                <c:pt idx="7">
                  <c:v>3480.3125</c:v>
                </c:pt>
                <c:pt idx="8">
                  <c:v>3467.3125</c:v>
                </c:pt>
                <c:pt idx="9">
                  <c:v>3521.625</c:v>
                </c:pt>
                <c:pt idx="10">
                  <c:v>3659.25</c:v>
                </c:pt>
                <c:pt idx="11">
                  <c:v>3840.4375</c:v>
                </c:pt>
                <c:pt idx="12">
                  <c:v>4101.3125</c:v>
                </c:pt>
                <c:pt idx="13">
                  <c:v>4388.6875</c:v>
                </c:pt>
                <c:pt idx="14">
                  <c:v>4660.3125</c:v>
                </c:pt>
                <c:pt idx="15">
                  <c:v>4889.1875</c:v>
                </c:pt>
                <c:pt idx="16">
                  <c:v>5087</c:v>
                </c:pt>
                <c:pt idx="17">
                  <c:v>4954.625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10.8773</c:v>
                </c:pt>
                <c:pt idx="1">
                  <c:v>11.757899999999999</c:v>
                </c:pt>
                <c:pt idx="2">
                  <c:v>9.9323999999999995</c:v>
                </c:pt>
                <c:pt idx="3">
                  <c:v>9.9451999999999998</c:v>
                </c:pt>
                <c:pt idx="4">
                  <c:v>10.2818</c:v>
                </c:pt>
                <c:pt idx="5">
                  <c:v>10.4695</c:v>
                </c:pt>
                <c:pt idx="6">
                  <c:v>11.3162</c:v>
                </c:pt>
                <c:pt idx="7">
                  <c:v>10.7735</c:v>
                </c:pt>
                <c:pt idx="8">
                  <c:v>10.212999999999999</c:v>
                </c:pt>
                <c:pt idx="9">
                  <c:v>9.9148999999999994</c:v>
                </c:pt>
                <c:pt idx="10">
                  <c:v>10.3766</c:v>
                </c:pt>
                <c:pt idx="11">
                  <c:v>10.6945</c:v>
                </c:pt>
                <c:pt idx="12">
                  <c:v>11.4823</c:v>
                </c:pt>
                <c:pt idx="13">
                  <c:v>11.0169</c:v>
                </c:pt>
                <c:pt idx="14">
                  <c:v>11.8611</c:v>
                </c:pt>
                <c:pt idx="15">
                  <c:v>12.5596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40EF742-127C-4348-A8EF-3C42C04C78E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5A91C67-468E-4895-A08E-936CC9D1DA3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79.3048</c:v>
                </c:pt>
                <c:pt idx="1">
                  <c:v>94.167900000000003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A10ADB9-FF91-4268-A202-0CEE8B9C34B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F882DE0-32F3-4E16-AEFD-90A941C4761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172.72720000000001</c:v>
                </c:pt>
                <c:pt idx="1">
                  <c:v>0.746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4C1571E-B7D4-462C-A784-DECCA664FA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D9FCCA9-44DC-4E2C-862F-8071B913CDE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54AD3AD-69DE-4588-915D-E58A9A7F8AA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137.26339999999999</c:v>
                </c:pt>
                <c:pt idx="1">
                  <c:v>7.6512000000000002</c:v>
                </c:pt>
                <c:pt idx="2">
                  <c:v>28.558199999999999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793048</c:v>
                </c:pt>
                <c:pt idx="1">
                  <c:v>941679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2FF-49C0-B1CD-ECCC5EE9C6AE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245555</c:v>
                </c:pt>
                <c:pt idx="1">
                  <c:v>312140</c:v>
                </c:pt>
                <c:pt idx="2">
                  <c:v>429297</c:v>
                </c:pt>
                <c:pt idx="3">
                  <c:v>376819</c:v>
                </c:pt>
                <c:pt idx="4">
                  <c:v>283834</c:v>
                </c:pt>
                <c:pt idx="5">
                  <c:v>87078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-36.03</c:v>
                </c:pt>
                <c:pt idx="1">
                  <c:v>-44.22</c:v>
                </c:pt>
                <c:pt idx="2">
                  <c:v>-46.6</c:v>
                </c:pt>
                <c:pt idx="3">
                  <c:v>-42.64</c:v>
                </c:pt>
                <c:pt idx="4">
                  <c:v>-27.1</c:v>
                </c:pt>
                <c:pt idx="5">
                  <c:v>-37.97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10.8773</c:v>
                </c:pt>
                <c:pt idx="1">
                  <c:v>11.757899999999999</c:v>
                </c:pt>
                <c:pt idx="2">
                  <c:v>9.9323999999999995</c:v>
                </c:pt>
                <c:pt idx="3">
                  <c:v>9.9451999999999998</c:v>
                </c:pt>
                <c:pt idx="4">
                  <c:v>10.2818</c:v>
                </c:pt>
                <c:pt idx="5">
                  <c:v>10.4695</c:v>
                </c:pt>
                <c:pt idx="6">
                  <c:v>11.3162</c:v>
                </c:pt>
                <c:pt idx="7">
                  <c:v>10.7735</c:v>
                </c:pt>
                <c:pt idx="8">
                  <c:v>10.212999999999999</c:v>
                </c:pt>
                <c:pt idx="9">
                  <c:v>9.9148999999999994</c:v>
                </c:pt>
                <c:pt idx="10">
                  <c:v>10.3766</c:v>
                </c:pt>
                <c:pt idx="11">
                  <c:v>10.6945</c:v>
                </c:pt>
                <c:pt idx="12">
                  <c:v>11.4823</c:v>
                </c:pt>
                <c:pt idx="13">
                  <c:v>11.0169</c:v>
                </c:pt>
                <c:pt idx="14">
                  <c:v>11.8611</c:v>
                </c:pt>
                <c:pt idx="15">
                  <c:v>12.5596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0.52186999999999995</c:v>
                </c:pt>
                <c:pt idx="1">
                  <c:v>0.48598000000000002</c:v>
                </c:pt>
                <c:pt idx="2">
                  <c:v>0.43895000000000001</c:v>
                </c:pt>
                <c:pt idx="3">
                  <c:v>0.39080999999999999</c:v>
                </c:pt>
                <c:pt idx="4">
                  <c:v>0.35803000000000001</c:v>
                </c:pt>
                <c:pt idx="5">
                  <c:v>0.33806000000000003</c:v>
                </c:pt>
                <c:pt idx="6">
                  <c:v>0.32286999999999999</c:v>
                </c:pt>
                <c:pt idx="7">
                  <c:v>0.32316</c:v>
                </c:pt>
                <c:pt idx="8">
                  <c:v>0.32458999999999999</c:v>
                </c:pt>
                <c:pt idx="9">
                  <c:v>0.33306000000000002</c:v>
                </c:pt>
                <c:pt idx="10">
                  <c:v>0.35038000000000002</c:v>
                </c:pt>
                <c:pt idx="11">
                  <c:v>0.36889</c:v>
                </c:pt>
                <c:pt idx="12">
                  <c:v>0.40182000000000001</c:v>
                </c:pt>
                <c:pt idx="13">
                  <c:v>0.43308000000000002</c:v>
                </c:pt>
                <c:pt idx="14">
                  <c:v>0.46231</c:v>
                </c:pt>
                <c:pt idx="15">
                  <c:v>0.48493000000000003</c:v>
                </c:pt>
                <c:pt idx="16">
                  <c:v>0.50751999999999997</c:v>
                </c:pt>
                <c:pt idx="17">
                  <c:v>0.49381000000000003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0.5345333333333333</c:v>
                </c:pt>
                <c:pt idx="1">
                  <c:v>0.52036666666666664</c:v>
                </c:pt>
                <c:pt idx="2">
                  <c:v>0.50646666666666662</c:v>
                </c:pt>
                <c:pt idx="3">
                  <c:v>0.47715000000000002</c:v>
                </c:pt>
                <c:pt idx="4">
                  <c:v>0.44263333333333332</c:v>
                </c:pt>
                <c:pt idx="5">
                  <c:v>0.41420000000000001</c:v>
                </c:pt>
                <c:pt idx="6">
                  <c:v>0.39989999999999998</c:v>
                </c:pt>
                <c:pt idx="7">
                  <c:v>0.38948333333333335</c:v>
                </c:pt>
                <c:pt idx="8">
                  <c:v>0.38363333333333333</c:v>
                </c:pt>
                <c:pt idx="9">
                  <c:v>0.38400000000000001</c:v>
                </c:pt>
                <c:pt idx="10">
                  <c:v>0.39183333333333331</c:v>
                </c:pt>
                <c:pt idx="11">
                  <c:v>0.4093</c:v>
                </c:pt>
                <c:pt idx="12">
                  <c:v>0.42398333333333332</c:v>
                </c:pt>
                <c:pt idx="13">
                  <c:v>0.44851666666666667</c:v>
                </c:pt>
                <c:pt idx="14">
                  <c:v>0.47223333333333334</c:v>
                </c:pt>
                <c:pt idx="15">
                  <c:v>0.49556666666666666</c:v>
                </c:pt>
                <c:pt idx="16">
                  <c:v>0.51066666666666671</c:v>
                </c:pt>
                <c:pt idx="17">
                  <c:v>0.49821666666666664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26.189969999999999</c:v>
                </c:pt>
                <c:pt idx="1">
                  <c:v>25.62623</c:v>
                </c:pt>
                <c:pt idx="2">
                  <c:v>13.72634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1.5054000000000001</c:v>
                </c:pt>
                <c:pt idx="1">
                  <c:v>1.2364900000000001</c:v>
                </c:pt>
                <c:pt idx="2">
                  <c:v>0.76512000000000002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3.4321999999999999</c:v>
                </c:pt>
                <c:pt idx="1">
                  <c:v>2.4792100000000001</c:v>
                </c:pt>
                <c:pt idx="2">
                  <c:v>2.85582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0.26430999999999999</c:v>
                </c:pt>
                <c:pt idx="1">
                  <c:v>0.22339000000000001</c:v>
                </c:pt>
                <c:pt idx="2">
                  <c:v>7.46E-2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30.86336</c:v>
                </c:pt>
                <c:pt idx="1">
                  <c:v>29.118539999999999</c:v>
                </c:pt>
                <c:pt idx="2">
                  <c:v>17.27272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BDD-4819-96CE-F1829332AFA0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BDD-4819-96CE-F1829332AFA0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BDD-4819-96CE-F1829332AFA0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BDD-4819-96CE-F1829332AFA0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7BDD-4819-96CE-F1829332AFA0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7BDD-4819-96CE-F1829332AFA0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109640</c:v>
                </c:pt>
                <c:pt idx="1">
                  <c:v>117204</c:v>
                </c:pt>
                <c:pt idx="2">
                  <c:v>101586</c:v>
                </c:pt>
                <c:pt idx="3">
                  <c:v>100888</c:v>
                </c:pt>
                <c:pt idx="4">
                  <c:v>102798</c:v>
                </c:pt>
                <c:pt idx="5">
                  <c:v>98872</c:v>
                </c:pt>
                <c:pt idx="6">
                  <c:v>101535</c:v>
                </c:pt>
                <c:pt idx="7">
                  <c:v>108773</c:v>
                </c:pt>
                <c:pt idx="8">
                  <c:v>117579</c:v>
                </c:pt>
                <c:pt idx="9">
                  <c:v>99324</c:v>
                </c:pt>
                <c:pt idx="10">
                  <c:v>99452</c:v>
                </c:pt>
                <c:pt idx="11">
                  <c:v>102818</c:v>
                </c:pt>
                <c:pt idx="12">
                  <c:v>104695</c:v>
                </c:pt>
                <c:pt idx="13">
                  <c:v>113162</c:v>
                </c:pt>
                <c:pt idx="14">
                  <c:v>107735</c:v>
                </c:pt>
                <c:pt idx="15">
                  <c:v>102130</c:v>
                </c:pt>
                <c:pt idx="16">
                  <c:v>99149</c:v>
                </c:pt>
                <c:pt idx="17">
                  <c:v>103766</c:v>
                </c:pt>
                <c:pt idx="18">
                  <c:v>106945</c:v>
                </c:pt>
                <c:pt idx="19">
                  <c:v>114823</c:v>
                </c:pt>
                <c:pt idx="20">
                  <c:v>110169</c:v>
                </c:pt>
                <c:pt idx="21">
                  <c:v>118611</c:v>
                </c:pt>
                <c:pt idx="22">
                  <c:v>125596</c:v>
                </c:pt>
                <c:pt idx="23">
                  <c:v>106478</c:v>
                </c:pt>
                <c:pt idx="24">
                  <c:v>103730</c:v>
                </c:pt>
                <c:pt idx="25">
                  <c:v>102583</c:v>
                </c:pt>
                <c:pt idx="26">
                  <c:v>101443</c:v>
                </c:pt>
                <c:pt idx="27">
                  <c:v>102256</c:v>
                </c:pt>
                <c:pt idx="28">
                  <c:v>117144</c:v>
                </c:pt>
                <c:pt idx="29">
                  <c:v>121185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8C92F2B-6700-4BA1-859B-294C66C9A2E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18.306999999999999</c:v>
                </c:pt>
                <c:pt idx="1">
                  <c:v>16.803000000000001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16.010000000000002</c:v>
                </c:pt>
                <c:pt idx="1">
                  <c:v>9.9819999999999993</c:v>
                </c:pt>
                <c:pt idx="2">
                  <c:v>5.2519999999999998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23.677</c:v>
                </c:pt>
                <c:pt idx="1">
                  <c:v>10.738</c:v>
                </c:pt>
                <c:pt idx="2">
                  <c:v>0.69699999999999995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15.388</c:v>
                </c:pt>
                <c:pt idx="1">
                  <c:v>10.119999999999999</c:v>
                </c:pt>
                <c:pt idx="2">
                  <c:v>9.6050000000000004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4.1929999999999996</c:v>
                </c:pt>
                <c:pt idx="1">
                  <c:v>4.1849999999999996</c:v>
                </c:pt>
                <c:pt idx="2">
                  <c:v>1.1890000000000001</c:v>
                </c:pt>
                <c:pt idx="3">
                  <c:v>2.794</c:v>
                </c:pt>
                <c:pt idx="4">
                  <c:v>2.157</c:v>
                </c:pt>
                <c:pt idx="5">
                  <c:v>1.83</c:v>
                </c:pt>
                <c:pt idx="6">
                  <c:v>1.92</c:v>
                </c:pt>
                <c:pt idx="7">
                  <c:v>1.7490000000000001</c:v>
                </c:pt>
                <c:pt idx="8">
                  <c:v>2.0939999999999999</c:v>
                </c:pt>
                <c:pt idx="9">
                  <c:v>0.89100000000000001</c:v>
                </c:pt>
                <c:pt idx="10">
                  <c:v>1.151</c:v>
                </c:pt>
                <c:pt idx="11">
                  <c:v>2.2269999999999999</c:v>
                </c:pt>
                <c:pt idx="12">
                  <c:v>2.8919999999999999</c:v>
                </c:pt>
                <c:pt idx="13">
                  <c:v>1.268</c:v>
                </c:pt>
                <c:pt idx="14">
                  <c:v>3.1280000000000001</c:v>
                </c:pt>
                <c:pt idx="15">
                  <c:v>1.4450000000000001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15.388</c:v>
                </c:pt>
                <c:pt idx="1">
                  <c:v>10.119999999999999</c:v>
                </c:pt>
                <c:pt idx="2">
                  <c:v>9.6050000000000004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2112</c:v>
                </c:pt>
                <c:pt idx="1">
                  <c:v>2017</c:v>
                </c:pt>
                <c:pt idx="2">
                  <c:v>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Sheet1!$A$2:$A$4</c:f>
              <c:strCache>
                <c:ptCount val="3"/>
                <c:pt idx="0">
                  <c:v>미용실</c:v>
                </c:pt>
                <c:pt idx="1">
                  <c:v>음료</c:v>
                </c:pt>
                <c:pt idx="2">
                  <c:v>가공식품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3.6109022556390977</c:v>
                </c:pt>
                <c:pt idx="1">
                  <c:v>0.72859848484848488</c:v>
                </c:pt>
                <c:pt idx="2">
                  <c:v>0.50173525037183941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6.7690000000000001</c:v>
                </c:pt>
                <c:pt idx="1">
                  <c:v>5.71</c:v>
                </c:pt>
                <c:pt idx="2">
                  <c:v>5.8280000000000003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8.6159999999999997</c:v>
                </c:pt>
                <c:pt idx="1">
                  <c:v>4.4089999999999998</c:v>
                </c:pt>
                <c:pt idx="2">
                  <c:v>3.778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0.155</c:v>
                </c:pt>
                <c:pt idx="3">
                  <c:v>1.173</c:v>
                </c:pt>
                <c:pt idx="4">
                  <c:v>1.274</c:v>
                </c:pt>
                <c:pt idx="5">
                  <c:v>0.98</c:v>
                </c:pt>
                <c:pt idx="6">
                  <c:v>1.7849999999999999</c:v>
                </c:pt>
                <c:pt idx="7">
                  <c:v>1.7430000000000001</c:v>
                </c:pt>
                <c:pt idx="8">
                  <c:v>2.4039999999999999</c:v>
                </c:pt>
                <c:pt idx="9">
                  <c:v>1.92</c:v>
                </c:pt>
                <c:pt idx="10">
                  <c:v>1.2230000000000001</c:v>
                </c:pt>
                <c:pt idx="11">
                  <c:v>1.74</c:v>
                </c:pt>
                <c:pt idx="12">
                  <c:v>0.61499999999999999</c:v>
                </c:pt>
                <c:pt idx="13">
                  <c:v>0.28000000000000003</c:v>
                </c:pt>
                <c:pt idx="14">
                  <c:v>9.7000000000000003E-2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0.73099999999999998</c:v>
                </c:pt>
                <c:pt idx="5">
                  <c:v>0.40500000000000003</c:v>
                </c:pt>
                <c:pt idx="6">
                  <c:v>1.157</c:v>
                </c:pt>
                <c:pt idx="7">
                  <c:v>0.77800000000000002</c:v>
                </c:pt>
                <c:pt idx="8">
                  <c:v>0.42699999999999999</c:v>
                </c:pt>
                <c:pt idx="9">
                  <c:v>0.33</c:v>
                </c:pt>
                <c:pt idx="10">
                  <c:v>1.3320000000000001</c:v>
                </c:pt>
                <c:pt idx="11">
                  <c:v>0.873</c:v>
                </c:pt>
                <c:pt idx="12">
                  <c:v>1.2150000000000001</c:v>
                </c:pt>
                <c:pt idx="13">
                  <c:v>0.70299999999999996</c:v>
                </c:pt>
                <c:pt idx="14">
                  <c:v>1.657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2.1000000000000001E-2</c:v>
                </c:pt>
                <c:pt idx="1">
                  <c:v>4.2999999999999997E-2</c:v>
                </c:pt>
                <c:pt idx="2">
                  <c:v>0</c:v>
                </c:pt>
                <c:pt idx="3">
                  <c:v>0.16500000000000001</c:v>
                </c:pt>
                <c:pt idx="4">
                  <c:v>9.5000000000000001E-2</c:v>
                </c:pt>
                <c:pt idx="5">
                  <c:v>3.2000000000000001E-2</c:v>
                </c:pt>
                <c:pt idx="6">
                  <c:v>0.35699999999999998</c:v>
                </c:pt>
                <c:pt idx="7">
                  <c:v>0.505</c:v>
                </c:pt>
                <c:pt idx="8">
                  <c:v>0.59499999999999997</c:v>
                </c:pt>
                <c:pt idx="9">
                  <c:v>0.57199999999999995</c:v>
                </c:pt>
                <c:pt idx="10">
                  <c:v>0.57099999999999995</c:v>
                </c:pt>
                <c:pt idx="11">
                  <c:v>0.80800000000000005</c:v>
                </c:pt>
                <c:pt idx="12">
                  <c:v>0.84299999999999997</c:v>
                </c:pt>
                <c:pt idx="13">
                  <c:v>0.80800000000000005</c:v>
                </c:pt>
                <c:pt idx="14">
                  <c:v>1.6559999999999999</c:v>
                </c:pt>
                <c:pt idx="15">
                  <c:v>0.77900000000000003</c:v>
                </c:pt>
                <c:pt idx="16">
                  <c:v>0.86799999999999999</c:v>
                </c:pt>
                <c:pt idx="17">
                  <c:v>0.80800000000000005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155000</c:v>
                </c:pt>
                <c:pt idx="3">
                  <c:v>1173000</c:v>
                </c:pt>
                <c:pt idx="4">
                  <c:v>1274000</c:v>
                </c:pt>
                <c:pt idx="5">
                  <c:v>980000</c:v>
                </c:pt>
                <c:pt idx="6">
                  <c:v>1785000</c:v>
                </c:pt>
                <c:pt idx="7">
                  <c:v>1743000</c:v>
                </c:pt>
                <c:pt idx="8">
                  <c:v>2404000</c:v>
                </c:pt>
                <c:pt idx="9">
                  <c:v>1920000</c:v>
                </c:pt>
                <c:pt idx="10">
                  <c:v>1223000</c:v>
                </c:pt>
                <c:pt idx="11">
                  <c:v>1740000</c:v>
                </c:pt>
                <c:pt idx="12">
                  <c:v>615000</c:v>
                </c:pt>
                <c:pt idx="13">
                  <c:v>280000</c:v>
                </c:pt>
                <c:pt idx="14">
                  <c:v>97000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21000</c:v>
                </c:pt>
                <c:pt idx="1">
                  <c:v>43000</c:v>
                </c:pt>
                <c:pt idx="2">
                  <c:v>0</c:v>
                </c:pt>
                <c:pt idx="3">
                  <c:v>165000</c:v>
                </c:pt>
                <c:pt idx="4">
                  <c:v>95000</c:v>
                </c:pt>
                <c:pt idx="5">
                  <c:v>32000</c:v>
                </c:pt>
                <c:pt idx="6">
                  <c:v>357000</c:v>
                </c:pt>
                <c:pt idx="7">
                  <c:v>505000</c:v>
                </c:pt>
                <c:pt idx="8">
                  <c:v>595000</c:v>
                </c:pt>
                <c:pt idx="9">
                  <c:v>572000</c:v>
                </c:pt>
                <c:pt idx="10">
                  <c:v>571000</c:v>
                </c:pt>
                <c:pt idx="11">
                  <c:v>808000</c:v>
                </c:pt>
                <c:pt idx="12">
                  <c:v>843000</c:v>
                </c:pt>
                <c:pt idx="13">
                  <c:v>808000</c:v>
                </c:pt>
                <c:pt idx="14">
                  <c:v>1656000</c:v>
                </c:pt>
                <c:pt idx="15">
                  <c:v>779000</c:v>
                </c:pt>
                <c:pt idx="16">
                  <c:v>868000</c:v>
                </c:pt>
                <c:pt idx="17">
                  <c:v>808000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731000</c:v>
                </c:pt>
                <c:pt idx="5">
                  <c:v>405000</c:v>
                </c:pt>
                <c:pt idx="6">
                  <c:v>1157000</c:v>
                </c:pt>
                <c:pt idx="7">
                  <c:v>778000</c:v>
                </c:pt>
                <c:pt idx="8">
                  <c:v>427000</c:v>
                </c:pt>
                <c:pt idx="9">
                  <c:v>330000</c:v>
                </c:pt>
                <c:pt idx="10">
                  <c:v>1332000</c:v>
                </c:pt>
                <c:pt idx="11">
                  <c:v>873000</c:v>
                </c:pt>
                <c:pt idx="12">
                  <c:v>1215000</c:v>
                </c:pt>
                <c:pt idx="13">
                  <c:v>703000</c:v>
                </c:pt>
                <c:pt idx="14">
                  <c:v>1657000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9.5329999999999995</c:v>
                </c:pt>
                <c:pt idx="1">
                  <c:v>8.0980000000000008</c:v>
                </c:pt>
                <c:pt idx="2">
                  <c:v>6.0460000000000003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5.63</c:v>
                </c:pt>
                <c:pt idx="1">
                  <c:v>1.921</c:v>
                </c:pt>
                <c:pt idx="2">
                  <c:v>3.1869999999999998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음료</c:v>
                </c:pt>
                <c:pt idx="1">
                  <c:v>가공식품</c:v>
                </c:pt>
                <c:pt idx="2">
                  <c:v>미용실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0.223</c:v>
                </c:pt>
                <c:pt idx="1">
                  <c:v>0.10100000000000001</c:v>
                </c:pt>
                <c:pt idx="2">
                  <c:v>0.373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BC-4307-BD9F-F008E19F1F03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3BC-4307-BD9F-F008E19F1F03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3BC-4307-BD9F-F008E19F1F03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3BC-4307-BD9F-F008E19F1F03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3BC-4307-BD9F-F008E19F1F03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3BC-4307-BD9F-F008E19F1F03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3BC-4307-BD9F-F008E19F1F03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3BC-4307-BD9F-F008E19F1F03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3BC-4307-BD9F-F008E19F1F03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3BC-4307-BD9F-F008E19F1F03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3BC-4307-BD9F-F008E19F1F03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3BC-4307-BD9F-F008E19F1F03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C3BC-4307-BD9F-F008E19F1F03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3BC-4307-BD9F-F008E19F1F03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C3BC-4307-BD9F-F008E19F1F03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C3BC-4307-BD9F-F008E19F1F03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C3BC-4307-BD9F-F008E19F1F03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C3BC-4307-BD9F-F008E19F1F03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C3BC-4307-BD9F-F008E19F1F03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C3BC-4307-BD9F-F008E19F1F03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C3BC-4307-BD9F-F008E19F1F03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C3BC-4307-BD9F-F008E19F1F03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C3BC-4307-BD9F-F008E19F1F03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C3BC-4307-BD9F-F008E19F1F03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C3BC-4307-BD9F-F008E19F1F03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C3BC-4307-BD9F-F008E19F1F03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C3BC-4307-BD9F-F008E19F1F03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C3BC-4307-BD9F-F008E19F1F03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C3BC-4307-BD9F-F008E19F1F03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3.28</c:v>
                </c:pt>
                <c:pt idx="1">
                  <c:v>2.48</c:v>
                </c:pt>
                <c:pt idx="2">
                  <c:v>0.96</c:v>
                </c:pt>
                <c:pt idx="3">
                  <c:v>1.59</c:v>
                </c:pt>
                <c:pt idx="4">
                  <c:v>2.31</c:v>
                </c:pt>
                <c:pt idx="5">
                  <c:v>1.6</c:v>
                </c:pt>
                <c:pt idx="6">
                  <c:v>3.25</c:v>
                </c:pt>
                <c:pt idx="7">
                  <c:v>4.1900000000000004</c:v>
                </c:pt>
                <c:pt idx="8">
                  <c:v>4.1900000000000004</c:v>
                </c:pt>
                <c:pt idx="9">
                  <c:v>1.19</c:v>
                </c:pt>
                <c:pt idx="10">
                  <c:v>2.79</c:v>
                </c:pt>
                <c:pt idx="11">
                  <c:v>2.16</c:v>
                </c:pt>
                <c:pt idx="12">
                  <c:v>1.83</c:v>
                </c:pt>
                <c:pt idx="13">
                  <c:v>1.92</c:v>
                </c:pt>
                <c:pt idx="14">
                  <c:v>1.75</c:v>
                </c:pt>
                <c:pt idx="15">
                  <c:v>2.09</c:v>
                </c:pt>
                <c:pt idx="16">
                  <c:v>0.89</c:v>
                </c:pt>
                <c:pt idx="17">
                  <c:v>1.1499999999999999</c:v>
                </c:pt>
                <c:pt idx="18">
                  <c:v>2.23</c:v>
                </c:pt>
                <c:pt idx="19">
                  <c:v>2.89</c:v>
                </c:pt>
                <c:pt idx="20">
                  <c:v>1.27</c:v>
                </c:pt>
                <c:pt idx="21">
                  <c:v>3.13</c:v>
                </c:pt>
                <c:pt idx="22">
                  <c:v>1.45</c:v>
                </c:pt>
                <c:pt idx="23">
                  <c:v>3.58</c:v>
                </c:pt>
                <c:pt idx="24">
                  <c:v>1.22</c:v>
                </c:pt>
                <c:pt idx="25">
                  <c:v>1.19</c:v>
                </c:pt>
                <c:pt idx="26">
                  <c:v>1.48</c:v>
                </c:pt>
                <c:pt idx="27">
                  <c:v>3.41</c:v>
                </c:pt>
                <c:pt idx="28">
                  <c:v>3.18</c:v>
                </c:pt>
                <c:pt idx="29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C3BC-4307-BD9F-F008E19F1F03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C3BC-4307-BD9F-F008E19F1F03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C3BC-4307-BD9F-F008E19F1F03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C3BC-4307-BD9F-F008E19F1F03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C3BC-4307-BD9F-F008E19F1F03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C3BC-4307-BD9F-F008E19F1F03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C3BC-4307-BD9F-F008E19F1F03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C3BC-4307-BD9F-F008E19F1F03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C3BC-4307-BD9F-F008E19F1F03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C3BC-4307-BD9F-F008E19F1F03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C3BC-4307-BD9F-F008E19F1F03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C3BC-4307-BD9F-F008E19F1F03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C3BC-4307-BD9F-F008E19F1F03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C3BC-4307-BD9F-F008E19F1F03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C3BC-4307-BD9F-F008E19F1F03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C3BC-4307-BD9F-F008E19F1F03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C3BC-4307-BD9F-F008E19F1F03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C3BC-4307-BD9F-F008E19F1F03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C3BC-4307-BD9F-F008E19F1F03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C3BC-4307-BD9F-F008E19F1F03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C3BC-4307-BD9F-F008E19F1F03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C3BC-4307-BD9F-F008E19F1F03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C3BC-4307-BD9F-F008E19F1F03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C3BC-4307-BD9F-F008E19F1F03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C3BC-4307-BD9F-F008E19F1F03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C3BC-4307-BD9F-F008E19F1F03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C3BC-4307-BD9F-F008E19F1F03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C3BC-4307-BD9F-F008E19F1F03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C3BC-4307-BD9F-F008E19F1F03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443</c:v>
                </c:pt>
                <c:pt idx="1">
                  <c:v>336</c:v>
                </c:pt>
                <c:pt idx="2">
                  <c:v>203</c:v>
                </c:pt>
                <c:pt idx="3">
                  <c:v>282</c:v>
                </c:pt>
                <c:pt idx="4">
                  <c:v>219</c:v>
                </c:pt>
                <c:pt idx="5">
                  <c:v>267</c:v>
                </c:pt>
                <c:pt idx="6">
                  <c:v>336</c:v>
                </c:pt>
                <c:pt idx="7">
                  <c:v>426</c:v>
                </c:pt>
                <c:pt idx="8">
                  <c:v>411</c:v>
                </c:pt>
                <c:pt idx="9">
                  <c:v>198</c:v>
                </c:pt>
                <c:pt idx="10">
                  <c:v>331</c:v>
                </c:pt>
                <c:pt idx="11">
                  <c:v>245</c:v>
                </c:pt>
                <c:pt idx="12">
                  <c:v>240</c:v>
                </c:pt>
                <c:pt idx="13">
                  <c:v>266</c:v>
                </c:pt>
                <c:pt idx="14">
                  <c:v>230</c:v>
                </c:pt>
                <c:pt idx="15">
                  <c:v>288</c:v>
                </c:pt>
                <c:pt idx="16">
                  <c:v>112</c:v>
                </c:pt>
                <c:pt idx="17">
                  <c:v>219</c:v>
                </c:pt>
                <c:pt idx="18">
                  <c:v>336</c:v>
                </c:pt>
                <c:pt idx="19">
                  <c:v>262</c:v>
                </c:pt>
                <c:pt idx="20">
                  <c:v>223</c:v>
                </c:pt>
                <c:pt idx="21">
                  <c:v>331</c:v>
                </c:pt>
                <c:pt idx="22">
                  <c:v>277</c:v>
                </c:pt>
                <c:pt idx="23">
                  <c:v>219</c:v>
                </c:pt>
                <c:pt idx="24">
                  <c:v>229</c:v>
                </c:pt>
                <c:pt idx="25">
                  <c:v>234</c:v>
                </c:pt>
                <c:pt idx="26">
                  <c:v>288</c:v>
                </c:pt>
                <c:pt idx="27">
                  <c:v>234</c:v>
                </c:pt>
                <c:pt idx="28">
                  <c:v>394</c:v>
                </c:pt>
                <c:pt idx="29">
                  <c:v>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>가공식품</cx:pt>
          <cx:pt idx="2">미용실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15.300000000000001</cx:pt>
          <cx:pt idx="1">10.1</cx:pt>
          <cx:pt idx="2">9.4000000000000004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미용실</cx:pt>
          <cx:pt idx="1">음료</cx:pt>
          <cx:pt idx="2">가공식품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0.20000000000000001</cx:pt>
          <cx:pt idx="1">0.10000000000000001</cx:pt>
          <cx:pt idx="2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주상복합(화서역파크푸르지오)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주상복합(화서역파크푸르지오)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1,734,727명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40.9%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(125,596명)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(5,266명)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43.8%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45.6%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2.8%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3,112,758명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2,934,190명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1,734,727명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44.3%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81.4%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76.4%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주상복합(화서역파크푸르지오)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주상복합(화서역파크푸르지오)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1,734,727명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40.9%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(125,596명)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5,266명)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7,460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42.0%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(46.6%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 ▼)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12일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7.2%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108,420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105,430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113,404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1,372,634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46.4%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285,582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15.2%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76,512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38.1%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99.1%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1,727,272명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40.7%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7,460명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66.6% ▼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732,523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104,646명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1,734,727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108,420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754,819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107,831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주상복합(화서역파크푸르지오)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(4,395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2.8%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64.5%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15,389,000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(2,105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15,389,000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(2,105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37,678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(37.0%)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(31.8%)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(31.2%)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(51.3%)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(26.2%)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미용실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(22.5%)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45.6%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(5.7%)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(28.4%)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(45.6%)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미용실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미용실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7,376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9,536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12,673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(3,210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(1,126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(61.8%)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(32.7%)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(5.5%)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7,975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10,900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4,362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(43.9%)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미용실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(27.0%)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76545499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9680328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2,208,857원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298건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7,412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2,194,563원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7,989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2,467,429원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275건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8,982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0.00072개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0.00178개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0.00018개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2,999개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0.02766개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0.00202개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87.6%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화서환승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백설공영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(347대)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98.9%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0.0199대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2285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Arial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2025-11-04T03:45:45Z</dcterms:modified>
</cp:coreProperties>
</file>