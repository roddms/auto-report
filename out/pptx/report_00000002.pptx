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41.473799999999997</c:v>
                </c:pt>
                <c:pt idx="1">
                  <c:v>44.123399999999997</c:v>
                </c:pt>
                <c:pt idx="2">
                  <c:v>56.186199999999999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6.39</c:v>
                </c:pt>
                <c:pt idx="2">
                  <c:v>27.34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48.351999999999997</c:v>
                </c:pt>
                <c:pt idx="1">
                  <c:v>61.890999999999998</c:v>
                </c:pt>
                <c:pt idx="2">
                  <c:v>75.415999999999997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28</c:v>
                </c:pt>
                <c:pt idx="2">
                  <c:v>21.85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00-48B8-8DB0-55ED7BB27C1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7.8445999999999998</c:v>
                </c:pt>
                <c:pt idx="1">
                  <c:v>10.1538</c:v>
                </c:pt>
                <c:pt idx="2">
                  <c:v>9.7520000000000007</c:v>
                </c:pt>
                <c:pt idx="3">
                  <c:v>12.3109</c:v>
                </c:pt>
                <c:pt idx="4">
                  <c:v>10.6409</c:v>
                </c:pt>
                <c:pt idx="5">
                  <c:v>5.484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24399</c:v>
                </c:pt>
                <c:pt idx="1">
                  <c:v>24255</c:v>
                </c:pt>
                <c:pt idx="2">
                  <c:v>24142</c:v>
                </c:pt>
                <c:pt idx="3">
                  <c:v>23585</c:v>
                </c:pt>
                <c:pt idx="4">
                  <c:v>22896</c:v>
                </c:pt>
                <c:pt idx="5">
                  <c:v>22285</c:v>
                </c:pt>
                <c:pt idx="6">
                  <c:v>22213</c:v>
                </c:pt>
                <c:pt idx="7">
                  <c:v>22130</c:v>
                </c:pt>
                <c:pt idx="8">
                  <c:v>21701</c:v>
                </c:pt>
                <c:pt idx="9">
                  <c:v>21539</c:v>
                </c:pt>
                <c:pt idx="10">
                  <c:v>21846</c:v>
                </c:pt>
                <c:pt idx="11">
                  <c:v>22368</c:v>
                </c:pt>
                <c:pt idx="12">
                  <c:v>22962</c:v>
                </c:pt>
                <c:pt idx="13">
                  <c:v>23715</c:v>
                </c:pt>
                <c:pt idx="14">
                  <c:v>23934</c:v>
                </c:pt>
                <c:pt idx="15">
                  <c:v>24361</c:v>
                </c:pt>
                <c:pt idx="16">
                  <c:v>24648</c:v>
                </c:pt>
                <c:pt idx="17">
                  <c:v>23701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56.186199999999999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327A4AA-8E81-486A-8ECD-493279D935A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8DF4A27-5139-4863-A497-3FB11B765C3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27.259499999999999</c:v>
                </c:pt>
                <c:pt idx="1">
                  <c:v>28.9267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AB99480-C111-4107-8660-47D1532F46B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6E9D8FB-565A-421F-9523-CBCA8E345A0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55.279400000000003</c:v>
                </c:pt>
                <c:pt idx="1">
                  <c:v>0.90690000000000004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B95C707-48A3-45CF-A36C-34AF6023055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E88D4E7-D181-459C-AB35-E5EFC255679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E169BB8-C123-41B2-BA64-35D8F0F1B03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44.435099999999998</c:v>
                </c:pt>
                <c:pt idx="1">
                  <c:v>4.4183000000000003</c:v>
                </c:pt>
                <c:pt idx="2">
                  <c:v>7.3327999999999998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272595</c:v>
                </c:pt>
                <c:pt idx="1">
                  <c:v>289267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25-44AC-ADDC-15EB03AB2004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78446</c:v>
                </c:pt>
                <c:pt idx="1">
                  <c:v>101538</c:v>
                </c:pt>
                <c:pt idx="2">
                  <c:v>97520</c:v>
                </c:pt>
                <c:pt idx="3">
                  <c:v>123109</c:v>
                </c:pt>
                <c:pt idx="4">
                  <c:v>106409</c:v>
                </c:pt>
                <c:pt idx="5">
                  <c:v>54840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24.3</c:v>
                </c:pt>
                <c:pt idx="1">
                  <c:v>24.81</c:v>
                </c:pt>
                <c:pt idx="2">
                  <c:v>15.32</c:v>
                </c:pt>
                <c:pt idx="3">
                  <c:v>25.06</c:v>
                </c:pt>
                <c:pt idx="4">
                  <c:v>37.81</c:v>
                </c:pt>
                <c:pt idx="5">
                  <c:v>50.02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56.186199999999999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2.4399000000000002</c:v>
                </c:pt>
                <c:pt idx="1">
                  <c:v>2.4255</c:v>
                </c:pt>
                <c:pt idx="2">
                  <c:v>2.4142000000000001</c:v>
                </c:pt>
                <c:pt idx="3">
                  <c:v>2.3584999999999998</c:v>
                </c:pt>
                <c:pt idx="4">
                  <c:v>2.2896000000000001</c:v>
                </c:pt>
                <c:pt idx="5">
                  <c:v>2.2284999999999999</c:v>
                </c:pt>
                <c:pt idx="6">
                  <c:v>2.2212999999999998</c:v>
                </c:pt>
                <c:pt idx="7">
                  <c:v>2.2130000000000001</c:v>
                </c:pt>
                <c:pt idx="8">
                  <c:v>2.1701000000000001</c:v>
                </c:pt>
                <c:pt idx="9">
                  <c:v>2.1539000000000001</c:v>
                </c:pt>
                <c:pt idx="10">
                  <c:v>2.1846000000000001</c:v>
                </c:pt>
                <c:pt idx="11">
                  <c:v>2.2368000000000001</c:v>
                </c:pt>
                <c:pt idx="12">
                  <c:v>2.2961999999999998</c:v>
                </c:pt>
                <c:pt idx="13">
                  <c:v>2.3715000000000002</c:v>
                </c:pt>
                <c:pt idx="14">
                  <c:v>2.3934000000000002</c:v>
                </c:pt>
                <c:pt idx="15">
                  <c:v>2.4361000000000002</c:v>
                </c:pt>
                <c:pt idx="16">
                  <c:v>2.4647999999999999</c:v>
                </c:pt>
                <c:pt idx="17">
                  <c:v>2.3700999999999999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3.1271399999999998</c:v>
                </c:pt>
                <c:pt idx="1">
                  <c:v>3.54738</c:v>
                </c:pt>
                <c:pt idx="2">
                  <c:v>4.4435099999999998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0.36298000000000002</c:v>
                </c:pt>
                <c:pt idx="1">
                  <c:v>0.35913</c:v>
                </c:pt>
                <c:pt idx="2">
                  <c:v>0.44183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0.65725999999999996</c:v>
                </c:pt>
                <c:pt idx="1">
                  <c:v>0.50583</c:v>
                </c:pt>
                <c:pt idx="2">
                  <c:v>0.73328000000000004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6.7379999999999995E-2</c:v>
                </c:pt>
                <c:pt idx="1">
                  <c:v>6.164E-2</c:v>
                </c:pt>
                <c:pt idx="2">
                  <c:v>9.0690000000000007E-2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4.08</c:v>
                </c:pt>
                <c:pt idx="1">
                  <c:v>4.3507100000000003</c:v>
                </c:pt>
                <c:pt idx="2">
                  <c:v>5.5279400000000001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548859</c:v>
                </c:pt>
                <c:pt idx="1">
                  <c:v>507948</c:v>
                </c:pt>
                <c:pt idx="2">
                  <c:v>500831</c:v>
                </c:pt>
                <c:pt idx="3">
                  <c:v>503751</c:v>
                </c:pt>
                <c:pt idx="4">
                  <c:v>495394</c:v>
                </c:pt>
                <c:pt idx="5">
                  <c:v>494366</c:v>
                </c:pt>
                <c:pt idx="6">
                  <c:v>523262</c:v>
                </c:pt>
                <c:pt idx="7">
                  <c:v>561862</c:v>
                </c:pt>
                <c:pt idx="8">
                  <c:v>501158</c:v>
                </c:pt>
                <c:pt idx="9">
                  <c:v>490976</c:v>
                </c:pt>
                <c:pt idx="10">
                  <c:v>500842</c:v>
                </c:pt>
                <c:pt idx="11">
                  <c:v>505909</c:v>
                </c:pt>
                <c:pt idx="12">
                  <c:v>541739</c:v>
                </c:pt>
                <c:pt idx="13">
                  <c:v>522151</c:v>
                </c:pt>
                <c:pt idx="14">
                  <c:v>532220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4475101-D74F-4A47-8F5E-B7377D5E98B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47.051000000000002</c:v>
                </c:pt>
                <c:pt idx="1">
                  <c:v>28.366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28.015000000000001</c:v>
                </c:pt>
                <c:pt idx="1">
                  <c:v>15.234999999999999</c:v>
                </c:pt>
                <c:pt idx="2">
                  <c:v>13.111000000000001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36.689</c:v>
                </c:pt>
                <c:pt idx="1">
                  <c:v>33.561999999999998</c:v>
                </c:pt>
                <c:pt idx="2">
                  <c:v>5.1639999999999997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35.183999999999997</c:v>
                </c:pt>
                <c:pt idx="1">
                  <c:v>14.045999999999999</c:v>
                </c:pt>
                <c:pt idx="2">
                  <c:v>6.8520000000000003</c:v>
                </c:pt>
                <c:pt idx="3">
                  <c:v>6.0430000000000001</c:v>
                </c:pt>
                <c:pt idx="4">
                  <c:v>3.1739999999999999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75.415999999999997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35.183999999999997</c:v>
                </c:pt>
                <c:pt idx="1">
                  <c:v>14.045999999999999</c:v>
                </c:pt>
                <c:pt idx="2">
                  <c:v>6.8520000000000003</c:v>
                </c:pt>
                <c:pt idx="3">
                  <c:v>6.0430000000000001</c:v>
                </c:pt>
                <c:pt idx="4">
                  <c:v>3.1739999999999999</c:v>
                </c:pt>
                <c:pt idx="5">
                  <c:v>2.952</c:v>
                </c:pt>
                <c:pt idx="6">
                  <c:v>2.3340000000000001</c:v>
                </c:pt>
                <c:pt idx="7">
                  <c:v>2.1040000000000001</c:v>
                </c:pt>
                <c:pt idx="8">
                  <c:v>0.876</c:v>
                </c:pt>
                <c:pt idx="9">
                  <c:v>0.81399999999999995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591</c:v>
                </c:pt>
                <c:pt idx="1">
                  <c:v>32</c:v>
                </c:pt>
                <c:pt idx="2">
                  <c:v>368</c:v>
                </c:pt>
                <c:pt idx="3">
                  <c:v>639</c:v>
                </c:pt>
                <c:pt idx="4">
                  <c:v>314</c:v>
                </c:pt>
                <c:pt idx="5">
                  <c:v>85</c:v>
                </c:pt>
                <c:pt idx="6">
                  <c:v>21</c:v>
                </c:pt>
                <c:pt idx="7">
                  <c:v>85</c:v>
                </c:pt>
                <c:pt idx="8">
                  <c:v>75</c:v>
                </c:pt>
                <c:pt idx="9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축산물</c:v>
                </c:pt>
                <c:pt idx="1">
                  <c:v>일식</c:v>
                </c:pt>
                <c:pt idx="2">
                  <c:v>한식</c:v>
                </c:pt>
                <c:pt idx="3">
                  <c:v>미용실</c:v>
                </c:pt>
                <c:pt idx="4">
                  <c:v>가공식품</c:v>
                </c:pt>
                <c:pt idx="5">
                  <c:v>패스트푸드점</c:v>
                </c:pt>
                <c:pt idx="6">
                  <c:v>종합생활용품</c:v>
                </c:pt>
                <c:pt idx="7">
                  <c:v>세탁소</c:v>
                </c:pt>
                <c:pt idx="8">
                  <c:v>양약국</c:v>
                </c:pt>
                <c:pt idx="9">
                  <c:v>음료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43.893749999999997</c:v>
                </c:pt>
                <c:pt idx="1">
                  <c:v>11.114285714285714</c:v>
                </c:pt>
                <c:pt idx="2">
                  <c:v>5.9532994923857867</c:v>
                </c:pt>
                <c:pt idx="3">
                  <c:v>3.4729411764705884</c:v>
                </c:pt>
                <c:pt idx="4">
                  <c:v>2.4752941176470586</c:v>
                </c:pt>
                <c:pt idx="5">
                  <c:v>1.8930232558139535</c:v>
                </c:pt>
                <c:pt idx="6">
                  <c:v>1.8619565217391305</c:v>
                </c:pt>
                <c:pt idx="7">
                  <c:v>1.2952380952380953</c:v>
                </c:pt>
                <c:pt idx="8">
                  <c:v>1.1679999999999999</c:v>
                </c:pt>
                <c:pt idx="9">
                  <c:v>1.0108280254777069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19.449000000000002</c:v>
                </c:pt>
                <c:pt idx="1">
                  <c:v>12.119</c:v>
                </c:pt>
                <c:pt idx="2">
                  <c:v>4.3730000000000002</c:v>
                </c:pt>
                <c:pt idx="3">
                  <c:v>4.165</c:v>
                </c:pt>
                <c:pt idx="4">
                  <c:v>1.968</c:v>
                </c:pt>
                <c:pt idx="5">
                  <c:v>1.982</c:v>
                </c:pt>
                <c:pt idx="6">
                  <c:v>0.73</c:v>
                </c:pt>
                <c:pt idx="7">
                  <c:v>0.73</c:v>
                </c:pt>
                <c:pt idx="8">
                  <c:v>0.33600000000000002</c:v>
                </c:pt>
                <c:pt idx="9">
                  <c:v>0.66600000000000004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15.734999999999999</c:v>
                </c:pt>
                <c:pt idx="1">
                  <c:v>1.9279999999999999</c:v>
                </c:pt>
                <c:pt idx="2">
                  <c:v>2.4790000000000001</c:v>
                </c:pt>
                <c:pt idx="3">
                  <c:v>1.8779999999999999</c:v>
                </c:pt>
                <c:pt idx="4">
                  <c:v>1.2070000000000001</c:v>
                </c:pt>
                <c:pt idx="5">
                  <c:v>0.97</c:v>
                </c:pt>
                <c:pt idx="6">
                  <c:v>1.6040000000000001</c:v>
                </c:pt>
                <c:pt idx="7">
                  <c:v>1.3740000000000001</c:v>
                </c:pt>
                <c:pt idx="8">
                  <c:v>0.54100000000000004</c:v>
                </c:pt>
                <c:pt idx="9">
                  <c:v>0.14699999999999999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0.125</c:v>
                </c:pt>
                <c:pt idx="3">
                  <c:v>0.24</c:v>
                </c:pt>
                <c:pt idx="4">
                  <c:v>0.33600000000000002</c:v>
                </c:pt>
                <c:pt idx="5">
                  <c:v>1.6160000000000001</c:v>
                </c:pt>
                <c:pt idx="6">
                  <c:v>2.419</c:v>
                </c:pt>
                <c:pt idx="7">
                  <c:v>4.8689999999999998</c:v>
                </c:pt>
                <c:pt idx="8">
                  <c:v>1.849</c:v>
                </c:pt>
                <c:pt idx="9">
                  <c:v>1.55</c:v>
                </c:pt>
                <c:pt idx="10">
                  <c:v>1.073</c:v>
                </c:pt>
                <c:pt idx="11">
                  <c:v>6.7939999999999996</c:v>
                </c:pt>
                <c:pt idx="12">
                  <c:v>4.734</c:v>
                </c:pt>
                <c:pt idx="13">
                  <c:v>4.0490000000000004</c:v>
                </c:pt>
                <c:pt idx="14">
                  <c:v>1.4279999999999999</c:v>
                </c:pt>
                <c:pt idx="15">
                  <c:v>0.63400000000000001</c:v>
                </c:pt>
                <c:pt idx="16">
                  <c:v>6.7000000000000004E-2</c:v>
                </c:pt>
                <c:pt idx="17">
                  <c:v>0.68200000000000005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7.6760000000000002</c:v>
                </c:pt>
                <c:pt idx="8">
                  <c:v>0</c:v>
                </c:pt>
                <c:pt idx="9">
                  <c:v>0.745</c:v>
                </c:pt>
                <c:pt idx="10">
                  <c:v>0.26300000000000001</c:v>
                </c:pt>
                <c:pt idx="11">
                  <c:v>4.5380000000000003</c:v>
                </c:pt>
                <c:pt idx="12">
                  <c:v>0.82499999999999996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0.122</c:v>
                </c:pt>
                <c:pt idx="3">
                  <c:v>0.1</c:v>
                </c:pt>
                <c:pt idx="4">
                  <c:v>7.0000000000000007E-2</c:v>
                </c:pt>
                <c:pt idx="5">
                  <c:v>1.008</c:v>
                </c:pt>
                <c:pt idx="6">
                  <c:v>0.51400000000000001</c:v>
                </c:pt>
                <c:pt idx="7">
                  <c:v>0.25900000000000001</c:v>
                </c:pt>
                <c:pt idx="8">
                  <c:v>1.145</c:v>
                </c:pt>
                <c:pt idx="9">
                  <c:v>0.48299999999999998</c:v>
                </c:pt>
                <c:pt idx="10">
                  <c:v>0.39800000000000002</c:v>
                </c:pt>
                <c:pt idx="11">
                  <c:v>0.50800000000000001</c:v>
                </c:pt>
                <c:pt idx="12">
                  <c:v>0.74</c:v>
                </c:pt>
                <c:pt idx="13">
                  <c:v>0.76900000000000002</c:v>
                </c:pt>
                <c:pt idx="14">
                  <c:v>0.52200000000000002</c:v>
                </c:pt>
                <c:pt idx="15">
                  <c:v>0.215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5.1999999999999998E-2</c:v>
                </c:pt>
                <c:pt idx="1">
                  <c:v>4.4999999999999998E-2</c:v>
                </c:pt>
                <c:pt idx="2">
                  <c:v>0.10100000000000001</c:v>
                </c:pt>
                <c:pt idx="3">
                  <c:v>0.109</c:v>
                </c:pt>
                <c:pt idx="4">
                  <c:v>0.16800000000000001</c:v>
                </c:pt>
                <c:pt idx="5">
                  <c:v>0.59899999999999998</c:v>
                </c:pt>
                <c:pt idx="6">
                  <c:v>0.88500000000000001</c:v>
                </c:pt>
                <c:pt idx="7">
                  <c:v>0.51</c:v>
                </c:pt>
                <c:pt idx="8">
                  <c:v>0.54300000000000004</c:v>
                </c:pt>
                <c:pt idx="9">
                  <c:v>0.27200000000000002</c:v>
                </c:pt>
                <c:pt idx="10">
                  <c:v>0.26400000000000001</c:v>
                </c:pt>
                <c:pt idx="11">
                  <c:v>0.34799999999999998</c:v>
                </c:pt>
                <c:pt idx="12">
                  <c:v>0.39900000000000002</c:v>
                </c:pt>
                <c:pt idx="13">
                  <c:v>6.3E-2</c:v>
                </c:pt>
                <c:pt idx="14">
                  <c:v>0.65300000000000002</c:v>
                </c:pt>
                <c:pt idx="15">
                  <c:v>0.32800000000000001</c:v>
                </c:pt>
                <c:pt idx="16">
                  <c:v>0.41299999999999998</c:v>
                </c:pt>
                <c:pt idx="17">
                  <c:v>6.6000000000000003E-2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1.0999999999999999E-2</c:v>
                </c:pt>
                <c:pt idx="3">
                  <c:v>0.443</c:v>
                </c:pt>
                <c:pt idx="4">
                  <c:v>0.26400000000000001</c:v>
                </c:pt>
                <c:pt idx="5">
                  <c:v>3.9E-2</c:v>
                </c:pt>
                <c:pt idx="6">
                  <c:v>0.13100000000000001</c:v>
                </c:pt>
                <c:pt idx="7">
                  <c:v>0.13600000000000001</c:v>
                </c:pt>
                <c:pt idx="8">
                  <c:v>0.223</c:v>
                </c:pt>
                <c:pt idx="9">
                  <c:v>0.80700000000000005</c:v>
                </c:pt>
                <c:pt idx="10">
                  <c:v>0.51200000000000001</c:v>
                </c:pt>
                <c:pt idx="11">
                  <c:v>0.17299999999999999</c:v>
                </c:pt>
                <c:pt idx="12">
                  <c:v>4.2000000000000003E-2</c:v>
                </c:pt>
                <c:pt idx="13">
                  <c:v>0.14899999999999999</c:v>
                </c:pt>
                <c:pt idx="14">
                  <c:v>7.9000000000000001E-2</c:v>
                </c:pt>
                <c:pt idx="15">
                  <c:v>3.4000000000000002E-2</c:v>
                </c:pt>
                <c:pt idx="16">
                  <c:v>9.6000000000000002E-2</c:v>
                </c:pt>
                <c:pt idx="17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52000</c:v>
                </c:pt>
                <c:pt idx="1">
                  <c:v>45000</c:v>
                </c:pt>
                <c:pt idx="2">
                  <c:v>101000</c:v>
                </c:pt>
                <c:pt idx="3">
                  <c:v>109000</c:v>
                </c:pt>
                <c:pt idx="4">
                  <c:v>168000</c:v>
                </c:pt>
                <c:pt idx="5">
                  <c:v>599000</c:v>
                </c:pt>
                <c:pt idx="6">
                  <c:v>885000</c:v>
                </c:pt>
                <c:pt idx="7">
                  <c:v>510000</c:v>
                </c:pt>
                <c:pt idx="8">
                  <c:v>543000</c:v>
                </c:pt>
                <c:pt idx="9">
                  <c:v>272000</c:v>
                </c:pt>
                <c:pt idx="10">
                  <c:v>264000</c:v>
                </c:pt>
                <c:pt idx="11">
                  <c:v>348000</c:v>
                </c:pt>
                <c:pt idx="12">
                  <c:v>399000</c:v>
                </c:pt>
                <c:pt idx="13">
                  <c:v>63000</c:v>
                </c:pt>
                <c:pt idx="14">
                  <c:v>653000</c:v>
                </c:pt>
                <c:pt idx="15">
                  <c:v>328000</c:v>
                </c:pt>
                <c:pt idx="16">
                  <c:v>413000</c:v>
                </c:pt>
                <c:pt idx="17">
                  <c:v>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125000</c:v>
                </c:pt>
                <c:pt idx="3">
                  <c:v>240000</c:v>
                </c:pt>
                <c:pt idx="4">
                  <c:v>336000</c:v>
                </c:pt>
                <c:pt idx="5">
                  <c:v>1616000</c:v>
                </c:pt>
                <c:pt idx="6">
                  <c:v>2419000</c:v>
                </c:pt>
                <c:pt idx="7">
                  <c:v>4869000</c:v>
                </c:pt>
                <c:pt idx="8">
                  <c:v>1849000</c:v>
                </c:pt>
                <c:pt idx="9">
                  <c:v>1550000</c:v>
                </c:pt>
                <c:pt idx="10">
                  <c:v>1073000</c:v>
                </c:pt>
                <c:pt idx="11">
                  <c:v>6794000</c:v>
                </c:pt>
                <c:pt idx="12">
                  <c:v>4734000</c:v>
                </c:pt>
                <c:pt idx="13">
                  <c:v>4049000</c:v>
                </c:pt>
                <c:pt idx="14">
                  <c:v>1428000</c:v>
                </c:pt>
                <c:pt idx="15">
                  <c:v>634000</c:v>
                </c:pt>
                <c:pt idx="16">
                  <c:v>67000</c:v>
                </c:pt>
                <c:pt idx="17">
                  <c:v>682000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122000</c:v>
                </c:pt>
                <c:pt idx="3">
                  <c:v>100000</c:v>
                </c:pt>
                <c:pt idx="4">
                  <c:v>70000</c:v>
                </c:pt>
                <c:pt idx="5">
                  <c:v>1008000</c:v>
                </c:pt>
                <c:pt idx="6">
                  <c:v>514000</c:v>
                </c:pt>
                <c:pt idx="7">
                  <c:v>259000</c:v>
                </c:pt>
                <c:pt idx="8">
                  <c:v>1145000</c:v>
                </c:pt>
                <c:pt idx="9">
                  <c:v>483000</c:v>
                </c:pt>
                <c:pt idx="10">
                  <c:v>398000</c:v>
                </c:pt>
                <c:pt idx="11">
                  <c:v>508000</c:v>
                </c:pt>
                <c:pt idx="12">
                  <c:v>740000</c:v>
                </c:pt>
                <c:pt idx="13">
                  <c:v>769000</c:v>
                </c:pt>
                <c:pt idx="14">
                  <c:v>522000</c:v>
                </c:pt>
                <c:pt idx="15">
                  <c:v>215000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11000</c:v>
                </c:pt>
                <c:pt idx="3">
                  <c:v>443000</c:v>
                </c:pt>
                <c:pt idx="4">
                  <c:v>264000</c:v>
                </c:pt>
                <c:pt idx="5">
                  <c:v>39000</c:v>
                </c:pt>
                <c:pt idx="6">
                  <c:v>131000</c:v>
                </c:pt>
                <c:pt idx="7">
                  <c:v>136000</c:v>
                </c:pt>
                <c:pt idx="8">
                  <c:v>223000</c:v>
                </c:pt>
                <c:pt idx="9">
                  <c:v>807000</c:v>
                </c:pt>
                <c:pt idx="10">
                  <c:v>512000</c:v>
                </c:pt>
                <c:pt idx="11">
                  <c:v>173000</c:v>
                </c:pt>
                <c:pt idx="12">
                  <c:v>42000</c:v>
                </c:pt>
                <c:pt idx="13">
                  <c:v>149000</c:v>
                </c:pt>
                <c:pt idx="14">
                  <c:v>79000</c:v>
                </c:pt>
                <c:pt idx="15">
                  <c:v>34000</c:v>
                </c:pt>
                <c:pt idx="16">
                  <c:v>96000</c:v>
                </c:pt>
                <c:pt idx="17">
                  <c:v>39000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11000</c:v>
                </c:pt>
                <c:pt idx="3">
                  <c:v>443000</c:v>
                </c:pt>
                <c:pt idx="4">
                  <c:v>264000</c:v>
                </c:pt>
                <c:pt idx="5">
                  <c:v>39000</c:v>
                </c:pt>
                <c:pt idx="6">
                  <c:v>131000</c:v>
                </c:pt>
                <c:pt idx="7">
                  <c:v>136000</c:v>
                </c:pt>
                <c:pt idx="8">
                  <c:v>223000</c:v>
                </c:pt>
                <c:pt idx="9">
                  <c:v>807000</c:v>
                </c:pt>
                <c:pt idx="10">
                  <c:v>512000</c:v>
                </c:pt>
                <c:pt idx="11">
                  <c:v>173000</c:v>
                </c:pt>
                <c:pt idx="12">
                  <c:v>42000</c:v>
                </c:pt>
                <c:pt idx="13">
                  <c:v>149000</c:v>
                </c:pt>
                <c:pt idx="14">
                  <c:v>79000</c:v>
                </c:pt>
                <c:pt idx="15">
                  <c:v>34000</c:v>
                </c:pt>
                <c:pt idx="16">
                  <c:v>96000</c:v>
                </c:pt>
                <c:pt idx="17">
                  <c:v>39000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14.246</c:v>
                </c:pt>
                <c:pt idx="1">
                  <c:v>3.0150000000000001</c:v>
                </c:pt>
                <c:pt idx="2">
                  <c:v>5.617</c:v>
                </c:pt>
                <c:pt idx="3">
                  <c:v>4.1529999999999996</c:v>
                </c:pt>
                <c:pt idx="4">
                  <c:v>1.147</c:v>
                </c:pt>
                <c:pt idx="5">
                  <c:v>2.1949999999999998</c:v>
                </c:pt>
                <c:pt idx="6">
                  <c:v>2.3340000000000001</c:v>
                </c:pt>
                <c:pt idx="7">
                  <c:v>1.6850000000000001</c:v>
                </c:pt>
                <c:pt idx="8">
                  <c:v>0.79100000000000004</c:v>
                </c:pt>
                <c:pt idx="9">
                  <c:v>0.78400000000000003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19.974</c:v>
                </c:pt>
                <c:pt idx="1">
                  <c:v>7.6760000000000002</c:v>
                </c:pt>
                <c:pt idx="2">
                  <c:v>1.2350000000000001</c:v>
                </c:pt>
                <c:pt idx="3">
                  <c:v>1.696</c:v>
                </c:pt>
                <c:pt idx="4">
                  <c:v>1.494</c:v>
                </c:pt>
                <c:pt idx="5">
                  <c:v>0.63900000000000001</c:v>
                </c:pt>
                <c:pt idx="6">
                  <c:v>0</c:v>
                </c:pt>
                <c:pt idx="7">
                  <c:v>0.41899999999999998</c:v>
                </c:pt>
                <c:pt idx="8">
                  <c:v>8.5000000000000006E-2</c:v>
                </c:pt>
                <c:pt idx="9">
                  <c:v>2.9000000000000001E-2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0.96399999999999997</c:v>
                </c:pt>
                <c:pt idx="1">
                  <c:v>3.355</c:v>
                </c:pt>
                <c:pt idx="2">
                  <c:v>0</c:v>
                </c:pt>
                <c:pt idx="3">
                  <c:v>0.19400000000000001</c:v>
                </c:pt>
                <c:pt idx="4">
                  <c:v>0.53400000000000003</c:v>
                </c:pt>
                <c:pt idx="5">
                  <c:v>0.11700000000000001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FA-484F-B0B5-700F8EBAD50C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4FA-484F-B0B5-700F8EBAD50C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4FA-484F-B0B5-700F8EBAD50C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4FA-484F-B0B5-700F8EBAD50C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4FA-484F-B0B5-700F8EBAD50C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4FA-484F-B0B5-700F8EBAD50C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4FA-484F-B0B5-700F8EBAD50C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4FA-484F-B0B5-700F8EBAD50C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4FA-484F-B0B5-700F8EBAD50C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4FA-484F-B0B5-700F8EBAD50C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4FA-484F-B0B5-700F8EBAD50C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4FA-484F-B0B5-700F8EBAD50C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4FA-484F-B0B5-700F8EBAD50C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4FA-484F-B0B5-700F8EBAD50C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65.55</c:v>
                </c:pt>
                <c:pt idx="1">
                  <c:v>48.45</c:v>
                </c:pt>
                <c:pt idx="2">
                  <c:v>44.81</c:v>
                </c:pt>
                <c:pt idx="3">
                  <c:v>46.77</c:v>
                </c:pt>
                <c:pt idx="4">
                  <c:v>55.83</c:v>
                </c:pt>
                <c:pt idx="5">
                  <c:v>66.069999999999993</c:v>
                </c:pt>
                <c:pt idx="6">
                  <c:v>88.46</c:v>
                </c:pt>
                <c:pt idx="7">
                  <c:v>75.42</c:v>
                </c:pt>
                <c:pt idx="8">
                  <c:v>70.64</c:v>
                </c:pt>
                <c:pt idx="9">
                  <c:v>48.95</c:v>
                </c:pt>
                <c:pt idx="10">
                  <c:v>63.65</c:v>
                </c:pt>
                <c:pt idx="11">
                  <c:v>66.17</c:v>
                </c:pt>
                <c:pt idx="12">
                  <c:v>78.59</c:v>
                </c:pt>
                <c:pt idx="13">
                  <c:v>80.8</c:v>
                </c:pt>
                <c:pt idx="14">
                  <c:v>70.930000000000007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14FA-484F-B0B5-700F8EBAD50C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14FA-484F-B0B5-700F8EBAD50C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14FA-484F-B0B5-700F8EBAD50C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14FA-484F-B0B5-700F8EBAD50C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14FA-484F-B0B5-700F8EBAD50C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14FA-484F-B0B5-700F8EBAD50C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14FA-484F-B0B5-700F8EBAD50C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14FA-484F-B0B5-700F8EBAD50C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14FA-484F-B0B5-700F8EBAD50C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14FA-484F-B0B5-700F8EBAD50C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14FA-484F-B0B5-700F8EBAD50C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14FA-484F-B0B5-700F8EBAD50C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14FA-484F-B0B5-700F8EBAD50C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14FA-484F-B0B5-700F8EBAD50C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2494</c:v>
                </c:pt>
                <c:pt idx="1">
                  <c:v>2346</c:v>
                </c:pt>
                <c:pt idx="2">
                  <c:v>2434</c:v>
                </c:pt>
                <c:pt idx="3">
                  <c:v>2232</c:v>
                </c:pt>
                <c:pt idx="4">
                  <c:v>2526</c:v>
                </c:pt>
                <c:pt idx="5">
                  <c:v>2899</c:v>
                </c:pt>
                <c:pt idx="6">
                  <c:v>3552</c:v>
                </c:pt>
                <c:pt idx="7">
                  <c:v>2359</c:v>
                </c:pt>
                <c:pt idx="8">
                  <c:v>2668</c:v>
                </c:pt>
                <c:pt idx="9">
                  <c:v>2377</c:v>
                </c:pt>
                <c:pt idx="10">
                  <c:v>2563</c:v>
                </c:pt>
                <c:pt idx="11">
                  <c:v>2906</c:v>
                </c:pt>
                <c:pt idx="12">
                  <c:v>2846</c:v>
                </c:pt>
                <c:pt idx="13">
                  <c:v>3073</c:v>
                </c:pt>
                <c:pt idx="14">
                  <c:v>2467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축산물</cx:pt>
          <cx:pt idx="2">종합생활용품</cx:pt>
          <cx:pt idx="3">편의점</cx:pt>
          <cx:pt idx="4">음료</cx:pt>
          <cx:pt idx="5">미용실</cx:pt>
          <cx:pt idx="6">일식</cx:pt>
          <cx:pt idx="7">가공식품</cx:pt>
          <cx:pt idx="8">양약국</cx:pt>
          <cx:pt idx="9">간이음식점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35.100000000000001</cx:pt>
          <cx:pt idx="1">14</cx:pt>
          <cx:pt idx="2">6.7999999999999998</cx:pt>
          <cx:pt idx="3">5.5999999999999996</cx:pt>
          <cx:pt idx="4">3.1000000000000001</cx:pt>
          <cx:pt idx="5">3</cx:pt>
          <cx:pt idx="6">2.2999999999999998</cx:pt>
          <cx:pt idx="7">2.1000000000000001</cx:pt>
          <cx:pt idx="8">0.80000000000000004</cx:pt>
          <cx:pt idx="9">0.80000000000000004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>음료</cx:pt>
          <cx:pt idx="2">패스트푸드점</cx:pt>
          <cx:pt idx="3">한식</cx:pt>
          <cx:pt idx="4">종합생활용품</cx:pt>
          <cx:pt idx="5">양약국</cx:pt>
          <cx:pt idx="6">일식</cx:pt>
          <cx:pt idx="7">미용실</cx:pt>
          <cx:pt idx="8">세탁소</cx:pt>
          <cx:pt idx="9">축산물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0.40000000000000002</cx:pt>
          <cx:pt idx="1">0.10000000000000001</cx:pt>
          <cx:pt idx="2">0.10000000000000001</cx:pt>
          <cx:pt idx="3">0.10000000000000001</cx:pt>
          <cx:pt idx="4">0</cx:pt>
          <cx:pt idx="5">0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(561,862명)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(24,648명)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37.7%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21.9%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414,738명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441,234명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6.4%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28.0%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56.0%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(561,862명)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24,648명)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9,069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29.8%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25.1%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(15.3%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561,862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561,862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444,351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25.3%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73,328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45.0%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44,183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23.0%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552,794명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9,069명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47.1%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3,574,411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510,630명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561,862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561,862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3,594,995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513,571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(2,359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21.9%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134원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4.3%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32,465,000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(588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5,818,000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(612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453,129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(41.3%)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(25.8%)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종합생활용품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(55.5%)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종합생활용품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(8.7%)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(6.8%)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(20.2%)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(37.1%)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(17.4%)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종합생활용품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종합생활용품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24,011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46,292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48,717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(1,528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(725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(56.9%)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(15.2%)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32,613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11,250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2,289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(47.1%)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(18.8%)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24388005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43510255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59,419,000원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2,640건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22,504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75,416,000원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2,359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31,969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68,532,571원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2,700건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25,382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310개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0.00055개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0.00064개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9,905개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0.01763개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0.00086개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제5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103대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제1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제2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제3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50대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제4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 (541대)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0.00096대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26.8%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0.0073대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2290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2025-11-04T03:23:18Z</dcterms:modified>
</cp:coreProperties>
</file>