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52.867800000000003</c:v>
                </c:pt>
                <c:pt idx="1">
                  <c:v>45.185499999999998</c:v>
                </c:pt>
                <c:pt idx="2">
                  <c:v>44.381999999999998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-14.53</c:v>
                </c:pt>
                <c:pt idx="2">
                  <c:v>-1.78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AF-41AD-82C0-E69198524C15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5.4485000000000001</c:v>
                </c:pt>
                <c:pt idx="1">
                  <c:v>7.2091000000000003</c:v>
                </c:pt>
                <c:pt idx="2">
                  <c:v>7.7186000000000003</c:v>
                </c:pt>
                <c:pt idx="3">
                  <c:v>9.5397999999999996</c:v>
                </c:pt>
                <c:pt idx="4">
                  <c:v>8.6351999999999993</c:v>
                </c:pt>
                <c:pt idx="5">
                  <c:v>5.8312999999999997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1043.5625</c:v>
                </c:pt>
                <c:pt idx="1">
                  <c:v>1062.4375</c:v>
                </c:pt>
                <c:pt idx="2">
                  <c:v>1113.8125</c:v>
                </c:pt>
                <c:pt idx="3">
                  <c:v>1145.0625</c:v>
                </c:pt>
                <c:pt idx="4">
                  <c:v>1180.0625</c:v>
                </c:pt>
                <c:pt idx="5">
                  <c:v>1235.1875</c:v>
                </c:pt>
                <c:pt idx="6">
                  <c:v>1328.6875</c:v>
                </c:pt>
                <c:pt idx="7">
                  <c:v>1349.6875</c:v>
                </c:pt>
                <c:pt idx="8">
                  <c:v>1348.625</c:v>
                </c:pt>
                <c:pt idx="9">
                  <c:v>1322.25</c:v>
                </c:pt>
                <c:pt idx="10">
                  <c:v>1349.4375</c:v>
                </c:pt>
                <c:pt idx="11">
                  <c:v>1316.5</c:v>
                </c:pt>
                <c:pt idx="12">
                  <c:v>1256.125</c:v>
                </c:pt>
                <c:pt idx="13">
                  <c:v>1192.25</c:v>
                </c:pt>
                <c:pt idx="14">
                  <c:v>1134.8125</c:v>
                </c:pt>
                <c:pt idx="15">
                  <c:v>1092.3125</c:v>
                </c:pt>
                <c:pt idx="16">
                  <c:v>1034.3125</c:v>
                </c:pt>
                <c:pt idx="17">
                  <c:v>978.875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3.3014999999999999</c:v>
                </c:pt>
                <c:pt idx="1">
                  <c:v>3.0369000000000002</c:v>
                </c:pt>
                <c:pt idx="2">
                  <c:v>2.5579000000000001</c:v>
                </c:pt>
                <c:pt idx="3">
                  <c:v>2.6476000000000002</c:v>
                </c:pt>
                <c:pt idx="4">
                  <c:v>2.5975000000000001</c:v>
                </c:pt>
                <c:pt idx="5">
                  <c:v>2.6385000000000001</c:v>
                </c:pt>
                <c:pt idx="6">
                  <c:v>2.8159999999999998</c:v>
                </c:pt>
                <c:pt idx="7">
                  <c:v>2.9582999999999999</c:v>
                </c:pt>
                <c:pt idx="8">
                  <c:v>2.5194999999999999</c:v>
                </c:pt>
                <c:pt idx="9">
                  <c:v>2.6701000000000001</c:v>
                </c:pt>
                <c:pt idx="10">
                  <c:v>2.6621999999999999</c:v>
                </c:pt>
                <c:pt idx="11">
                  <c:v>3.04</c:v>
                </c:pt>
                <c:pt idx="12">
                  <c:v>2.7904</c:v>
                </c:pt>
                <c:pt idx="13">
                  <c:v>2.6251000000000002</c:v>
                </c:pt>
                <c:pt idx="14">
                  <c:v>2.7984</c:v>
                </c:pt>
                <c:pt idx="15">
                  <c:v>2.7221000000000002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A070701-1A37-414F-9CB3-69EF975E570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C61E1BA-304B-4BED-8522-4B00432C62A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22.852799999999998</c:v>
                </c:pt>
                <c:pt idx="1">
                  <c:v>21.529199999999999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061E6FC-1F10-48D6-A695-BDC5C2D7395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6B9652-C9CA-421B-9EB8-449A53DE204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41.323900000000002</c:v>
                </c:pt>
                <c:pt idx="1">
                  <c:v>3.0587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55B064C-A454-491F-9AD2-6864E5627E5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D050218-CAF8-45C8-90AB-A3341C5B2AA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6557FC2-ACC0-4122-B604-2068DB0863D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26.592700000000001</c:v>
                </c:pt>
                <c:pt idx="1">
                  <c:v>1.5781000000000001</c:v>
                </c:pt>
                <c:pt idx="2">
                  <c:v>16.211200000000002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228528</c:v>
                </c:pt>
                <c:pt idx="1">
                  <c:v>215292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C7-43FD-8186-B830D19B6066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54485</c:v>
                </c:pt>
                <c:pt idx="1">
                  <c:v>72091</c:v>
                </c:pt>
                <c:pt idx="2">
                  <c:v>77186</c:v>
                </c:pt>
                <c:pt idx="3">
                  <c:v>95398</c:v>
                </c:pt>
                <c:pt idx="4">
                  <c:v>86352</c:v>
                </c:pt>
                <c:pt idx="5">
                  <c:v>58313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5.42</c:v>
                </c:pt>
                <c:pt idx="1">
                  <c:v>10.07</c:v>
                </c:pt>
                <c:pt idx="2">
                  <c:v>1.94</c:v>
                </c:pt>
                <c:pt idx="3">
                  <c:v>-10.64</c:v>
                </c:pt>
                <c:pt idx="4">
                  <c:v>-12.73</c:v>
                </c:pt>
                <c:pt idx="5">
                  <c:v>9.49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3.3014999999999999</c:v>
                </c:pt>
                <c:pt idx="1">
                  <c:v>3.0369000000000002</c:v>
                </c:pt>
                <c:pt idx="2">
                  <c:v>2.5579000000000001</c:v>
                </c:pt>
                <c:pt idx="3">
                  <c:v>2.6476000000000002</c:v>
                </c:pt>
                <c:pt idx="4">
                  <c:v>2.5975000000000001</c:v>
                </c:pt>
                <c:pt idx="5">
                  <c:v>2.6385000000000001</c:v>
                </c:pt>
                <c:pt idx="6">
                  <c:v>2.8159999999999998</c:v>
                </c:pt>
                <c:pt idx="7">
                  <c:v>2.9582999999999999</c:v>
                </c:pt>
                <c:pt idx="8">
                  <c:v>2.5194999999999999</c:v>
                </c:pt>
                <c:pt idx="9">
                  <c:v>2.6701000000000001</c:v>
                </c:pt>
                <c:pt idx="10">
                  <c:v>2.6621999999999999</c:v>
                </c:pt>
                <c:pt idx="11">
                  <c:v>3.04</c:v>
                </c:pt>
                <c:pt idx="12">
                  <c:v>2.7904</c:v>
                </c:pt>
                <c:pt idx="13">
                  <c:v>2.6251000000000002</c:v>
                </c:pt>
                <c:pt idx="14">
                  <c:v>2.7984</c:v>
                </c:pt>
                <c:pt idx="15">
                  <c:v>2.7221000000000002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0.10414</c:v>
                </c:pt>
                <c:pt idx="1">
                  <c:v>0.10678</c:v>
                </c:pt>
                <c:pt idx="2">
                  <c:v>0.11115</c:v>
                </c:pt>
                <c:pt idx="3">
                  <c:v>0.11260000000000001</c:v>
                </c:pt>
                <c:pt idx="4">
                  <c:v>0.11326</c:v>
                </c:pt>
                <c:pt idx="5">
                  <c:v>0.1173</c:v>
                </c:pt>
                <c:pt idx="6">
                  <c:v>0.12483</c:v>
                </c:pt>
                <c:pt idx="7">
                  <c:v>0.12939999999999999</c:v>
                </c:pt>
                <c:pt idx="8">
                  <c:v>0.12920000000000001</c:v>
                </c:pt>
                <c:pt idx="9">
                  <c:v>0.12576000000000001</c:v>
                </c:pt>
                <c:pt idx="10">
                  <c:v>0.12892000000000001</c:v>
                </c:pt>
                <c:pt idx="11">
                  <c:v>0.12656000000000001</c:v>
                </c:pt>
                <c:pt idx="12">
                  <c:v>0.12007</c:v>
                </c:pt>
                <c:pt idx="13">
                  <c:v>0.11337999999999999</c:v>
                </c:pt>
                <c:pt idx="14">
                  <c:v>0.1104</c:v>
                </c:pt>
                <c:pt idx="15">
                  <c:v>0.10739</c:v>
                </c:pt>
                <c:pt idx="16">
                  <c:v>0.10201</c:v>
                </c:pt>
                <c:pt idx="17">
                  <c:v>9.7519999999999996E-2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0.10471666666666667</c:v>
                </c:pt>
                <c:pt idx="1">
                  <c:v>0.10535</c:v>
                </c:pt>
                <c:pt idx="2">
                  <c:v>0.11176666666666667</c:v>
                </c:pt>
                <c:pt idx="3">
                  <c:v>0.11768333333333333</c:v>
                </c:pt>
                <c:pt idx="4">
                  <c:v>0.12591666666666668</c:v>
                </c:pt>
                <c:pt idx="5">
                  <c:v>0.13388333333333333</c:v>
                </c:pt>
                <c:pt idx="6">
                  <c:v>0.14626666666666666</c:v>
                </c:pt>
                <c:pt idx="7">
                  <c:v>0.14424999999999999</c:v>
                </c:pt>
                <c:pt idx="8">
                  <c:v>0.14430000000000001</c:v>
                </c:pt>
                <c:pt idx="9">
                  <c:v>0.14299999999999999</c:v>
                </c:pt>
                <c:pt idx="10">
                  <c:v>0.14498333333333333</c:v>
                </c:pt>
                <c:pt idx="11">
                  <c:v>0.14013333333333333</c:v>
                </c:pt>
                <c:pt idx="12">
                  <c:v>0.13485</c:v>
                </c:pt>
                <c:pt idx="13">
                  <c:v>0.12896666666666667</c:v>
                </c:pt>
                <c:pt idx="14">
                  <c:v>0.11861666666666666</c:v>
                </c:pt>
                <c:pt idx="15">
                  <c:v>0.1123</c:v>
                </c:pt>
                <c:pt idx="16">
                  <c:v>0.10580000000000001</c:v>
                </c:pt>
                <c:pt idx="17">
                  <c:v>9.8500000000000004E-2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3.2267399999999999</c:v>
                </c:pt>
                <c:pt idx="1">
                  <c:v>2.7241499999999998</c:v>
                </c:pt>
                <c:pt idx="2">
                  <c:v>2.6592699999999998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0.20079</c:v>
                </c:pt>
                <c:pt idx="1">
                  <c:v>0.21671000000000001</c:v>
                </c:pt>
                <c:pt idx="2">
                  <c:v>0.15781000000000001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1.8592599999999999</c:v>
                </c:pt>
                <c:pt idx="1">
                  <c:v>1.57772</c:v>
                </c:pt>
                <c:pt idx="2">
                  <c:v>1.6211199999999999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0.40333000000000002</c:v>
                </c:pt>
                <c:pt idx="1">
                  <c:v>0.26063999999999998</c:v>
                </c:pt>
                <c:pt idx="2">
                  <c:v>0.30586999999999998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4.8834900000000001</c:v>
                </c:pt>
                <c:pt idx="1">
                  <c:v>4.2579799999999999</c:v>
                </c:pt>
                <c:pt idx="2">
                  <c:v>4.13239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967E-4AE9-A580-3EB49BCFE612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967E-4AE9-A580-3EB49BCFE612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967E-4AE9-A580-3EB49BCFE612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967E-4AE9-A580-3EB49BCFE612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967E-4AE9-A580-3EB49BCFE612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967E-4AE9-A580-3EB49BCFE612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26463</c:v>
                </c:pt>
                <c:pt idx="1">
                  <c:v>27736</c:v>
                </c:pt>
                <c:pt idx="2">
                  <c:v>26188</c:v>
                </c:pt>
                <c:pt idx="3">
                  <c:v>27757</c:v>
                </c:pt>
                <c:pt idx="4">
                  <c:v>26748</c:v>
                </c:pt>
                <c:pt idx="5">
                  <c:v>28503</c:v>
                </c:pt>
                <c:pt idx="6">
                  <c:v>30961</c:v>
                </c:pt>
                <c:pt idx="7">
                  <c:v>33015</c:v>
                </c:pt>
                <c:pt idx="8">
                  <c:v>30369</c:v>
                </c:pt>
                <c:pt idx="9">
                  <c:v>25579</c:v>
                </c:pt>
                <c:pt idx="10">
                  <c:v>26476</c:v>
                </c:pt>
                <c:pt idx="11">
                  <c:v>25975</c:v>
                </c:pt>
                <c:pt idx="12">
                  <c:v>26385</c:v>
                </c:pt>
                <c:pt idx="13">
                  <c:v>28160</c:v>
                </c:pt>
                <c:pt idx="14">
                  <c:v>29583</c:v>
                </c:pt>
                <c:pt idx="15">
                  <c:v>25195</c:v>
                </c:pt>
                <c:pt idx="16">
                  <c:v>26701</c:v>
                </c:pt>
                <c:pt idx="17">
                  <c:v>26622</c:v>
                </c:pt>
                <c:pt idx="18">
                  <c:v>30400</c:v>
                </c:pt>
                <c:pt idx="19">
                  <c:v>27904</c:v>
                </c:pt>
                <c:pt idx="20">
                  <c:v>26251</c:v>
                </c:pt>
                <c:pt idx="21">
                  <c:v>27984</c:v>
                </c:pt>
                <c:pt idx="22">
                  <c:v>27221</c:v>
                </c:pt>
                <c:pt idx="23">
                  <c:v>26588</c:v>
                </c:pt>
                <c:pt idx="24">
                  <c:v>26344</c:v>
                </c:pt>
                <c:pt idx="25">
                  <c:v>27229</c:v>
                </c:pt>
                <c:pt idx="26">
                  <c:v>27765</c:v>
                </c:pt>
                <c:pt idx="27">
                  <c:v>27533</c:v>
                </c:pt>
                <c:pt idx="28">
                  <c:v>32552</c:v>
                </c:pt>
                <c:pt idx="29">
                  <c:v>28042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0C9B1B2-F7DD-418C-9567-6BF9C6E4986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EF-4E47-BF54-3DAB9222C608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EF-4E47-BF54-3DAB9222C608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EF-4E47-BF54-3DAB9222C608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EF-4E47-BF54-3DAB9222C608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1EF-4E47-BF54-3DAB9222C608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1EF-4E47-BF54-3DAB9222C608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1EF-4E47-BF54-3DAB9222C608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1EF-4E47-BF54-3DAB9222C608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1EF-4E47-BF54-3DAB9222C608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1EF-4E47-BF54-3DAB9222C608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1EF-4E47-BF54-3DAB9222C608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1EF-4E47-BF54-3DAB9222C608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1EF-4E47-BF54-3DAB9222C608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1EF-4E47-BF54-3DAB9222C608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51EF-4E47-BF54-3DAB9222C608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51EF-4E47-BF54-3DAB9222C608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51EF-4E47-BF54-3DAB9222C608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51EF-4E47-BF54-3DAB9222C608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51EF-4E47-BF54-3DAB9222C608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51EF-4E47-BF54-3DAB9222C608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51EF-4E47-BF54-3DAB9222C608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51EF-4E47-BF54-3DAB9222C608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51EF-4E47-BF54-3DAB9222C608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51EF-4E47-BF54-3DAB9222C608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51EF-4E47-BF54-3DAB9222C608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51EF-4E47-BF54-3DAB9222C608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51EF-4E47-BF54-3DAB9222C608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51EF-4E47-BF54-3DAB9222C608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51EF-4E47-BF54-3DAB9222C608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51EF-4E47-BF54-3DAB9222C608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51EF-4E47-BF54-3DAB9222C608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51EF-4E47-BF54-3DAB9222C608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51EF-4E47-BF54-3DAB9222C608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51EF-4E47-BF54-3DAB9222C608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51EF-4E47-BF54-3DAB9222C608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51EF-4E47-BF54-3DAB9222C608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51EF-4E47-BF54-3DAB9222C608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51EF-4E47-BF54-3DAB9222C608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51EF-4E47-BF54-3DAB9222C608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51EF-4E47-BF54-3DAB9222C608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51EF-4E47-BF54-3DAB9222C608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51EF-4E47-BF54-3DAB9222C608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51EF-4E47-BF54-3DAB9222C608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51EF-4E47-BF54-3DAB9222C608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51EF-4E47-BF54-3DAB9222C608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51EF-4E47-BF54-3DAB9222C608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51EF-4E47-BF54-3DAB9222C608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51EF-4E47-BF54-3DAB9222C608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51EF-4E47-BF54-3DAB9222C608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51EF-4E47-BF54-3DAB9222C608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51EF-4E47-BF54-3DAB9222C608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51EF-4E47-BF54-3DAB9222C608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51EF-4E47-BF54-3DAB9222C608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51EF-4E47-BF54-3DAB9222C608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51EF-4E47-BF54-3DAB9222C608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51EF-4E47-BF54-3DAB9222C608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51EF-4E47-BF54-3DAB9222C608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51EF-4E47-BF54-3DAB9222C608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가공식품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가공식품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연무대인근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연무대인근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443,820명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1.8%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(33,015명)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(1,329명)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가공식품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528,678명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451,855명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14.5%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443,820명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16.1%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연무대인근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연무대인근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443,820명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1.8%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(33,015명)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1,329명)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6.2%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30,587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2.2%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3.0%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(12.7%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(10.1%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7.4%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5일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27,739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27,045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28,895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6.5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265,927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2.4%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162,112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2.8%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15,781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27.2%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86.2%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413,239명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2.9%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30,587명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17.4%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194,356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27,765명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443,820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27,739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196,053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28,008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연무대인근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가공식품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25953165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58844111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88개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0.00317개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0.00022개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0.00043개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0.00314개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0.00068개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0.00126개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4,673개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0.16846개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0.00321개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0.00584개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0.00087개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647.4%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0.0123개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창룡공영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85대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(1,020대)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0.00230대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1,647.2%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0.1747대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2265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2025-11-04T03:44:25Z</dcterms:modified>
</cp:coreProperties>
</file>