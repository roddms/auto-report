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391.27719999999999</c:v>
                </c:pt>
                <c:pt idx="1">
                  <c:v>373.05399999999997</c:v>
                </c:pt>
                <c:pt idx="2">
                  <c:v>413.1893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-4.66</c:v>
                </c:pt>
                <c:pt idx="2">
                  <c:v>10.76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2931.3</c:v>
                </c:pt>
                <c:pt idx="1">
                  <c:v>3070.35</c:v>
                </c:pt>
                <c:pt idx="2">
                  <c:v>3316.08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4.74</c:v>
                </c:pt>
                <c:pt idx="2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CB1-4744-9A26-D3F7BDCF4D98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138.75659999999999</c:v>
                </c:pt>
                <c:pt idx="1">
                  <c:v>88.065399999999997</c:v>
                </c:pt>
                <c:pt idx="2">
                  <c:v>54.442799999999998</c:v>
                </c:pt>
                <c:pt idx="3">
                  <c:v>57.960700000000003</c:v>
                </c:pt>
                <c:pt idx="4">
                  <c:v>52.156999999999996</c:v>
                </c:pt>
                <c:pt idx="5">
                  <c:v>21.806699999999999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6965.875</c:v>
                </c:pt>
                <c:pt idx="1">
                  <c:v>7093.75</c:v>
                </c:pt>
                <c:pt idx="2">
                  <c:v>7610.4375</c:v>
                </c:pt>
                <c:pt idx="3">
                  <c:v>8679.375</c:v>
                </c:pt>
                <c:pt idx="4">
                  <c:v>9810.5625</c:v>
                </c:pt>
                <c:pt idx="5">
                  <c:v>11148.625</c:v>
                </c:pt>
                <c:pt idx="6">
                  <c:v>12355.8125</c:v>
                </c:pt>
                <c:pt idx="7">
                  <c:v>13311.125</c:v>
                </c:pt>
                <c:pt idx="8">
                  <c:v>13912.625</c:v>
                </c:pt>
                <c:pt idx="9">
                  <c:v>14241.125</c:v>
                </c:pt>
                <c:pt idx="10">
                  <c:v>14419.125</c:v>
                </c:pt>
                <c:pt idx="11">
                  <c:v>14739.9375</c:v>
                </c:pt>
                <c:pt idx="12">
                  <c:v>15078.75</c:v>
                </c:pt>
                <c:pt idx="13">
                  <c:v>14900.8125</c:v>
                </c:pt>
                <c:pt idx="14">
                  <c:v>14120.625</c:v>
                </c:pt>
                <c:pt idx="15">
                  <c:v>12902.9375</c:v>
                </c:pt>
                <c:pt idx="16">
                  <c:v>11501.5</c:v>
                </c:pt>
                <c:pt idx="17">
                  <c:v>9632.25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29.488299999999999</c:v>
                </c:pt>
                <c:pt idx="1">
                  <c:v>27.148800000000001</c:v>
                </c:pt>
                <c:pt idx="2">
                  <c:v>21.023900000000001</c:v>
                </c:pt>
                <c:pt idx="3">
                  <c:v>20.439299999999999</c:v>
                </c:pt>
                <c:pt idx="4">
                  <c:v>21.348800000000001</c:v>
                </c:pt>
                <c:pt idx="5">
                  <c:v>22.7608</c:v>
                </c:pt>
                <c:pt idx="6">
                  <c:v>26.412299999999998</c:v>
                </c:pt>
                <c:pt idx="7">
                  <c:v>28.6934</c:v>
                </c:pt>
                <c:pt idx="8">
                  <c:v>30.032399999999999</c:v>
                </c:pt>
                <c:pt idx="9">
                  <c:v>26.874700000000001</c:v>
                </c:pt>
                <c:pt idx="10">
                  <c:v>28.0947</c:v>
                </c:pt>
                <c:pt idx="11">
                  <c:v>28.254200000000001</c:v>
                </c:pt>
                <c:pt idx="12">
                  <c:v>25.0943</c:v>
                </c:pt>
                <c:pt idx="13">
                  <c:v>24.358799999999999</c:v>
                </c:pt>
                <c:pt idx="14">
                  <c:v>27.700500000000002</c:v>
                </c:pt>
                <c:pt idx="15">
                  <c:v>25.464099999999998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DD8597B-42FB-4BC7-AC44-AC8F55FA5F6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C49854F-64FF-48FF-BDFE-8DEAEDC9C63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236.0675</c:v>
                </c:pt>
                <c:pt idx="1">
                  <c:v>177.12180000000001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770366D1-E1B2-4536-8FD1-51760C883DD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40AF1A5-4C76-457E-B2B0-0513210F697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308.78910000000002</c:v>
                </c:pt>
                <c:pt idx="1">
                  <c:v>104.40009999999999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56B54ED-E4CC-4080-ABD6-98AD95535EC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99F3F777-9A03-47DA-9068-7BACCCB661D2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D377545-A33E-4A52-9ADD-317D6F69EA8A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89.543000000000006</c:v>
                </c:pt>
                <c:pt idx="1">
                  <c:v>30.770099999999999</c:v>
                </c:pt>
                <c:pt idx="2">
                  <c:v>292.8759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2360675</c:v>
                </c:pt>
                <c:pt idx="1">
                  <c:v>1771218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787-4FBB-B2BF-B23EC5353048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1387566</c:v>
                </c:pt>
                <c:pt idx="1">
                  <c:v>880654</c:v>
                </c:pt>
                <c:pt idx="2">
                  <c:v>544428</c:v>
                </c:pt>
                <c:pt idx="3">
                  <c:v>579607</c:v>
                </c:pt>
                <c:pt idx="4">
                  <c:v>521570</c:v>
                </c:pt>
                <c:pt idx="5">
                  <c:v>218067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7.81</c:v>
                </c:pt>
                <c:pt idx="1">
                  <c:v>24.52</c:v>
                </c:pt>
                <c:pt idx="2">
                  <c:v>11.61</c:v>
                </c:pt>
                <c:pt idx="3">
                  <c:v>3.02</c:v>
                </c:pt>
                <c:pt idx="4">
                  <c:v>5.1100000000000003</c:v>
                </c:pt>
                <c:pt idx="5">
                  <c:v>14.96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29.488299999999999</c:v>
                </c:pt>
                <c:pt idx="1">
                  <c:v>27.148800000000001</c:v>
                </c:pt>
                <c:pt idx="2">
                  <c:v>21.023900000000001</c:v>
                </c:pt>
                <c:pt idx="3">
                  <c:v>20.439299999999999</c:v>
                </c:pt>
                <c:pt idx="4">
                  <c:v>21.348800000000001</c:v>
                </c:pt>
                <c:pt idx="5">
                  <c:v>22.7608</c:v>
                </c:pt>
                <c:pt idx="6">
                  <c:v>26.412299999999998</c:v>
                </c:pt>
                <c:pt idx="7">
                  <c:v>28.6934</c:v>
                </c:pt>
                <c:pt idx="8">
                  <c:v>30.032399999999999</c:v>
                </c:pt>
                <c:pt idx="9">
                  <c:v>26.874700000000001</c:v>
                </c:pt>
                <c:pt idx="10">
                  <c:v>28.0947</c:v>
                </c:pt>
                <c:pt idx="11">
                  <c:v>28.254200000000001</c:v>
                </c:pt>
                <c:pt idx="12">
                  <c:v>25.0943</c:v>
                </c:pt>
                <c:pt idx="13">
                  <c:v>24.358799999999999</c:v>
                </c:pt>
                <c:pt idx="14">
                  <c:v>27.700500000000002</c:v>
                </c:pt>
                <c:pt idx="15">
                  <c:v>25.464099999999998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0.68242999999999998</c:v>
                </c:pt>
                <c:pt idx="1">
                  <c:v>0.69220000000000004</c:v>
                </c:pt>
                <c:pt idx="2">
                  <c:v>0.74409000000000003</c:v>
                </c:pt>
                <c:pt idx="3">
                  <c:v>0.83611000000000002</c:v>
                </c:pt>
                <c:pt idx="4">
                  <c:v>0.92642999999999998</c:v>
                </c:pt>
                <c:pt idx="5">
                  <c:v>1.03898</c:v>
                </c:pt>
                <c:pt idx="6">
                  <c:v>1.1390199999999999</c:v>
                </c:pt>
                <c:pt idx="7">
                  <c:v>1.2171099999999999</c:v>
                </c:pt>
                <c:pt idx="8">
                  <c:v>1.2712399999999999</c:v>
                </c:pt>
                <c:pt idx="9">
                  <c:v>1.3075699999999999</c:v>
                </c:pt>
                <c:pt idx="10">
                  <c:v>1.3333200000000001</c:v>
                </c:pt>
                <c:pt idx="11">
                  <c:v>1.37845</c:v>
                </c:pt>
                <c:pt idx="12">
                  <c:v>1.4303300000000001</c:v>
                </c:pt>
                <c:pt idx="13">
                  <c:v>1.4283600000000001</c:v>
                </c:pt>
                <c:pt idx="14">
                  <c:v>1.3524799999999999</c:v>
                </c:pt>
                <c:pt idx="15">
                  <c:v>1.23549</c:v>
                </c:pt>
                <c:pt idx="16">
                  <c:v>1.0917699999999999</c:v>
                </c:pt>
                <c:pt idx="17">
                  <c:v>0.91081999999999996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0.72018333333333329</c:v>
                </c:pt>
                <c:pt idx="1">
                  <c:v>0.73799999999999999</c:v>
                </c:pt>
                <c:pt idx="2">
                  <c:v>0.7893</c:v>
                </c:pt>
                <c:pt idx="3">
                  <c:v>0.92098333333333338</c:v>
                </c:pt>
                <c:pt idx="4">
                  <c:v>1.0721000000000001</c:v>
                </c:pt>
                <c:pt idx="5">
                  <c:v>1.2413333333333334</c:v>
                </c:pt>
                <c:pt idx="6">
                  <c:v>1.3965166666666666</c:v>
                </c:pt>
                <c:pt idx="7">
                  <c:v>1.5211166666666667</c:v>
                </c:pt>
                <c:pt idx="8">
                  <c:v>1.5912999999999999</c:v>
                </c:pt>
                <c:pt idx="9">
                  <c:v>1.61835</c:v>
                </c:pt>
                <c:pt idx="10">
                  <c:v>1.6229</c:v>
                </c:pt>
                <c:pt idx="11">
                  <c:v>1.6332333333333333</c:v>
                </c:pt>
                <c:pt idx="12">
                  <c:v>1.6371166666666668</c:v>
                </c:pt>
                <c:pt idx="13">
                  <c:v>1.5929500000000001</c:v>
                </c:pt>
                <c:pt idx="14">
                  <c:v>1.5113666666666667</c:v>
                </c:pt>
                <c:pt idx="15">
                  <c:v>1.3816333333333333</c:v>
                </c:pt>
                <c:pt idx="16">
                  <c:v>1.2474499999999999</c:v>
                </c:pt>
                <c:pt idx="17">
                  <c:v>1.0505666666666666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8.8484800000000003</c:v>
                </c:pt>
                <c:pt idx="1">
                  <c:v>9.2758500000000002</c:v>
                </c:pt>
                <c:pt idx="2">
                  <c:v>8.9542999999999999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2.8090999999999999</c:v>
                </c:pt>
                <c:pt idx="1">
                  <c:v>2.8429600000000002</c:v>
                </c:pt>
                <c:pt idx="2">
                  <c:v>3.07701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27.47015</c:v>
                </c:pt>
                <c:pt idx="1">
                  <c:v>25.186589999999999</c:v>
                </c:pt>
                <c:pt idx="2">
                  <c:v>29.287590000000002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7.2326800000000002</c:v>
                </c:pt>
                <c:pt idx="1">
                  <c:v>6.3750400000000003</c:v>
                </c:pt>
                <c:pt idx="2">
                  <c:v>10.440009999999999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31.89508</c:v>
                </c:pt>
                <c:pt idx="1">
                  <c:v>30.930409999999998</c:v>
                </c:pt>
                <c:pt idx="2">
                  <c:v>30.878910000000001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B69E-4894-977A-4D79E62A1A15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B69E-4894-977A-4D79E62A1A15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B69E-4894-977A-4D79E62A1A15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B69E-4894-977A-4D79E62A1A15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B69E-4894-977A-4D79E62A1A15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B69E-4894-977A-4D79E62A1A15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300408</c:v>
                </c:pt>
                <c:pt idx="1">
                  <c:v>269470</c:v>
                </c:pt>
                <c:pt idx="2">
                  <c:v>206347</c:v>
                </c:pt>
                <c:pt idx="3">
                  <c:v>204894</c:v>
                </c:pt>
                <c:pt idx="4">
                  <c:v>206986</c:v>
                </c:pt>
                <c:pt idx="5">
                  <c:v>223412</c:v>
                </c:pt>
                <c:pt idx="6">
                  <c:v>238488</c:v>
                </c:pt>
                <c:pt idx="7">
                  <c:v>294883</c:v>
                </c:pt>
                <c:pt idx="8">
                  <c:v>271488</c:v>
                </c:pt>
                <c:pt idx="9">
                  <c:v>210239</c:v>
                </c:pt>
                <c:pt idx="10">
                  <c:v>204393</c:v>
                </c:pt>
                <c:pt idx="11">
                  <c:v>213488</c:v>
                </c:pt>
                <c:pt idx="12">
                  <c:v>227608</c:v>
                </c:pt>
                <c:pt idx="13">
                  <c:v>264123</c:v>
                </c:pt>
                <c:pt idx="14">
                  <c:v>286934</c:v>
                </c:pt>
                <c:pt idx="15">
                  <c:v>300324</c:v>
                </c:pt>
                <c:pt idx="16">
                  <c:v>268747</c:v>
                </c:pt>
                <c:pt idx="17">
                  <c:v>280947</c:v>
                </c:pt>
                <c:pt idx="18">
                  <c:v>282542</c:v>
                </c:pt>
                <c:pt idx="19">
                  <c:v>250943</c:v>
                </c:pt>
                <c:pt idx="20">
                  <c:v>243588</c:v>
                </c:pt>
                <c:pt idx="21">
                  <c:v>277005</c:v>
                </c:pt>
                <c:pt idx="22">
                  <c:v>254641</c:v>
                </c:pt>
                <c:pt idx="23">
                  <c:v>206369</c:v>
                </c:pt>
                <c:pt idx="24">
                  <c:v>205259</c:v>
                </c:pt>
                <c:pt idx="25">
                  <c:v>213482</c:v>
                </c:pt>
                <c:pt idx="26">
                  <c:v>219699</c:v>
                </c:pt>
                <c:pt idx="27">
                  <c:v>239100</c:v>
                </c:pt>
                <c:pt idx="28">
                  <c:v>298451</c:v>
                </c:pt>
                <c:pt idx="29">
                  <c:v>272934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FF01C5D-7D06-4E7D-84B5-5CEBBB7599E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2075.0450000000001</c:v>
                </c:pt>
                <c:pt idx="1">
                  <c:v>1241.0419999999999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30대</c:v>
                </c:pt>
                <c:pt idx="1">
                  <c:v>20대</c:v>
                </c:pt>
                <c:pt idx="2">
                  <c:v>40대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1032.184</c:v>
                </c:pt>
                <c:pt idx="1">
                  <c:v>971.18799999999999</c:v>
                </c:pt>
                <c:pt idx="2">
                  <c:v>674.149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545.81700000000001</c:v>
                </c:pt>
                <c:pt idx="1">
                  <c:v>293.58699999999999</c:v>
                </c:pt>
                <c:pt idx="2">
                  <c:v>2476.701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한식</c:v>
                </c:pt>
                <c:pt idx="1">
                  <c:v>중식</c:v>
                </c:pt>
                <c:pt idx="2">
                  <c:v>유흥음식/주점</c:v>
                </c:pt>
                <c:pt idx="3">
                  <c:v>주점</c:v>
                </c:pt>
                <c:pt idx="4">
                  <c:v>일식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1071.309</c:v>
                </c:pt>
                <c:pt idx="1">
                  <c:v>210.745</c:v>
                </c:pt>
                <c:pt idx="2">
                  <c:v>207.61799999999999</c:v>
                </c:pt>
                <c:pt idx="3">
                  <c:v>198.786</c:v>
                </c:pt>
                <c:pt idx="4">
                  <c:v>195.667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286.92</c:v>
                </c:pt>
                <c:pt idx="1">
                  <c:v>205.27500000000001</c:v>
                </c:pt>
                <c:pt idx="2">
                  <c:v>135.047</c:v>
                </c:pt>
                <c:pt idx="3">
                  <c:v>138.649</c:v>
                </c:pt>
                <c:pt idx="4">
                  <c:v>165.74199999999999</c:v>
                </c:pt>
                <c:pt idx="5">
                  <c:v>182.899</c:v>
                </c:pt>
                <c:pt idx="6">
                  <c:v>247.035</c:v>
                </c:pt>
                <c:pt idx="7">
                  <c:v>253.15199999999999</c:v>
                </c:pt>
                <c:pt idx="8">
                  <c:v>203.303</c:v>
                </c:pt>
                <c:pt idx="9">
                  <c:v>157.37799999999999</c:v>
                </c:pt>
                <c:pt idx="10">
                  <c:v>213.58699999999999</c:v>
                </c:pt>
                <c:pt idx="11">
                  <c:v>264.26900000000001</c:v>
                </c:pt>
                <c:pt idx="12">
                  <c:v>205.62899999999999</c:v>
                </c:pt>
                <c:pt idx="13">
                  <c:v>177.15100000000001</c:v>
                </c:pt>
                <c:pt idx="14">
                  <c:v>278.07</c:v>
                </c:pt>
                <c:pt idx="15">
                  <c:v>201.97399999999999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중식</c:v>
                </c:pt>
                <c:pt idx="2">
                  <c:v>유흥음식/주점</c:v>
                </c:pt>
                <c:pt idx="3">
                  <c:v>주점</c:v>
                </c:pt>
                <c:pt idx="4">
                  <c:v>일식</c:v>
                </c:pt>
                <c:pt idx="5">
                  <c:v>PC방</c:v>
                </c:pt>
                <c:pt idx="6">
                  <c:v>편의점</c:v>
                </c:pt>
                <c:pt idx="7">
                  <c:v>종합의류</c:v>
                </c:pt>
                <c:pt idx="8">
                  <c:v>양식</c:v>
                </c:pt>
                <c:pt idx="9">
                  <c:v>양약국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1071.309</c:v>
                </c:pt>
                <c:pt idx="1">
                  <c:v>210.745</c:v>
                </c:pt>
                <c:pt idx="2">
                  <c:v>207.61799999999999</c:v>
                </c:pt>
                <c:pt idx="3">
                  <c:v>198.786</c:v>
                </c:pt>
                <c:pt idx="4">
                  <c:v>195.667</c:v>
                </c:pt>
                <c:pt idx="5">
                  <c:v>160.80699999999999</c:v>
                </c:pt>
                <c:pt idx="6">
                  <c:v>142.44200000000001</c:v>
                </c:pt>
                <c:pt idx="7">
                  <c:v>138.21</c:v>
                </c:pt>
                <c:pt idx="8">
                  <c:v>106.565</c:v>
                </c:pt>
                <c:pt idx="9">
                  <c:v>101.163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중식</c:v>
                </c:pt>
                <c:pt idx="2">
                  <c:v>유흥음식/주점</c:v>
                </c:pt>
                <c:pt idx="3">
                  <c:v>주점</c:v>
                </c:pt>
                <c:pt idx="4">
                  <c:v>일식</c:v>
                </c:pt>
                <c:pt idx="5">
                  <c:v>PC방</c:v>
                </c:pt>
                <c:pt idx="6">
                  <c:v>편의점</c:v>
                </c:pt>
                <c:pt idx="7">
                  <c:v>종합의류</c:v>
                </c:pt>
                <c:pt idx="8">
                  <c:v>양식</c:v>
                </c:pt>
                <c:pt idx="9">
                  <c:v>양약국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22871</c:v>
                </c:pt>
                <c:pt idx="1">
                  <c:v>4271</c:v>
                </c:pt>
                <c:pt idx="2">
                  <c:v>3377</c:v>
                </c:pt>
                <c:pt idx="3">
                  <c:v>3805</c:v>
                </c:pt>
                <c:pt idx="4">
                  <c:v>3765</c:v>
                </c:pt>
                <c:pt idx="5">
                  <c:v>67464</c:v>
                </c:pt>
                <c:pt idx="6">
                  <c:v>19109</c:v>
                </c:pt>
                <c:pt idx="7">
                  <c:v>2910</c:v>
                </c:pt>
                <c:pt idx="8">
                  <c:v>3006</c:v>
                </c:pt>
                <c:pt idx="9">
                  <c:v>4199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의료기기/용품</c:v>
                </c:pt>
                <c:pt idx="1">
                  <c:v>수리서비스</c:v>
                </c:pt>
                <c:pt idx="2">
                  <c:v>단란주점</c:v>
                </c:pt>
                <c:pt idx="3">
                  <c:v>통신기기</c:v>
                </c:pt>
                <c:pt idx="4">
                  <c:v>미용실</c:v>
                </c:pt>
                <c:pt idx="5">
                  <c:v>안경</c:v>
                </c:pt>
                <c:pt idx="6">
                  <c:v>유흥음식/주점</c:v>
                </c:pt>
                <c:pt idx="7">
                  <c:v>발관리,네일아트</c:v>
                </c:pt>
                <c:pt idx="8">
                  <c:v>주점</c:v>
                </c:pt>
                <c:pt idx="9">
                  <c:v>일식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216.4375</c:v>
                </c:pt>
                <c:pt idx="1">
                  <c:v>16.265625</c:v>
                </c:pt>
                <c:pt idx="2">
                  <c:v>11.641917808219178</c:v>
                </c:pt>
                <c:pt idx="3">
                  <c:v>9.7781249999999993</c:v>
                </c:pt>
                <c:pt idx="4">
                  <c:v>8.1547244094488196</c:v>
                </c:pt>
                <c:pt idx="5">
                  <c:v>6.5601259181532008</c:v>
                </c:pt>
                <c:pt idx="6">
                  <c:v>6.1480011844832694</c:v>
                </c:pt>
                <c:pt idx="7">
                  <c:v>5.3925000000000001</c:v>
                </c:pt>
                <c:pt idx="8">
                  <c:v>5.2243363994743754</c:v>
                </c:pt>
                <c:pt idx="9">
                  <c:v>5.1969986719787515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중식</c:v>
                </c:pt>
                <c:pt idx="2">
                  <c:v>유흥음식/주점</c:v>
                </c:pt>
                <c:pt idx="3">
                  <c:v>주점</c:v>
                </c:pt>
                <c:pt idx="4">
                  <c:v>일식</c:v>
                </c:pt>
                <c:pt idx="5">
                  <c:v>PC방</c:v>
                </c:pt>
                <c:pt idx="6">
                  <c:v>편의점</c:v>
                </c:pt>
                <c:pt idx="7">
                  <c:v>종합의류</c:v>
                </c:pt>
                <c:pt idx="8">
                  <c:v>양식</c:v>
                </c:pt>
                <c:pt idx="9">
                  <c:v>양약국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702.24800000000005</c:v>
                </c:pt>
                <c:pt idx="1">
                  <c:v>125.893</c:v>
                </c:pt>
                <c:pt idx="2">
                  <c:v>167.364</c:v>
                </c:pt>
                <c:pt idx="3">
                  <c:v>144.947</c:v>
                </c:pt>
                <c:pt idx="4">
                  <c:v>113.38200000000001</c:v>
                </c:pt>
                <c:pt idx="5">
                  <c:v>88.781000000000006</c:v>
                </c:pt>
                <c:pt idx="6">
                  <c:v>97.358999999999995</c:v>
                </c:pt>
                <c:pt idx="7">
                  <c:v>57.43</c:v>
                </c:pt>
                <c:pt idx="8">
                  <c:v>78.637</c:v>
                </c:pt>
                <c:pt idx="9">
                  <c:v>39.6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중식</c:v>
                </c:pt>
                <c:pt idx="2">
                  <c:v>유흥음식/주점</c:v>
                </c:pt>
                <c:pt idx="3">
                  <c:v>주점</c:v>
                </c:pt>
                <c:pt idx="4">
                  <c:v>일식</c:v>
                </c:pt>
                <c:pt idx="5">
                  <c:v>PC방</c:v>
                </c:pt>
                <c:pt idx="6">
                  <c:v>편의점</c:v>
                </c:pt>
                <c:pt idx="7">
                  <c:v>종합의류</c:v>
                </c:pt>
                <c:pt idx="8">
                  <c:v>양식</c:v>
                </c:pt>
                <c:pt idx="9">
                  <c:v>양약국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369.06099999999998</c:v>
                </c:pt>
                <c:pt idx="1">
                  <c:v>84.855999999999995</c:v>
                </c:pt>
                <c:pt idx="2">
                  <c:v>40.252000000000002</c:v>
                </c:pt>
                <c:pt idx="3">
                  <c:v>53.841000000000001</c:v>
                </c:pt>
                <c:pt idx="4">
                  <c:v>82.283000000000001</c:v>
                </c:pt>
                <c:pt idx="5">
                  <c:v>72.027000000000001</c:v>
                </c:pt>
                <c:pt idx="6">
                  <c:v>45.085999999999999</c:v>
                </c:pt>
                <c:pt idx="7">
                  <c:v>80.778000000000006</c:v>
                </c:pt>
                <c:pt idx="8">
                  <c:v>27.928999999999998</c:v>
                </c:pt>
                <c:pt idx="9">
                  <c:v>61.564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5.2030000000000003</c:v>
                </c:pt>
                <c:pt idx="1">
                  <c:v>3.823</c:v>
                </c:pt>
                <c:pt idx="2">
                  <c:v>2.456</c:v>
                </c:pt>
                <c:pt idx="3">
                  <c:v>2.8820000000000001</c:v>
                </c:pt>
                <c:pt idx="4">
                  <c:v>2.621</c:v>
                </c:pt>
                <c:pt idx="5">
                  <c:v>12.036</c:v>
                </c:pt>
                <c:pt idx="6">
                  <c:v>33.735999999999997</c:v>
                </c:pt>
                <c:pt idx="7">
                  <c:v>39.276000000000003</c:v>
                </c:pt>
                <c:pt idx="8">
                  <c:v>40.811</c:v>
                </c:pt>
                <c:pt idx="9">
                  <c:v>27.626000000000001</c:v>
                </c:pt>
                <c:pt idx="10">
                  <c:v>27.169</c:v>
                </c:pt>
                <c:pt idx="11">
                  <c:v>49.183999999999997</c:v>
                </c:pt>
                <c:pt idx="12">
                  <c:v>86.025999999999996</c:v>
                </c:pt>
                <c:pt idx="13">
                  <c:v>130.00800000000001</c:v>
                </c:pt>
                <c:pt idx="14">
                  <c:v>144.71799999999999</c:v>
                </c:pt>
                <c:pt idx="15">
                  <c:v>116.501</c:v>
                </c:pt>
                <c:pt idx="16">
                  <c:v>113.634</c:v>
                </c:pt>
                <c:pt idx="17">
                  <c:v>78.944000000000003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0.71499999999999997</c:v>
                </c:pt>
                <c:pt idx="1">
                  <c:v>0.38900000000000001</c:v>
                </c:pt>
                <c:pt idx="2">
                  <c:v>1.1299999999999999</c:v>
                </c:pt>
                <c:pt idx="3">
                  <c:v>0.39900000000000002</c:v>
                </c:pt>
                <c:pt idx="4">
                  <c:v>1.3109999999999999</c:v>
                </c:pt>
                <c:pt idx="5">
                  <c:v>5.6879999999999997</c:v>
                </c:pt>
                <c:pt idx="6">
                  <c:v>10.59</c:v>
                </c:pt>
                <c:pt idx="7">
                  <c:v>18.474</c:v>
                </c:pt>
                <c:pt idx="8">
                  <c:v>12.635</c:v>
                </c:pt>
                <c:pt idx="9">
                  <c:v>13.472</c:v>
                </c:pt>
                <c:pt idx="10">
                  <c:v>13.595000000000001</c:v>
                </c:pt>
                <c:pt idx="11">
                  <c:v>17.07</c:v>
                </c:pt>
                <c:pt idx="12">
                  <c:v>16.684000000000001</c:v>
                </c:pt>
                <c:pt idx="13">
                  <c:v>26.614999999999998</c:v>
                </c:pt>
                <c:pt idx="14">
                  <c:v>22.677</c:v>
                </c:pt>
                <c:pt idx="15">
                  <c:v>20.946999999999999</c:v>
                </c:pt>
                <c:pt idx="16">
                  <c:v>8.3840000000000003</c:v>
                </c:pt>
                <c:pt idx="17">
                  <c:v>6.8289999999999997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2.81</c:v>
                </c:pt>
                <c:pt idx="6">
                  <c:v>8.2650000000000006</c:v>
                </c:pt>
                <c:pt idx="7">
                  <c:v>10.917999999999999</c:v>
                </c:pt>
                <c:pt idx="8">
                  <c:v>10.444000000000001</c:v>
                </c:pt>
                <c:pt idx="9">
                  <c:v>8.8889999999999993</c:v>
                </c:pt>
                <c:pt idx="10">
                  <c:v>7.6849999999999996</c:v>
                </c:pt>
                <c:pt idx="11">
                  <c:v>10.773999999999999</c:v>
                </c:pt>
                <c:pt idx="12">
                  <c:v>13.583</c:v>
                </c:pt>
                <c:pt idx="13">
                  <c:v>24.15</c:v>
                </c:pt>
                <c:pt idx="14">
                  <c:v>29.01</c:v>
                </c:pt>
                <c:pt idx="15">
                  <c:v>21.03</c:v>
                </c:pt>
                <c:pt idx="16">
                  <c:v>15.276999999999999</c:v>
                </c:pt>
                <c:pt idx="17">
                  <c:v>12.743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0.55000000000000004</c:v>
                </c:pt>
                <c:pt idx="1">
                  <c:v>0.36</c:v>
                </c:pt>
                <c:pt idx="2">
                  <c:v>0.24299999999999999</c:v>
                </c:pt>
                <c:pt idx="3">
                  <c:v>0.34</c:v>
                </c:pt>
                <c:pt idx="4">
                  <c:v>0.76</c:v>
                </c:pt>
                <c:pt idx="5">
                  <c:v>1.9770000000000001</c:v>
                </c:pt>
                <c:pt idx="6">
                  <c:v>4.8220000000000001</c:v>
                </c:pt>
                <c:pt idx="7">
                  <c:v>7.45</c:v>
                </c:pt>
                <c:pt idx="8">
                  <c:v>10.856999999999999</c:v>
                </c:pt>
                <c:pt idx="9">
                  <c:v>12.069000000000001</c:v>
                </c:pt>
                <c:pt idx="10">
                  <c:v>14.022</c:v>
                </c:pt>
                <c:pt idx="11">
                  <c:v>12.416</c:v>
                </c:pt>
                <c:pt idx="12">
                  <c:v>14.244</c:v>
                </c:pt>
                <c:pt idx="13">
                  <c:v>15.756</c:v>
                </c:pt>
                <c:pt idx="14">
                  <c:v>14.803000000000001</c:v>
                </c:pt>
                <c:pt idx="15">
                  <c:v>13.834</c:v>
                </c:pt>
                <c:pt idx="16">
                  <c:v>13.462</c:v>
                </c:pt>
                <c:pt idx="17">
                  <c:v>7.8319999999999999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0.23300000000000001</c:v>
                </c:pt>
                <c:pt idx="1">
                  <c:v>0</c:v>
                </c:pt>
                <c:pt idx="2">
                  <c:v>0</c:v>
                </c:pt>
                <c:pt idx="3">
                  <c:v>2.8239999999999998</c:v>
                </c:pt>
                <c:pt idx="4">
                  <c:v>0</c:v>
                </c:pt>
                <c:pt idx="5">
                  <c:v>1.002</c:v>
                </c:pt>
                <c:pt idx="6">
                  <c:v>0.47899999999999998</c:v>
                </c:pt>
                <c:pt idx="7">
                  <c:v>0</c:v>
                </c:pt>
                <c:pt idx="8">
                  <c:v>0.91600000000000004</c:v>
                </c:pt>
                <c:pt idx="9">
                  <c:v>3.5539999999999998</c:v>
                </c:pt>
                <c:pt idx="10">
                  <c:v>5.7469999999999999</c:v>
                </c:pt>
                <c:pt idx="11">
                  <c:v>3.8140000000000001</c:v>
                </c:pt>
                <c:pt idx="12">
                  <c:v>12.715</c:v>
                </c:pt>
                <c:pt idx="13">
                  <c:v>8.4879999999999995</c:v>
                </c:pt>
                <c:pt idx="14">
                  <c:v>16.920999999999999</c:v>
                </c:pt>
                <c:pt idx="15">
                  <c:v>26.728000000000002</c:v>
                </c:pt>
                <c:pt idx="16">
                  <c:v>27.456</c:v>
                </c:pt>
                <c:pt idx="17">
                  <c:v>27.905999999999999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550000</c:v>
                </c:pt>
                <c:pt idx="1">
                  <c:v>360000</c:v>
                </c:pt>
                <c:pt idx="2">
                  <c:v>243000</c:v>
                </c:pt>
                <c:pt idx="3">
                  <c:v>340000</c:v>
                </c:pt>
                <c:pt idx="4">
                  <c:v>760000</c:v>
                </c:pt>
                <c:pt idx="5">
                  <c:v>1977000</c:v>
                </c:pt>
                <c:pt idx="6">
                  <c:v>4822000</c:v>
                </c:pt>
                <c:pt idx="7">
                  <c:v>7450000</c:v>
                </c:pt>
                <c:pt idx="8">
                  <c:v>10857000</c:v>
                </c:pt>
                <c:pt idx="9">
                  <c:v>12069000</c:v>
                </c:pt>
                <c:pt idx="10">
                  <c:v>14022000</c:v>
                </c:pt>
                <c:pt idx="11">
                  <c:v>12416000</c:v>
                </c:pt>
                <c:pt idx="12">
                  <c:v>14244000</c:v>
                </c:pt>
                <c:pt idx="13">
                  <c:v>15756000</c:v>
                </c:pt>
                <c:pt idx="14">
                  <c:v>14803000</c:v>
                </c:pt>
                <c:pt idx="15">
                  <c:v>13834000</c:v>
                </c:pt>
                <c:pt idx="16">
                  <c:v>13462000</c:v>
                </c:pt>
                <c:pt idx="17">
                  <c:v>7832000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5203000</c:v>
                </c:pt>
                <c:pt idx="1">
                  <c:v>3823000</c:v>
                </c:pt>
                <c:pt idx="2">
                  <c:v>2456000</c:v>
                </c:pt>
                <c:pt idx="3">
                  <c:v>2882000</c:v>
                </c:pt>
                <c:pt idx="4">
                  <c:v>2621000</c:v>
                </c:pt>
                <c:pt idx="5">
                  <c:v>12036000</c:v>
                </c:pt>
                <c:pt idx="6">
                  <c:v>33736000</c:v>
                </c:pt>
                <c:pt idx="7">
                  <c:v>39276000</c:v>
                </c:pt>
                <c:pt idx="8">
                  <c:v>40811000</c:v>
                </c:pt>
                <c:pt idx="9">
                  <c:v>27626000</c:v>
                </c:pt>
                <c:pt idx="10">
                  <c:v>27169000</c:v>
                </c:pt>
                <c:pt idx="11">
                  <c:v>49184000</c:v>
                </c:pt>
                <c:pt idx="12">
                  <c:v>86026000</c:v>
                </c:pt>
                <c:pt idx="13">
                  <c:v>130008000</c:v>
                </c:pt>
                <c:pt idx="14">
                  <c:v>144718000</c:v>
                </c:pt>
                <c:pt idx="15">
                  <c:v>116501000</c:v>
                </c:pt>
                <c:pt idx="16">
                  <c:v>113634000</c:v>
                </c:pt>
                <c:pt idx="17">
                  <c:v>78944000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2726000</c:v>
                </c:pt>
                <c:pt idx="1">
                  <c:v>1420000</c:v>
                </c:pt>
                <c:pt idx="2">
                  <c:v>2910000</c:v>
                </c:pt>
                <c:pt idx="3">
                  <c:v>3610000</c:v>
                </c:pt>
                <c:pt idx="4">
                  <c:v>4149000</c:v>
                </c:pt>
                <c:pt idx="5">
                  <c:v>3308000</c:v>
                </c:pt>
                <c:pt idx="6">
                  <c:v>3886000</c:v>
                </c:pt>
                <c:pt idx="7">
                  <c:v>5561000</c:v>
                </c:pt>
                <c:pt idx="8">
                  <c:v>3950000</c:v>
                </c:pt>
                <c:pt idx="9">
                  <c:v>5197000</c:v>
                </c:pt>
                <c:pt idx="10">
                  <c:v>6246000</c:v>
                </c:pt>
                <c:pt idx="11">
                  <c:v>7196000</c:v>
                </c:pt>
                <c:pt idx="12">
                  <c:v>7820000</c:v>
                </c:pt>
                <c:pt idx="13">
                  <c:v>11574000</c:v>
                </c:pt>
                <c:pt idx="14">
                  <c:v>10367000</c:v>
                </c:pt>
                <c:pt idx="15">
                  <c:v>11859000</c:v>
                </c:pt>
                <c:pt idx="16">
                  <c:v>12442000</c:v>
                </c:pt>
                <c:pt idx="17">
                  <c:v>9943000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644000</c:v>
                </c:pt>
                <c:pt idx="4">
                  <c:v>48000</c:v>
                </c:pt>
                <c:pt idx="5">
                  <c:v>736000</c:v>
                </c:pt>
                <c:pt idx="6">
                  <c:v>977000</c:v>
                </c:pt>
                <c:pt idx="7">
                  <c:v>1135000</c:v>
                </c:pt>
                <c:pt idx="8">
                  <c:v>989000</c:v>
                </c:pt>
                <c:pt idx="9">
                  <c:v>1422000</c:v>
                </c:pt>
                <c:pt idx="10">
                  <c:v>1408000</c:v>
                </c:pt>
                <c:pt idx="11">
                  <c:v>574000</c:v>
                </c:pt>
                <c:pt idx="12">
                  <c:v>1946000</c:v>
                </c:pt>
                <c:pt idx="13">
                  <c:v>1822000</c:v>
                </c:pt>
                <c:pt idx="14">
                  <c:v>1696000</c:v>
                </c:pt>
                <c:pt idx="15">
                  <c:v>1710000</c:v>
                </c:pt>
                <c:pt idx="16">
                  <c:v>1694000</c:v>
                </c:pt>
                <c:pt idx="17">
                  <c:v>831000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233000</c:v>
                </c:pt>
                <c:pt idx="1">
                  <c:v>0</c:v>
                </c:pt>
                <c:pt idx="2">
                  <c:v>0</c:v>
                </c:pt>
                <c:pt idx="3">
                  <c:v>2824000</c:v>
                </c:pt>
                <c:pt idx="4">
                  <c:v>0</c:v>
                </c:pt>
                <c:pt idx="5">
                  <c:v>1002000</c:v>
                </c:pt>
                <c:pt idx="6">
                  <c:v>479000</c:v>
                </c:pt>
                <c:pt idx="7">
                  <c:v>0</c:v>
                </c:pt>
                <c:pt idx="8">
                  <c:v>916000</c:v>
                </c:pt>
                <c:pt idx="9">
                  <c:v>3554000</c:v>
                </c:pt>
                <c:pt idx="10">
                  <c:v>5747000</c:v>
                </c:pt>
                <c:pt idx="11">
                  <c:v>3814000</c:v>
                </c:pt>
                <c:pt idx="12">
                  <c:v>12715000</c:v>
                </c:pt>
                <c:pt idx="13">
                  <c:v>8488000</c:v>
                </c:pt>
                <c:pt idx="14">
                  <c:v>16921000</c:v>
                </c:pt>
                <c:pt idx="15">
                  <c:v>26728000</c:v>
                </c:pt>
                <c:pt idx="16">
                  <c:v>27456000</c:v>
                </c:pt>
                <c:pt idx="17">
                  <c:v>27906000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중식</c:v>
                </c:pt>
                <c:pt idx="2">
                  <c:v>유흥음식/주점</c:v>
                </c:pt>
                <c:pt idx="3">
                  <c:v>주점</c:v>
                </c:pt>
                <c:pt idx="4">
                  <c:v>일식</c:v>
                </c:pt>
                <c:pt idx="5">
                  <c:v>PC방</c:v>
                </c:pt>
                <c:pt idx="6">
                  <c:v>편의점</c:v>
                </c:pt>
                <c:pt idx="7">
                  <c:v>종합의류</c:v>
                </c:pt>
                <c:pt idx="8">
                  <c:v>양식</c:v>
                </c:pt>
                <c:pt idx="9">
                  <c:v>양약국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142.93199999999999</c:v>
                </c:pt>
                <c:pt idx="1">
                  <c:v>53.378999999999998</c:v>
                </c:pt>
                <c:pt idx="2">
                  <c:v>50.429000000000002</c:v>
                </c:pt>
                <c:pt idx="3">
                  <c:v>17.978999999999999</c:v>
                </c:pt>
                <c:pt idx="4">
                  <c:v>24.498999999999999</c:v>
                </c:pt>
                <c:pt idx="5">
                  <c:v>20.43</c:v>
                </c:pt>
                <c:pt idx="6">
                  <c:v>27.622</c:v>
                </c:pt>
                <c:pt idx="7">
                  <c:v>19.161999999999999</c:v>
                </c:pt>
                <c:pt idx="8">
                  <c:v>5.31</c:v>
                </c:pt>
                <c:pt idx="9">
                  <c:v>21.449000000000002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중식</c:v>
                </c:pt>
                <c:pt idx="2">
                  <c:v>유흥음식/주점</c:v>
                </c:pt>
                <c:pt idx="3">
                  <c:v>주점</c:v>
                </c:pt>
                <c:pt idx="4">
                  <c:v>일식</c:v>
                </c:pt>
                <c:pt idx="5">
                  <c:v>PC방</c:v>
                </c:pt>
                <c:pt idx="6">
                  <c:v>편의점</c:v>
                </c:pt>
                <c:pt idx="7">
                  <c:v>종합의류</c:v>
                </c:pt>
                <c:pt idx="8">
                  <c:v>양식</c:v>
                </c:pt>
                <c:pt idx="9">
                  <c:v>양약국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826.60900000000004</c:v>
                </c:pt>
                <c:pt idx="1">
                  <c:v>144.75</c:v>
                </c:pt>
                <c:pt idx="2">
                  <c:v>146.29900000000001</c:v>
                </c:pt>
                <c:pt idx="3">
                  <c:v>166.279</c:v>
                </c:pt>
                <c:pt idx="4">
                  <c:v>151.27699999999999</c:v>
                </c:pt>
                <c:pt idx="5">
                  <c:v>125.49299999999999</c:v>
                </c:pt>
                <c:pt idx="6">
                  <c:v>97.667000000000002</c:v>
                </c:pt>
                <c:pt idx="7">
                  <c:v>111.154</c:v>
                </c:pt>
                <c:pt idx="8">
                  <c:v>81.350999999999999</c:v>
                </c:pt>
                <c:pt idx="9">
                  <c:v>75.241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중식</c:v>
                </c:pt>
                <c:pt idx="2">
                  <c:v>유흥음식/주점</c:v>
                </c:pt>
                <c:pt idx="3">
                  <c:v>주점</c:v>
                </c:pt>
                <c:pt idx="4">
                  <c:v>일식</c:v>
                </c:pt>
                <c:pt idx="5">
                  <c:v>PC방</c:v>
                </c:pt>
                <c:pt idx="6">
                  <c:v>편의점</c:v>
                </c:pt>
                <c:pt idx="7">
                  <c:v>종합의류</c:v>
                </c:pt>
                <c:pt idx="8">
                  <c:v>양식</c:v>
                </c:pt>
                <c:pt idx="9">
                  <c:v>양약국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101.768</c:v>
                </c:pt>
                <c:pt idx="1">
                  <c:v>12.622</c:v>
                </c:pt>
                <c:pt idx="2">
                  <c:v>10.891</c:v>
                </c:pt>
                <c:pt idx="3">
                  <c:v>14.526999999999999</c:v>
                </c:pt>
                <c:pt idx="4">
                  <c:v>19.890999999999998</c:v>
                </c:pt>
                <c:pt idx="5">
                  <c:v>14.887</c:v>
                </c:pt>
                <c:pt idx="6">
                  <c:v>17.154</c:v>
                </c:pt>
                <c:pt idx="7">
                  <c:v>7.8929999999999998</c:v>
                </c:pt>
                <c:pt idx="8">
                  <c:v>19.907</c:v>
                </c:pt>
                <c:pt idx="9">
                  <c:v>4.4740000000000002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689-4958-A2D1-E893568E5A53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689-4958-A2D1-E893568E5A53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689-4958-A2D1-E893568E5A53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689-4958-A2D1-E893568E5A53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689-4958-A2D1-E893568E5A53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689-4958-A2D1-E893568E5A53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689-4958-A2D1-E893568E5A53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689-4958-A2D1-E893568E5A53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689-4958-A2D1-E893568E5A53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689-4958-A2D1-E893568E5A53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689-4958-A2D1-E893568E5A53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689-4958-A2D1-E893568E5A53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689-4958-A2D1-E893568E5A53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689-4958-A2D1-E893568E5A53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689-4958-A2D1-E893568E5A53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689-4958-A2D1-E893568E5A53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689-4958-A2D1-E893568E5A53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689-4958-A2D1-E893568E5A53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689-4958-A2D1-E893568E5A53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689-4958-A2D1-E893568E5A53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689-4958-A2D1-E893568E5A53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689-4958-A2D1-E893568E5A53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689-4958-A2D1-E893568E5A53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F689-4958-A2D1-E893568E5A53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F689-4958-A2D1-E893568E5A53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F689-4958-A2D1-E893568E5A53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F689-4958-A2D1-E893568E5A53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F689-4958-A2D1-E893568E5A53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F689-4958-A2D1-E893568E5A53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280.43</c:v>
                </c:pt>
                <c:pt idx="1">
                  <c:v>234.41</c:v>
                </c:pt>
                <c:pt idx="2">
                  <c:v>129.24</c:v>
                </c:pt>
                <c:pt idx="3">
                  <c:v>130.66</c:v>
                </c:pt>
                <c:pt idx="4">
                  <c:v>103.05</c:v>
                </c:pt>
                <c:pt idx="5">
                  <c:v>114.29</c:v>
                </c:pt>
                <c:pt idx="6">
                  <c:v>188.61</c:v>
                </c:pt>
                <c:pt idx="7">
                  <c:v>286.92</c:v>
                </c:pt>
                <c:pt idx="8">
                  <c:v>205.28</c:v>
                </c:pt>
                <c:pt idx="9">
                  <c:v>135.05000000000001</c:v>
                </c:pt>
                <c:pt idx="10">
                  <c:v>138.65</c:v>
                </c:pt>
                <c:pt idx="11">
                  <c:v>165.74</c:v>
                </c:pt>
                <c:pt idx="12">
                  <c:v>182.9</c:v>
                </c:pt>
                <c:pt idx="13">
                  <c:v>247.04</c:v>
                </c:pt>
                <c:pt idx="14">
                  <c:v>253.15</c:v>
                </c:pt>
                <c:pt idx="15">
                  <c:v>203.3</c:v>
                </c:pt>
                <c:pt idx="16">
                  <c:v>157.38</c:v>
                </c:pt>
                <c:pt idx="17">
                  <c:v>213.59</c:v>
                </c:pt>
                <c:pt idx="18">
                  <c:v>264.27</c:v>
                </c:pt>
                <c:pt idx="19">
                  <c:v>205.63</c:v>
                </c:pt>
                <c:pt idx="20">
                  <c:v>177.15</c:v>
                </c:pt>
                <c:pt idx="21">
                  <c:v>278.07</c:v>
                </c:pt>
                <c:pt idx="22">
                  <c:v>201.97</c:v>
                </c:pt>
                <c:pt idx="23">
                  <c:v>99.06</c:v>
                </c:pt>
                <c:pt idx="24">
                  <c:v>96.88</c:v>
                </c:pt>
                <c:pt idx="25">
                  <c:v>117.42</c:v>
                </c:pt>
                <c:pt idx="26">
                  <c:v>130.77000000000001</c:v>
                </c:pt>
                <c:pt idx="27">
                  <c:v>156.80000000000001</c:v>
                </c:pt>
                <c:pt idx="28">
                  <c:v>285.74</c:v>
                </c:pt>
                <c:pt idx="29">
                  <c:v>210.8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F689-4958-A2D1-E893568E5A53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F689-4958-A2D1-E893568E5A53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F689-4958-A2D1-E893568E5A53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F689-4958-A2D1-E893568E5A53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F689-4958-A2D1-E893568E5A53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F689-4958-A2D1-E893568E5A53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F689-4958-A2D1-E893568E5A53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F689-4958-A2D1-E893568E5A53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F689-4958-A2D1-E893568E5A53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F689-4958-A2D1-E893568E5A53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F689-4958-A2D1-E893568E5A53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F689-4958-A2D1-E893568E5A53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F689-4958-A2D1-E893568E5A53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9-F689-4958-A2D1-E893568E5A53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B-F689-4958-A2D1-E893568E5A53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D-F689-4958-A2D1-E893568E5A53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F-F689-4958-A2D1-E893568E5A53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1-F689-4958-A2D1-E893568E5A53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3-F689-4958-A2D1-E893568E5A53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5-F689-4958-A2D1-E893568E5A53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7-F689-4958-A2D1-E893568E5A53}"/>
              </c:ext>
            </c:extLst>
          </c:dPt>
          <c:dPt>
            <c:idx val="2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9-F689-4958-A2D1-E893568E5A53}"/>
              </c:ext>
            </c:extLst>
          </c:dPt>
          <c:dPt>
            <c:idx val="2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B-F689-4958-A2D1-E893568E5A53}"/>
              </c:ext>
            </c:extLst>
          </c:dPt>
          <c:dPt>
            <c:idx val="2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D-F689-4958-A2D1-E893568E5A53}"/>
              </c:ext>
            </c:extLst>
          </c:dPt>
          <c:dPt>
            <c:idx val="2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F-F689-4958-A2D1-E893568E5A53}"/>
              </c:ext>
            </c:extLst>
          </c:dPt>
          <c:dPt>
            <c:idx val="2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1-F689-4958-A2D1-E893568E5A53}"/>
              </c:ext>
            </c:extLst>
          </c:dPt>
          <c:dPt>
            <c:idx val="2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3-F689-4958-A2D1-E893568E5A53}"/>
              </c:ext>
            </c:extLst>
          </c:dPt>
          <c:dPt>
            <c:idx val="2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5-F689-4958-A2D1-E893568E5A53}"/>
              </c:ext>
            </c:extLst>
          </c:dPt>
          <c:dPt>
            <c:idx val="2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7-F689-4958-A2D1-E893568E5A53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15466</c:v>
                </c:pt>
                <c:pt idx="1">
                  <c:v>12196</c:v>
                </c:pt>
                <c:pt idx="2">
                  <c:v>7688</c:v>
                </c:pt>
                <c:pt idx="3">
                  <c:v>7682</c:v>
                </c:pt>
                <c:pt idx="4">
                  <c:v>4979</c:v>
                </c:pt>
                <c:pt idx="5">
                  <c:v>7258</c:v>
                </c:pt>
                <c:pt idx="6">
                  <c:v>9128</c:v>
                </c:pt>
                <c:pt idx="7">
                  <c:v>15789</c:v>
                </c:pt>
                <c:pt idx="8">
                  <c:v>12441</c:v>
                </c:pt>
                <c:pt idx="9">
                  <c:v>6526</c:v>
                </c:pt>
                <c:pt idx="10">
                  <c:v>7576</c:v>
                </c:pt>
                <c:pt idx="11">
                  <c:v>6750</c:v>
                </c:pt>
                <c:pt idx="12">
                  <c:v>10812</c:v>
                </c:pt>
                <c:pt idx="13">
                  <c:v>14313</c:v>
                </c:pt>
                <c:pt idx="14">
                  <c:v>16754</c:v>
                </c:pt>
                <c:pt idx="15">
                  <c:v>9462</c:v>
                </c:pt>
                <c:pt idx="16">
                  <c:v>6723</c:v>
                </c:pt>
                <c:pt idx="17">
                  <c:v>12064</c:v>
                </c:pt>
                <c:pt idx="18">
                  <c:v>14182</c:v>
                </c:pt>
                <c:pt idx="19">
                  <c:v>14087</c:v>
                </c:pt>
                <c:pt idx="20">
                  <c:v>10820</c:v>
                </c:pt>
                <c:pt idx="21">
                  <c:v>15555</c:v>
                </c:pt>
                <c:pt idx="22">
                  <c:v>13537</c:v>
                </c:pt>
                <c:pt idx="23">
                  <c:v>5364</c:v>
                </c:pt>
                <c:pt idx="24">
                  <c:v>7133</c:v>
                </c:pt>
                <c:pt idx="25">
                  <c:v>7327</c:v>
                </c:pt>
                <c:pt idx="26">
                  <c:v>7482</c:v>
                </c:pt>
                <c:pt idx="27">
                  <c:v>8742</c:v>
                </c:pt>
                <c:pt idx="28">
                  <c:v>15622</c:v>
                </c:pt>
                <c:pt idx="29">
                  <c:v>14470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일식</cx:pt>
          <cx:pt idx="2">주점</cx:pt>
          <cx:pt idx="3">PC방</cx:pt>
          <cx:pt idx="4">유흥음식/주점</cx:pt>
          <cx:pt idx="5">종합의류</cx:pt>
          <cx:pt idx="6">편의점</cx:pt>
          <cx:pt idx="7">양약국</cx:pt>
          <cx:pt idx="8">간이음식점</cx:pt>
          <cx:pt idx="9">중식</cx:pt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990.70000000000005</cx:pt>
          <cx:pt idx="1">191.5</cx:pt>
          <cx:pt idx="2">168.19999999999999</cx:pt>
          <cx:pt idx="3">153.5</cx:pt>
          <cx:pt idx="4">134.30000000000001</cx:pt>
          <cx:pt idx="5">117.90000000000001</cx:pt>
          <cx:pt idx="6">116.40000000000001</cx:pt>
          <cx:pt idx="7">91.5</cx:pt>
          <cx:pt idx="8">81.700000000000003</cx:pt>
          <cx:pt idx="9">72.299999999999997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중식</cx:pt>
          <cx:pt idx="1">한식</cx:pt>
          <cx:pt idx="2">유흥음식/주점</cx:pt>
          <cx:pt idx="3">양식</cx:pt>
          <cx:pt idx="4">단란주점</cx:pt>
          <cx:pt idx="5">주점</cx:pt>
          <cx:pt idx="6">편의점</cx:pt>
          <cx:pt idx="7">종합의류</cx:pt>
          <cx:pt idx="8">화장품</cx:pt>
          <cx:pt idx="9">여관</cx:pt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138.40000000000001</cx:pt>
          <cx:pt idx="1">80.599999999999994</cx:pt>
          <cx:pt idx="2">73.299999999999997</cx:pt>
          <cx:pt idx="3">53.700000000000003</cx:pt>
          <cx:pt idx="4">36.399999999999999</cx:pt>
          <cx:pt idx="5">30.600000000000001</cx:pt>
          <cx:pt idx="6">26</cx:pt>
          <cx:pt idx="7">20.399999999999999</cx:pt>
          <cx:pt idx="8">20.300000000000001</cx:pt>
          <cx:pt idx="9">19.100000000000001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매산동상권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매산동상권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4,131,893명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10.8%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10월 5일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(300,324명)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7.3%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18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(15,079명)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7.1%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3,316백만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32.3%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31.2%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8.0% ▲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3,912,772명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3,730,540명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4.7%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4,131,893명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5.6%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2,931백만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3,070백만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4.7%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3,316백만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13.1%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매산동상권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매산동상권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4,131,893명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10.8%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10월 5일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(300,324명)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33.6%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18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15,079명)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7.1%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1,044,001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16.6%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3.8%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14.3%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(3.0% ▲)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(24.5%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5일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7.3%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30일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4.9%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258,243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244,662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59.2%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280,879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40.8%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7.1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6.9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895,430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3.5% ▼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2,928,759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16.3%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307,701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8.2%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49.5%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3,087,891명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0.2% ▼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1,044,001명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63.8%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1,650,005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235,715명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4,131,893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258,243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1,655,294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236,471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매산동상권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3,316백만원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(187,391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8.0% ▲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803원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2.5%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32.3%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9월27일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74.7%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916,654,000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(19,991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PC방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145,797,000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(61,470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의료기기/용품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2,164,375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(16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(33.8%)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유흥음식/주점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(8.1%)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주점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(7.0%)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(29.7%)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중식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(6.8%)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일식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(6.6%)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31.2%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971백만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(29.3%)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1,032백만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(31.1%)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674백만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(20.3%)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452백만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(13.6%)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156백만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(4.7%)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(0.8%)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12.0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20시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20시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PC방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23시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중식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PC방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9.8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PC방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21시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21시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완구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잡화점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PC방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완구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잡화점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20,012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17,108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19,114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546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(27,275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294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(15,360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2,477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(144,770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중식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(23.7%)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(13.8%)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유흥음식/주점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(12.5%)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16,196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31,172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168,635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18,761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(36.3%)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일식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(7.0%)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주점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(6.2%)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2,731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656441917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424334833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585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168,667,714원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9,200건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18,334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207,255,000원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11,712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17,696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156,782,571원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9,449건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16,593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192개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0.00074개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115개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0.00008개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0.00009개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0.00045개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0.00011개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52개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0.00020개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0.00002개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9,291개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0.03598개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283개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0.00110개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334개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0.00129개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0.00008개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30.9%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0.0011개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수원역환승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129대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1개 (129대)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0.00003대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76.6%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0.0023대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2285</Words>
  <Application>Microsoft Office PowerPoint</Application>
  <PresentationFormat>와이드스크린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</vt:lpstr>
      <vt:lpstr>Arial</vt:lpstr>
      <vt:lpstr>Pretendard</vt:lpstr>
      <vt:lpstr>Calibri Light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2025-11-04T03:36:19Z</dcterms:modified>
</cp:coreProperties>
</file>