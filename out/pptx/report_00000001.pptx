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9.1399000000000008</c:v>
                </c:pt>
                <c:pt idx="1">
                  <c:v>1.9329000000000001</c:v>
                </c:pt>
                <c:pt idx="2">
                  <c:v>44.318600000000004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-78.849999999999994</c:v>
                </c:pt>
                <c:pt idx="2">
                  <c:v>2192.86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397.55900000000003</c:v>
                </c:pt>
                <c:pt idx="1">
                  <c:v>382.69799999999998</c:v>
                </c:pt>
                <c:pt idx="2">
                  <c:v>345.23500000000001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-3.74</c:v>
                </c:pt>
                <c:pt idx="2">
                  <c:v>-9.7899999999999991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89-4BF5-AC64-9505165773ED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4.7735000000000003</c:v>
                </c:pt>
                <c:pt idx="1">
                  <c:v>5.0366</c:v>
                </c:pt>
                <c:pt idx="2">
                  <c:v>6.8516000000000004</c:v>
                </c:pt>
                <c:pt idx="3">
                  <c:v>10.316000000000001</c:v>
                </c:pt>
                <c:pt idx="4">
                  <c:v>10.764099999999999</c:v>
                </c:pt>
                <c:pt idx="5">
                  <c:v>6.5766999999999998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907.1875</c:v>
                </c:pt>
                <c:pt idx="1">
                  <c:v>922.25</c:v>
                </c:pt>
                <c:pt idx="2">
                  <c:v>988.9375</c:v>
                </c:pt>
                <c:pt idx="3">
                  <c:v>1058.375</c:v>
                </c:pt>
                <c:pt idx="4">
                  <c:v>1138.3125</c:v>
                </c:pt>
                <c:pt idx="5">
                  <c:v>1232.125</c:v>
                </c:pt>
                <c:pt idx="6">
                  <c:v>1336.6875</c:v>
                </c:pt>
                <c:pt idx="7">
                  <c:v>1438.75</c:v>
                </c:pt>
                <c:pt idx="8">
                  <c:v>1478</c:v>
                </c:pt>
                <c:pt idx="9">
                  <c:v>1521.1875</c:v>
                </c:pt>
                <c:pt idx="10">
                  <c:v>1535.3125</c:v>
                </c:pt>
                <c:pt idx="11">
                  <c:v>1547.0625</c:v>
                </c:pt>
                <c:pt idx="12">
                  <c:v>1480.4375</c:v>
                </c:pt>
                <c:pt idx="13">
                  <c:v>1379.125</c:v>
                </c:pt>
                <c:pt idx="14">
                  <c:v>1269.75</c:v>
                </c:pt>
                <c:pt idx="15">
                  <c:v>1139.0625</c:v>
                </c:pt>
                <c:pt idx="16">
                  <c:v>1022.8125</c:v>
                </c:pt>
                <c:pt idx="17">
                  <c:v>911.8125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2.9983</c:v>
                </c:pt>
                <c:pt idx="1">
                  <c:v>3.327</c:v>
                </c:pt>
                <c:pt idx="2">
                  <c:v>2.4573999999999998</c:v>
                </c:pt>
                <c:pt idx="3">
                  <c:v>2.448</c:v>
                </c:pt>
                <c:pt idx="4">
                  <c:v>2.5272000000000001</c:v>
                </c:pt>
                <c:pt idx="5">
                  <c:v>2.6272000000000002</c:v>
                </c:pt>
                <c:pt idx="6">
                  <c:v>2.9826999999999999</c:v>
                </c:pt>
                <c:pt idx="7">
                  <c:v>3.2339000000000002</c:v>
                </c:pt>
                <c:pt idx="8">
                  <c:v>2.6181000000000001</c:v>
                </c:pt>
                <c:pt idx="9">
                  <c:v>2.5579999999999998</c:v>
                </c:pt>
                <c:pt idx="10">
                  <c:v>2.5916000000000001</c:v>
                </c:pt>
                <c:pt idx="11">
                  <c:v>3.0979999999999999</c:v>
                </c:pt>
                <c:pt idx="12">
                  <c:v>2.8166000000000002</c:v>
                </c:pt>
                <c:pt idx="13">
                  <c:v>2.7164000000000001</c:v>
                </c:pt>
                <c:pt idx="14">
                  <c:v>2.8622999999999998</c:v>
                </c:pt>
                <c:pt idx="15">
                  <c:v>2.4559000000000002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49AFF29-DFB8-4584-B576-93F15A7B349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7AFAC3E-CB6A-44CB-8203-2F6108638EC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23.4543</c:v>
                </c:pt>
                <c:pt idx="1">
                  <c:v>20.8643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764B360-A1BB-4EF4-B15B-655AB5A0C1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6887C6-BDCE-4670-95FD-E22D4656700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39.4041</c:v>
                </c:pt>
                <c:pt idx="1">
                  <c:v>4.9146999999999998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AB9B7E2-0391-4666-988E-6EBDD4C7E0D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CC93818-6999-4E31-BC58-F7A3B1F538F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5D893EF-78B1-4A72-B593-4D03FA42F75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21.6038</c:v>
                </c:pt>
                <c:pt idx="1">
                  <c:v>2.0192999999999999</c:v>
                </c:pt>
                <c:pt idx="2">
                  <c:v>20.695499999999999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234543</c:v>
                </c:pt>
                <c:pt idx="1">
                  <c:v>208643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9DE-44A8-93CB-8B66B85E0553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47735</c:v>
                </c:pt>
                <c:pt idx="1">
                  <c:v>50366</c:v>
                </c:pt>
                <c:pt idx="2">
                  <c:v>68516</c:v>
                </c:pt>
                <c:pt idx="3">
                  <c:v>103160</c:v>
                </c:pt>
                <c:pt idx="4">
                  <c:v>107641</c:v>
                </c:pt>
                <c:pt idx="5">
                  <c:v>65767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4761</c:v>
                </c:pt>
                <c:pt idx="1">
                  <c:v>1465.62</c:v>
                </c:pt>
                <c:pt idx="2">
                  <c:v>1221.43</c:v>
                </c:pt>
                <c:pt idx="3">
                  <c:v>3255.89</c:v>
                </c:pt>
                <c:pt idx="4">
                  <c:v>2135.0700000000002</c:v>
                </c:pt>
                <c:pt idx="5">
                  <c:v>3101.9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2.9983</c:v>
                </c:pt>
                <c:pt idx="1">
                  <c:v>3.327</c:v>
                </c:pt>
                <c:pt idx="2">
                  <c:v>2.4573999999999998</c:v>
                </c:pt>
                <c:pt idx="3">
                  <c:v>2.448</c:v>
                </c:pt>
                <c:pt idx="4">
                  <c:v>2.5272000000000001</c:v>
                </c:pt>
                <c:pt idx="5">
                  <c:v>2.6272000000000002</c:v>
                </c:pt>
                <c:pt idx="6">
                  <c:v>2.9826999999999999</c:v>
                </c:pt>
                <c:pt idx="7">
                  <c:v>3.2339000000000002</c:v>
                </c:pt>
                <c:pt idx="8">
                  <c:v>2.6181000000000001</c:v>
                </c:pt>
                <c:pt idx="9">
                  <c:v>2.5579999999999998</c:v>
                </c:pt>
                <c:pt idx="10">
                  <c:v>2.5916000000000001</c:v>
                </c:pt>
                <c:pt idx="11">
                  <c:v>3.0979999999999999</c:v>
                </c:pt>
                <c:pt idx="12">
                  <c:v>2.8166000000000002</c:v>
                </c:pt>
                <c:pt idx="13">
                  <c:v>2.7164000000000001</c:v>
                </c:pt>
                <c:pt idx="14">
                  <c:v>2.8622999999999998</c:v>
                </c:pt>
                <c:pt idx="15">
                  <c:v>2.4559000000000002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9.0889999999999999E-2</c:v>
                </c:pt>
                <c:pt idx="1">
                  <c:v>9.2200000000000004E-2</c:v>
                </c:pt>
                <c:pt idx="2">
                  <c:v>9.9110000000000004E-2</c:v>
                </c:pt>
                <c:pt idx="3">
                  <c:v>0.10482</c:v>
                </c:pt>
                <c:pt idx="4">
                  <c:v>0.11312999999999999</c:v>
                </c:pt>
                <c:pt idx="5">
                  <c:v>0.12168</c:v>
                </c:pt>
                <c:pt idx="6">
                  <c:v>0.13023000000000001</c:v>
                </c:pt>
                <c:pt idx="7">
                  <c:v>0.13905999999999999</c:v>
                </c:pt>
                <c:pt idx="8">
                  <c:v>0.14127999999999999</c:v>
                </c:pt>
                <c:pt idx="9">
                  <c:v>0.14223</c:v>
                </c:pt>
                <c:pt idx="10">
                  <c:v>0.14025000000000001</c:v>
                </c:pt>
                <c:pt idx="11">
                  <c:v>0.14013999999999999</c:v>
                </c:pt>
                <c:pt idx="12">
                  <c:v>0.13674</c:v>
                </c:pt>
                <c:pt idx="13">
                  <c:v>0.12844</c:v>
                </c:pt>
                <c:pt idx="14">
                  <c:v>0.12164999999999999</c:v>
                </c:pt>
                <c:pt idx="15">
                  <c:v>0.11114</c:v>
                </c:pt>
                <c:pt idx="16">
                  <c:v>0.10062</c:v>
                </c:pt>
                <c:pt idx="17">
                  <c:v>8.9459999999999998E-2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9.0433333333333338E-2</c:v>
                </c:pt>
                <c:pt idx="1">
                  <c:v>9.2266666666666663E-2</c:v>
                </c:pt>
                <c:pt idx="2">
                  <c:v>9.8533333333333334E-2</c:v>
                </c:pt>
                <c:pt idx="3">
                  <c:v>0.10753333333333333</c:v>
                </c:pt>
                <c:pt idx="4">
                  <c:v>0.115</c:v>
                </c:pt>
                <c:pt idx="5">
                  <c:v>0.12576666666666667</c:v>
                </c:pt>
                <c:pt idx="6">
                  <c:v>0.1394</c:v>
                </c:pt>
                <c:pt idx="7">
                  <c:v>0.15190000000000001</c:v>
                </c:pt>
                <c:pt idx="8">
                  <c:v>0.15866666666666668</c:v>
                </c:pt>
                <c:pt idx="9">
                  <c:v>0.1686</c:v>
                </c:pt>
                <c:pt idx="10">
                  <c:v>0.17566666666666667</c:v>
                </c:pt>
                <c:pt idx="11">
                  <c:v>0.17898333333333333</c:v>
                </c:pt>
                <c:pt idx="12">
                  <c:v>0.16688333333333333</c:v>
                </c:pt>
                <c:pt idx="13">
                  <c:v>0.1537</c:v>
                </c:pt>
                <c:pt idx="14">
                  <c:v>0.13585</c:v>
                </c:pt>
                <c:pt idx="15">
                  <c:v>0.11851666666666667</c:v>
                </c:pt>
                <c:pt idx="16">
                  <c:v>0.10505</c:v>
                </c:pt>
                <c:pt idx="17">
                  <c:v>9.4049999999999995E-2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0.32350000000000001</c:v>
                </c:pt>
                <c:pt idx="1">
                  <c:v>9.7420000000000007E-2</c:v>
                </c:pt>
                <c:pt idx="2">
                  <c:v>2.16038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7.2489999999999999E-2</c:v>
                </c:pt>
                <c:pt idx="1">
                  <c:v>1.265E-2</c:v>
                </c:pt>
                <c:pt idx="2">
                  <c:v>0.20193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0.51800000000000002</c:v>
                </c:pt>
                <c:pt idx="1">
                  <c:v>8.3239999999999995E-2</c:v>
                </c:pt>
                <c:pt idx="2">
                  <c:v>2.06955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9.1350000000000001E-2</c:v>
                </c:pt>
                <c:pt idx="1">
                  <c:v>3.0100000000000001E-3</c:v>
                </c:pt>
                <c:pt idx="2">
                  <c:v>0.49147000000000002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0.82267000000000001</c:v>
                </c:pt>
                <c:pt idx="1">
                  <c:v>0.19031999999999999</c:v>
                </c:pt>
                <c:pt idx="2">
                  <c:v>3.94041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0174-46CE-BBE1-D77F73E9EDFF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0174-46CE-BBE1-D77F73E9EDFF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0174-46CE-BBE1-D77F73E9EDFF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0174-46CE-BBE1-D77F73E9EDFF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0174-46CE-BBE1-D77F73E9EDFF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0174-46CE-BBE1-D77F73E9EDFF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31713</c:v>
                </c:pt>
                <c:pt idx="1">
                  <c:v>26708</c:v>
                </c:pt>
                <c:pt idx="2">
                  <c:v>24600</c:v>
                </c:pt>
                <c:pt idx="3">
                  <c:v>24532</c:v>
                </c:pt>
                <c:pt idx="4">
                  <c:v>24579</c:v>
                </c:pt>
                <c:pt idx="5">
                  <c:v>25602</c:v>
                </c:pt>
                <c:pt idx="6">
                  <c:v>25934</c:v>
                </c:pt>
                <c:pt idx="7">
                  <c:v>29983</c:v>
                </c:pt>
                <c:pt idx="8">
                  <c:v>33270</c:v>
                </c:pt>
                <c:pt idx="9">
                  <c:v>24574</c:v>
                </c:pt>
                <c:pt idx="10">
                  <c:v>24480</c:v>
                </c:pt>
                <c:pt idx="11">
                  <c:v>25272</c:v>
                </c:pt>
                <c:pt idx="12">
                  <c:v>26272</c:v>
                </c:pt>
                <c:pt idx="13">
                  <c:v>29827</c:v>
                </c:pt>
                <c:pt idx="14">
                  <c:v>32339</c:v>
                </c:pt>
                <c:pt idx="15">
                  <c:v>26181</c:v>
                </c:pt>
                <c:pt idx="16">
                  <c:v>25580</c:v>
                </c:pt>
                <c:pt idx="17">
                  <c:v>25916</c:v>
                </c:pt>
                <c:pt idx="18">
                  <c:v>30980</c:v>
                </c:pt>
                <c:pt idx="19">
                  <c:v>28166</c:v>
                </c:pt>
                <c:pt idx="20">
                  <c:v>27164</c:v>
                </c:pt>
                <c:pt idx="21">
                  <c:v>28623</c:v>
                </c:pt>
                <c:pt idx="22">
                  <c:v>24559</c:v>
                </c:pt>
                <c:pt idx="23">
                  <c:v>24425</c:v>
                </c:pt>
                <c:pt idx="24">
                  <c:v>25317</c:v>
                </c:pt>
                <c:pt idx="25">
                  <c:v>25031</c:v>
                </c:pt>
                <c:pt idx="26">
                  <c:v>25050</c:v>
                </c:pt>
                <c:pt idx="27">
                  <c:v>26210</c:v>
                </c:pt>
                <c:pt idx="28">
                  <c:v>31264</c:v>
                </c:pt>
                <c:pt idx="29">
                  <c:v>27276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BF45F2-52C6-4EB5-99EC-ABF42B2BF9E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180.56700000000001</c:v>
                </c:pt>
                <c:pt idx="1">
                  <c:v>164.66399999999999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101.21299999999999</c:v>
                </c:pt>
                <c:pt idx="1">
                  <c:v>99.617999999999995</c:v>
                </c:pt>
                <c:pt idx="2">
                  <c:v>69.445999999999998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47.905999999999999</c:v>
                </c:pt>
                <c:pt idx="1">
                  <c:v>276.58199999999999</c:v>
                </c:pt>
                <c:pt idx="2">
                  <c:v>20.741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164.596</c:v>
                </c:pt>
                <c:pt idx="1">
                  <c:v>88.168999999999997</c:v>
                </c:pt>
                <c:pt idx="2">
                  <c:v>37.893999999999998</c:v>
                </c:pt>
                <c:pt idx="3">
                  <c:v>20.103999999999999</c:v>
                </c:pt>
                <c:pt idx="4">
                  <c:v>12.631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34.554000000000002</c:v>
                </c:pt>
                <c:pt idx="1">
                  <c:v>22.023</c:v>
                </c:pt>
                <c:pt idx="2">
                  <c:v>13.484999999999999</c:v>
                </c:pt>
                <c:pt idx="3">
                  <c:v>11.345000000000001</c:v>
                </c:pt>
                <c:pt idx="4">
                  <c:v>11.487</c:v>
                </c:pt>
                <c:pt idx="5">
                  <c:v>42.073999999999998</c:v>
                </c:pt>
                <c:pt idx="6">
                  <c:v>23.768000000000001</c:v>
                </c:pt>
                <c:pt idx="7">
                  <c:v>30.242000000000001</c:v>
                </c:pt>
                <c:pt idx="8">
                  <c:v>11.724</c:v>
                </c:pt>
                <c:pt idx="9">
                  <c:v>5.8250000000000002</c:v>
                </c:pt>
                <c:pt idx="10">
                  <c:v>23.577999999999999</c:v>
                </c:pt>
                <c:pt idx="11">
                  <c:v>35.255000000000003</c:v>
                </c:pt>
                <c:pt idx="12">
                  <c:v>23.847000000000001</c:v>
                </c:pt>
                <c:pt idx="13">
                  <c:v>16.838000000000001</c:v>
                </c:pt>
                <c:pt idx="14">
                  <c:v>22.832000000000001</c:v>
                </c:pt>
                <c:pt idx="15">
                  <c:v>16.358000000000001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양식</c:v>
                </c:pt>
                <c:pt idx="7">
                  <c:v>옷감/직물</c:v>
                </c:pt>
                <c:pt idx="8">
                  <c:v>기념품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164.596</c:v>
                </c:pt>
                <c:pt idx="1">
                  <c:v>88.168999999999997</c:v>
                </c:pt>
                <c:pt idx="2">
                  <c:v>37.893999999999998</c:v>
                </c:pt>
                <c:pt idx="3">
                  <c:v>20.103999999999999</c:v>
                </c:pt>
                <c:pt idx="4">
                  <c:v>12.631</c:v>
                </c:pt>
                <c:pt idx="5">
                  <c:v>11.054</c:v>
                </c:pt>
                <c:pt idx="6">
                  <c:v>7.5270000000000001</c:v>
                </c:pt>
                <c:pt idx="7">
                  <c:v>2.6320000000000001</c:v>
                </c:pt>
                <c:pt idx="8">
                  <c:v>0.628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양식</c:v>
                </c:pt>
                <c:pt idx="7">
                  <c:v>옷감/직물</c:v>
                </c:pt>
                <c:pt idx="8">
                  <c:v>기념품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4049</c:v>
                </c:pt>
                <c:pt idx="1">
                  <c:v>6317</c:v>
                </c:pt>
                <c:pt idx="2">
                  <c:v>2937</c:v>
                </c:pt>
                <c:pt idx="3">
                  <c:v>1003</c:v>
                </c:pt>
                <c:pt idx="4">
                  <c:v>331</c:v>
                </c:pt>
                <c:pt idx="5">
                  <c:v>207</c:v>
                </c:pt>
                <c:pt idx="6">
                  <c:v>154</c:v>
                </c:pt>
                <c:pt idx="7">
                  <c:v>96</c:v>
                </c:pt>
                <c:pt idx="8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Sheet1!$A$2:$A$10</c:f>
              <c:strCache>
                <c:ptCount val="9"/>
                <c:pt idx="0">
                  <c:v>종합의류</c:v>
                </c:pt>
                <c:pt idx="1">
                  <c:v>양식</c:v>
                </c:pt>
                <c:pt idx="2">
                  <c:v>한식</c:v>
                </c:pt>
                <c:pt idx="3">
                  <c:v>일식</c:v>
                </c:pt>
                <c:pt idx="4">
                  <c:v>옷감/직물</c:v>
                </c:pt>
                <c:pt idx="5">
                  <c:v>양약국</c:v>
                </c:pt>
                <c:pt idx="6">
                  <c:v>기념품</c:v>
                </c:pt>
                <c:pt idx="7">
                  <c:v>음료</c:v>
                </c:pt>
                <c:pt idx="8">
                  <c:v>간이음식점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5.3400966183574878</c:v>
                </c:pt>
                <c:pt idx="1">
                  <c:v>4.8876623376623378</c:v>
                </c:pt>
                <c:pt idx="2">
                  <c:v>4.0651024944430727</c:v>
                </c:pt>
                <c:pt idx="3">
                  <c:v>3.816012084592145</c:v>
                </c:pt>
                <c:pt idx="4">
                  <c:v>2.7416666666666667</c:v>
                </c:pt>
                <c:pt idx="5">
                  <c:v>2.0043868394815552</c:v>
                </c:pt>
                <c:pt idx="6">
                  <c:v>1.6972972972972973</c:v>
                </c:pt>
                <c:pt idx="7">
                  <c:v>1.3957416495171759</c:v>
                </c:pt>
                <c:pt idx="8">
                  <c:v>1.2902281239359892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양식</c:v>
                </c:pt>
                <c:pt idx="7">
                  <c:v>옷감/직물</c:v>
                </c:pt>
                <c:pt idx="8">
                  <c:v>기념품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95.903999999999996</c:v>
                </c:pt>
                <c:pt idx="1">
                  <c:v>31.042000000000002</c:v>
                </c:pt>
                <c:pt idx="2">
                  <c:v>22.748000000000001</c:v>
                </c:pt>
                <c:pt idx="3">
                  <c:v>11.778</c:v>
                </c:pt>
                <c:pt idx="4">
                  <c:v>7.6369999999999996</c:v>
                </c:pt>
                <c:pt idx="5">
                  <c:v>5.7750000000000004</c:v>
                </c:pt>
                <c:pt idx="6">
                  <c:v>4.4669999999999996</c:v>
                </c:pt>
                <c:pt idx="7">
                  <c:v>1.093</c:v>
                </c:pt>
                <c:pt idx="8">
                  <c:v>0.123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양식</c:v>
                </c:pt>
                <c:pt idx="7">
                  <c:v>옷감/직물</c:v>
                </c:pt>
                <c:pt idx="8">
                  <c:v>기념품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68.69</c:v>
                </c:pt>
                <c:pt idx="1">
                  <c:v>57.127000000000002</c:v>
                </c:pt>
                <c:pt idx="2">
                  <c:v>15.146000000000001</c:v>
                </c:pt>
                <c:pt idx="3">
                  <c:v>8.3249999999999993</c:v>
                </c:pt>
                <c:pt idx="4">
                  <c:v>4.992</c:v>
                </c:pt>
                <c:pt idx="5">
                  <c:v>5.2789999999999999</c:v>
                </c:pt>
                <c:pt idx="6">
                  <c:v>3.06</c:v>
                </c:pt>
                <c:pt idx="7">
                  <c:v>1.5389999999999999</c:v>
                </c:pt>
                <c:pt idx="8">
                  <c:v>0.50600000000000001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4.4999999999999998E-2</c:v>
                </c:pt>
                <c:pt idx="1">
                  <c:v>0.18</c:v>
                </c:pt>
                <c:pt idx="2">
                  <c:v>0</c:v>
                </c:pt>
                <c:pt idx="3">
                  <c:v>0.25800000000000001</c:v>
                </c:pt>
                <c:pt idx="4">
                  <c:v>0.53800000000000003</c:v>
                </c:pt>
                <c:pt idx="5">
                  <c:v>5.6050000000000004</c:v>
                </c:pt>
                <c:pt idx="6">
                  <c:v>12.593</c:v>
                </c:pt>
                <c:pt idx="7">
                  <c:v>17.582000000000001</c:v>
                </c:pt>
                <c:pt idx="8">
                  <c:v>13.2</c:v>
                </c:pt>
                <c:pt idx="9">
                  <c:v>7.194</c:v>
                </c:pt>
                <c:pt idx="10">
                  <c:v>10.651</c:v>
                </c:pt>
                <c:pt idx="11">
                  <c:v>10.871</c:v>
                </c:pt>
                <c:pt idx="12">
                  <c:v>24.087</c:v>
                </c:pt>
                <c:pt idx="13">
                  <c:v>20.126999999999999</c:v>
                </c:pt>
                <c:pt idx="14">
                  <c:v>21.26</c:v>
                </c:pt>
                <c:pt idx="15">
                  <c:v>10.675000000000001</c:v>
                </c:pt>
                <c:pt idx="16">
                  <c:v>6.0819999999999999</c:v>
                </c:pt>
                <c:pt idx="17">
                  <c:v>2.3969999999999998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3.7999999999999999E-2</c:v>
                </c:pt>
                <c:pt idx="2">
                  <c:v>0.34599999999999997</c:v>
                </c:pt>
                <c:pt idx="3">
                  <c:v>0.432</c:v>
                </c:pt>
                <c:pt idx="4">
                  <c:v>2.327</c:v>
                </c:pt>
                <c:pt idx="5">
                  <c:v>28.791</c:v>
                </c:pt>
                <c:pt idx="6">
                  <c:v>4.3819999999999997</c:v>
                </c:pt>
                <c:pt idx="7">
                  <c:v>5.0599999999999996</c:v>
                </c:pt>
                <c:pt idx="8">
                  <c:v>9.1210000000000004</c:v>
                </c:pt>
                <c:pt idx="9">
                  <c:v>9.8650000000000002</c:v>
                </c:pt>
                <c:pt idx="10">
                  <c:v>6.7889999999999997</c:v>
                </c:pt>
                <c:pt idx="11">
                  <c:v>3.56</c:v>
                </c:pt>
                <c:pt idx="12">
                  <c:v>6.407</c:v>
                </c:pt>
                <c:pt idx="13">
                  <c:v>4.0389999999999997</c:v>
                </c:pt>
                <c:pt idx="14">
                  <c:v>4.0659999999999998</c:v>
                </c:pt>
                <c:pt idx="15">
                  <c:v>2.3660000000000001</c:v>
                </c:pt>
                <c:pt idx="16">
                  <c:v>0.498</c:v>
                </c:pt>
                <c:pt idx="17">
                  <c:v>4.2999999999999997E-2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0.10100000000000001</c:v>
                </c:pt>
                <c:pt idx="3">
                  <c:v>7.1999999999999995E-2</c:v>
                </c:pt>
                <c:pt idx="4">
                  <c:v>0.11799999999999999</c:v>
                </c:pt>
                <c:pt idx="5">
                  <c:v>0.45200000000000001</c:v>
                </c:pt>
                <c:pt idx="6">
                  <c:v>3.1379999999999999</c:v>
                </c:pt>
                <c:pt idx="7">
                  <c:v>3.8450000000000002</c:v>
                </c:pt>
                <c:pt idx="8">
                  <c:v>2.63</c:v>
                </c:pt>
                <c:pt idx="9">
                  <c:v>3.581</c:v>
                </c:pt>
                <c:pt idx="10">
                  <c:v>2.2770000000000001</c:v>
                </c:pt>
                <c:pt idx="11">
                  <c:v>3.0350000000000001</c:v>
                </c:pt>
                <c:pt idx="12">
                  <c:v>4.3620000000000001</c:v>
                </c:pt>
                <c:pt idx="13">
                  <c:v>6.1230000000000002</c:v>
                </c:pt>
                <c:pt idx="14">
                  <c:v>5.4939999999999998</c:v>
                </c:pt>
                <c:pt idx="15">
                  <c:v>2.306</c:v>
                </c:pt>
                <c:pt idx="16">
                  <c:v>0.30099999999999999</c:v>
                </c:pt>
                <c:pt idx="17">
                  <c:v>6.3E-2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0.34200000000000003</c:v>
                </c:pt>
                <c:pt idx="3">
                  <c:v>1.9790000000000001</c:v>
                </c:pt>
                <c:pt idx="4">
                  <c:v>4.0469999999999997</c:v>
                </c:pt>
                <c:pt idx="5">
                  <c:v>2.5270000000000001</c:v>
                </c:pt>
                <c:pt idx="6">
                  <c:v>3.8759999999999999</c:v>
                </c:pt>
                <c:pt idx="7">
                  <c:v>0.75900000000000001</c:v>
                </c:pt>
                <c:pt idx="8">
                  <c:v>2.0960000000000001</c:v>
                </c:pt>
                <c:pt idx="9">
                  <c:v>2.6160000000000001</c:v>
                </c:pt>
                <c:pt idx="10">
                  <c:v>0.74</c:v>
                </c:pt>
                <c:pt idx="11">
                  <c:v>0.47799999999999998</c:v>
                </c:pt>
                <c:pt idx="12">
                  <c:v>0.64400000000000002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0.14399999999999999</c:v>
                </c:pt>
                <c:pt idx="5">
                  <c:v>0.61799999999999999</c:v>
                </c:pt>
                <c:pt idx="6">
                  <c:v>1.3919999999999999</c:v>
                </c:pt>
                <c:pt idx="7">
                  <c:v>2.3130000000000002</c:v>
                </c:pt>
                <c:pt idx="8">
                  <c:v>1.827</c:v>
                </c:pt>
                <c:pt idx="9">
                  <c:v>0.55500000000000005</c:v>
                </c:pt>
                <c:pt idx="10">
                  <c:v>0.93400000000000005</c:v>
                </c:pt>
                <c:pt idx="11">
                  <c:v>0.86599999999999999</c:v>
                </c:pt>
                <c:pt idx="12">
                  <c:v>1.212</c:v>
                </c:pt>
                <c:pt idx="13">
                  <c:v>2.0760000000000001</c:v>
                </c:pt>
                <c:pt idx="14">
                  <c:v>0.69299999999999995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38000</c:v>
                </c:pt>
                <c:pt idx="2">
                  <c:v>346000</c:v>
                </c:pt>
                <c:pt idx="3">
                  <c:v>432000</c:v>
                </c:pt>
                <c:pt idx="4">
                  <c:v>2327000</c:v>
                </c:pt>
                <c:pt idx="5">
                  <c:v>28791000</c:v>
                </c:pt>
                <c:pt idx="6">
                  <c:v>4382000</c:v>
                </c:pt>
                <c:pt idx="7">
                  <c:v>5060000</c:v>
                </c:pt>
                <c:pt idx="8">
                  <c:v>9121000</c:v>
                </c:pt>
                <c:pt idx="9">
                  <c:v>9865000</c:v>
                </c:pt>
                <c:pt idx="10">
                  <c:v>6789000</c:v>
                </c:pt>
                <c:pt idx="11">
                  <c:v>3560000</c:v>
                </c:pt>
                <c:pt idx="12">
                  <c:v>6407000</c:v>
                </c:pt>
                <c:pt idx="13">
                  <c:v>4039000</c:v>
                </c:pt>
                <c:pt idx="14">
                  <c:v>4066000</c:v>
                </c:pt>
                <c:pt idx="15">
                  <c:v>2366000</c:v>
                </c:pt>
                <c:pt idx="16">
                  <c:v>498000</c:v>
                </c:pt>
                <c:pt idx="17">
                  <c:v>43000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45000</c:v>
                </c:pt>
                <c:pt idx="1">
                  <c:v>180000</c:v>
                </c:pt>
                <c:pt idx="2">
                  <c:v>0</c:v>
                </c:pt>
                <c:pt idx="3">
                  <c:v>258000</c:v>
                </c:pt>
                <c:pt idx="4">
                  <c:v>538000</c:v>
                </c:pt>
                <c:pt idx="5">
                  <c:v>5605000</c:v>
                </c:pt>
                <c:pt idx="6">
                  <c:v>12593000</c:v>
                </c:pt>
                <c:pt idx="7">
                  <c:v>17582000</c:v>
                </c:pt>
                <c:pt idx="8">
                  <c:v>13200000</c:v>
                </c:pt>
                <c:pt idx="9">
                  <c:v>7194000</c:v>
                </c:pt>
                <c:pt idx="10">
                  <c:v>10651000</c:v>
                </c:pt>
                <c:pt idx="11">
                  <c:v>10871000</c:v>
                </c:pt>
                <c:pt idx="12">
                  <c:v>24087000</c:v>
                </c:pt>
                <c:pt idx="13">
                  <c:v>20127000</c:v>
                </c:pt>
                <c:pt idx="14">
                  <c:v>21260000</c:v>
                </c:pt>
                <c:pt idx="15">
                  <c:v>10675000</c:v>
                </c:pt>
                <c:pt idx="16">
                  <c:v>6082000</c:v>
                </c:pt>
                <c:pt idx="17">
                  <c:v>2397000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101000</c:v>
                </c:pt>
                <c:pt idx="3">
                  <c:v>72000</c:v>
                </c:pt>
                <c:pt idx="4">
                  <c:v>118000</c:v>
                </c:pt>
                <c:pt idx="5">
                  <c:v>452000</c:v>
                </c:pt>
                <c:pt idx="6">
                  <c:v>3138000</c:v>
                </c:pt>
                <c:pt idx="7">
                  <c:v>3845000</c:v>
                </c:pt>
                <c:pt idx="8">
                  <c:v>2630000</c:v>
                </c:pt>
                <c:pt idx="9">
                  <c:v>3581000</c:v>
                </c:pt>
                <c:pt idx="10">
                  <c:v>2277000</c:v>
                </c:pt>
                <c:pt idx="11">
                  <c:v>3035000</c:v>
                </c:pt>
                <c:pt idx="12">
                  <c:v>4362000</c:v>
                </c:pt>
                <c:pt idx="13">
                  <c:v>6123000</c:v>
                </c:pt>
                <c:pt idx="14">
                  <c:v>5494000</c:v>
                </c:pt>
                <c:pt idx="15">
                  <c:v>2306000</c:v>
                </c:pt>
                <c:pt idx="16">
                  <c:v>301000</c:v>
                </c:pt>
                <c:pt idx="17">
                  <c:v>63000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342000</c:v>
                </c:pt>
                <c:pt idx="3">
                  <c:v>1979000</c:v>
                </c:pt>
                <c:pt idx="4">
                  <c:v>4047000</c:v>
                </c:pt>
                <c:pt idx="5">
                  <c:v>2527000</c:v>
                </c:pt>
                <c:pt idx="6">
                  <c:v>3876000</c:v>
                </c:pt>
                <c:pt idx="7">
                  <c:v>759000</c:v>
                </c:pt>
                <c:pt idx="8">
                  <c:v>2096000</c:v>
                </c:pt>
                <c:pt idx="9">
                  <c:v>2616000</c:v>
                </c:pt>
                <c:pt idx="10">
                  <c:v>740000</c:v>
                </c:pt>
                <c:pt idx="11">
                  <c:v>478000</c:v>
                </c:pt>
                <c:pt idx="12">
                  <c:v>644000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144000</c:v>
                </c:pt>
                <c:pt idx="5">
                  <c:v>618000</c:v>
                </c:pt>
                <c:pt idx="6">
                  <c:v>1392000</c:v>
                </c:pt>
                <c:pt idx="7">
                  <c:v>2313000</c:v>
                </c:pt>
                <c:pt idx="8">
                  <c:v>1827000</c:v>
                </c:pt>
                <c:pt idx="9">
                  <c:v>555000</c:v>
                </c:pt>
                <c:pt idx="10">
                  <c:v>934000</c:v>
                </c:pt>
                <c:pt idx="11">
                  <c:v>866000</c:v>
                </c:pt>
                <c:pt idx="12">
                  <c:v>1212000</c:v>
                </c:pt>
                <c:pt idx="13">
                  <c:v>2076000</c:v>
                </c:pt>
                <c:pt idx="14">
                  <c:v>693000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양식</c:v>
                </c:pt>
                <c:pt idx="7">
                  <c:v>옷감/직물</c:v>
                </c:pt>
                <c:pt idx="8">
                  <c:v>기념품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23.780999999999999</c:v>
                </c:pt>
                <c:pt idx="1">
                  <c:v>7.4359999999999999</c:v>
                </c:pt>
                <c:pt idx="2">
                  <c:v>5.4809999999999999</c:v>
                </c:pt>
                <c:pt idx="3">
                  <c:v>6.0519999999999996</c:v>
                </c:pt>
                <c:pt idx="4">
                  <c:v>2.2130000000000001</c:v>
                </c:pt>
                <c:pt idx="5">
                  <c:v>1.556</c:v>
                </c:pt>
                <c:pt idx="6">
                  <c:v>0.81200000000000006</c:v>
                </c:pt>
                <c:pt idx="7">
                  <c:v>0.314</c:v>
                </c:pt>
                <c:pt idx="8">
                  <c:v>0.26100000000000001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양식</c:v>
                </c:pt>
                <c:pt idx="7">
                  <c:v>옷감/직물</c:v>
                </c:pt>
                <c:pt idx="8">
                  <c:v>기념품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132.517</c:v>
                </c:pt>
                <c:pt idx="1">
                  <c:v>74.277000000000001</c:v>
                </c:pt>
                <c:pt idx="2">
                  <c:v>29.289000000000001</c:v>
                </c:pt>
                <c:pt idx="3">
                  <c:v>13.545</c:v>
                </c:pt>
                <c:pt idx="4">
                  <c:v>8.35</c:v>
                </c:pt>
                <c:pt idx="5">
                  <c:v>9.2059999999999995</c:v>
                </c:pt>
                <c:pt idx="6">
                  <c:v>6.7130000000000001</c:v>
                </c:pt>
                <c:pt idx="7">
                  <c:v>2.3180000000000001</c:v>
                </c:pt>
                <c:pt idx="8">
                  <c:v>0.36699999999999999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한식</c:v>
                </c:pt>
                <c:pt idx="1">
                  <c:v>음료</c:v>
                </c:pt>
                <c:pt idx="2">
                  <c:v>간이음식점</c:v>
                </c:pt>
                <c:pt idx="3">
                  <c:v>양약국</c:v>
                </c:pt>
                <c:pt idx="4">
                  <c:v>일식</c:v>
                </c:pt>
                <c:pt idx="5">
                  <c:v>종합의류</c:v>
                </c:pt>
                <c:pt idx="6">
                  <c:v>양식</c:v>
                </c:pt>
                <c:pt idx="7">
                  <c:v>옷감/직물</c:v>
                </c:pt>
                <c:pt idx="8">
                  <c:v>기념품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8.2970000000000006</c:v>
                </c:pt>
                <c:pt idx="1">
                  <c:v>6.4530000000000003</c:v>
                </c:pt>
                <c:pt idx="2">
                  <c:v>3.1230000000000002</c:v>
                </c:pt>
                <c:pt idx="3">
                  <c:v>0.50800000000000001</c:v>
                </c:pt>
                <c:pt idx="4">
                  <c:v>2.0670000000000002</c:v>
                </c:pt>
                <c:pt idx="5">
                  <c:v>0.29299999999999998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0C8-4559-AB96-67E224A46392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0C8-4559-AB96-67E224A46392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0C8-4559-AB96-67E224A46392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0C8-4559-AB96-67E224A46392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0C8-4559-AB96-67E224A46392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0C8-4559-AB96-67E224A46392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0C8-4559-AB96-67E224A46392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0C8-4559-AB96-67E224A46392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0C8-4559-AB96-67E224A46392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0C8-4559-AB96-67E224A46392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0C8-4559-AB96-67E224A46392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0C8-4559-AB96-67E224A46392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0C8-4559-AB96-67E224A46392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0C8-4559-AB96-67E224A46392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0C8-4559-AB96-67E224A46392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0C8-4559-AB96-67E224A46392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0C8-4559-AB96-67E224A46392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0C8-4559-AB96-67E224A46392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0C8-4559-AB96-67E224A46392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0C8-4559-AB96-67E224A46392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0C8-4559-AB96-67E224A46392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10C8-4559-AB96-67E224A46392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10C8-4559-AB96-67E224A46392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10C8-4559-AB96-67E224A46392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0C8-4559-AB96-67E224A46392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0C8-4559-AB96-67E224A46392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0C8-4559-AB96-67E224A46392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0C8-4559-AB96-67E224A46392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0C8-4559-AB96-67E224A46392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19.96</c:v>
                </c:pt>
                <c:pt idx="1">
                  <c:v>23.99</c:v>
                </c:pt>
                <c:pt idx="2">
                  <c:v>8.9600000000000009</c:v>
                </c:pt>
                <c:pt idx="3">
                  <c:v>14.33</c:v>
                </c:pt>
                <c:pt idx="4">
                  <c:v>7.79</c:v>
                </c:pt>
                <c:pt idx="5">
                  <c:v>9.89</c:v>
                </c:pt>
                <c:pt idx="6">
                  <c:v>19.649999999999999</c:v>
                </c:pt>
                <c:pt idx="7">
                  <c:v>34.549999999999997</c:v>
                </c:pt>
                <c:pt idx="8">
                  <c:v>22.02</c:v>
                </c:pt>
                <c:pt idx="9">
                  <c:v>13.49</c:v>
                </c:pt>
                <c:pt idx="10">
                  <c:v>11.35</c:v>
                </c:pt>
                <c:pt idx="11">
                  <c:v>11.49</c:v>
                </c:pt>
                <c:pt idx="12">
                  <c:v>42.07</c:v>
                </c:pt>
                <c:pt idx="13">
                  <c:v>23.77</c:v>
                </c:pt>
                <c:pt idx="14">
                  <c:v>30.24</c:v>
                </c:pt>
                <c:pt idx="15">
                  <c:v>11.72</c:v>
                </c:pt>
                <c:pt idx="16">
                  <c:v>5.83</c:v>
                </c:pt>
                <c:pt idx="17">
                  <c:v>23.58</c:v>
                </c:pt>
                <c:pt idx="18">
                  <c:v>35.26</c:v>
                </c:pt>
                <c:pt idx="19">
                  <c:v>23.85</c:v>
                </c:pt>
                <c:pt idx="20">
                  <c:v>16.84</c:v>
                </c:pt>
                <c:pt idx="21">
                  <c:v>22.83</c:v>
                </c:pt>
                <c:pt idx="22">
                  <c:v>16.36</c:v>
                </c:pt>
                <c:pt idx="23">
                  <c:v>6.66</c:v>
                </c:pt>
                <c:pt idx="24">
                  <c:v>6.43</c:v>
                </c:pt>
                <c:pt idx="25">
                  <c:v>10.130000000000001</c:v>
                </c:pt>
                <c:pt idx="26">
                  <c:v>9.56</c:v>
                </c:pt>
                <c:pt idx="27">
                  <c:v>12.31</c:v>
                </c:pt>
                <c:pt idx="28">
                  <c:v>28.74</c:v>
                </c:pt>
                <c:pt idx="29">
                  <c:v>20.99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10C8-4559-AB96-67E224A46392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10C8-4559-AB96-67E224A46392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10C8-4559-AB96-67E224A46392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10C8-4559-AB96-67E224A46392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10C8-4559-AB96-67E224A46392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10C8-4559-AB96-67E224A46392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10C8-4559-AB96-67E224A46392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10C8-4559-AB96-67E224A46392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10C8-4559-AB96-67E224A46392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10C8-4559-AB96-67E224A46392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10C8-4559-AB96-67E224A46392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10C8-4559-AB96-67E224A46392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10C8-4559-AB96-67E224A46392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10C8-4559-AB96-67E224A46392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10C8-4559-AB96-67E224A46392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10C8-4559-AB96-67E224A46392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10C8-4559-AB96-67E224A46392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10C8-4559-AB96-67E224A46392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10C8-4559-AB96-67E224A46392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10C8-4559-AB96-67E224A46392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10C8-4559-AB96-67E224A46392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10C8-4559-AB96-67E224A46392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10C8-4559-AB96-67E224A46392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10C8-4559-AB96-67E224A46392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10C8-4559-AB96-67E224A46392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10C8-4559-AB96-67E224A46392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10C8-4559-AB96-67E224A46392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10C8-4559-AB96-67E224A46392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10C8-4559-AB96-67E224A46392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1110</c:v>
                </c:pt>
                <c:pt idx="1">
                  <c:v>1135</c:v>
                </c:pt>
                <c:pt idx="2">
                  <c:v>396</c:v>
                </c:pt>
                <c:pt idx="3">
                  <c:v>549</c:v>
                </c:pt>
                <c:pt idx="4">
                  <c:v>373</c:v>
                </c:pt>
                <c:pt idx="5">
                  <c:v>480</c:v>
                </c:pt>
                <c:pt idx="6">
                  <c:v>586</c:v>
                </c:pt>
                <c:pt idx="7">
                  <c:v>1864</c:v>
                </c:pt>
                <c:pt idx="8">
                  <c:v>1113</c:v>
                </c:pt>
                <c:pt idx="9">
                  <c:v>628</c:v>
                </c:pt>
                <c:pt idx="10">
                  <c:v>453</c:v>
                </c:pt>
                <c:pt idx="11">
                  <c:v>671</c:v>
                </c:pt>
                <c:pt idx="12">
                  <c:v>726</c:v>
                </c:pt>
                <c:pt idx="13">
                  <c:v>1140</c:v>
                </c:pt>
                <c:pt idx="14">
                  <c:v>1401</c:v>
                </c:pt>
                <c:pt idx="15">
                  <c:v>539</c:v>
                </c:pt>
                <c:pt idx="16">
                  <c:v>256</c:v>
                </c:pt>
                <c:pt idx="17">
                  <c:v>933</c:v>
                </c:pt>
                <c:pt idx="18">
                  <c:v>1594</c:v>
                </c:pt>
                <c:pt idx="19">
                  <c:v>1230</c:v>
                </c:pt>
                <c:pt idx="20">
                  <c:v>671</c:v>
                </c:pt>
                <c:pt idx="21">
                  <c:v>1060</c:v>
                </c:pt>
                <c:pt idx="22">
                  <c:v>852</c:v>
                </c:pt>
                <c:pt idx="23">
                  <c:v>272</c:v>
                </c:pt>
                <c:pt idx="24">
                  <c:v>357</c:v>
                </c:pt>
                <c:pt idx="25">
                  <c:v>443</c:v>
                </c:pt>
                <c:pt idx="26">
                  <c:v>522</c:v>
                </c:pt>
                <c:pt idx="27">
                  <c:v>550</c:v>
                </c:pt>
                <c:pt idx="28">
                  <c:v>1119</c:v>
                </c:pt>
                <c:pt idx="29">
                  <c:v>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간이음식점</cx:pt>
          <cx:pt idx="3">양약국</cx:pt>
          <cx:pt idx="4">일식</cx:pt>
          <cx:pt idx="5">종합의류</cx:pt>
          <cx:pt idx="6">양식</cx:pt>
          <cx:pt idx="7">옷감/직물</cx:pt>
          <cx:pt idx="8">기념품</cx:pt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157.69999999999999</cx:pt>
          <cx:pt idx="1">86.799999999999997</cx:pt>
          <cx:pt idx="2">36.399999999999999</cx:pt>
          <cx:pt idx="3">19.399999999999999</cx:pt>
          <cx:pt idx="4">12.199999999999999</cx:pt>
          <cx:pt idx="5">11</cx:pt>
          <cx:pt idx="6">7.4000000000000004</cx:pt>
          <cx:pt idx="7">2.6000000000000001</cx:pt>
          <cx:pt idx="8">0.59999999999999998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간이음식점</cx:pt>
          <cx:pt idx="2">음료</cx:pt>
          <cx:pt idx="3">양약국</cx:pt>
          <cx:pt idx="4">일식</cx:pt>
          <cx:pt idx="5">양식</cx:pt>
          <cx:pt idx="6">종합의류</cx:pt>
          <cx:pt idx="7">기념품</cx:pt>
          <cx:pt idx="8">옷감/직물</cx:pt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6.9000000000000004</cx:pt>
          <cx:pt idx="1">1.5</cx:pt>
          <cx:pt idx="2">1.3999999999999999</cx:pt>
          <cx:pt idx="3">0.80000000000000004</cx:pt>
          <cx:pt idx="4">0.5</cx:pt>
          <cx:pt idx="5">0.10000000000000001</cx:pt>
          <cx:pt idx="6">0.10000000000000001</cx:pt>
          <cx:pt idx="7">0</cx:pt>
          <cx:pt idx="8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443,186명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2192.9%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(33,270명)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7.5%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(1,521명)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47.7%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29.4%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9.8%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91,399명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19,329명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78.9%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443,186명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384.9%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398백만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383백만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3.7%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13.2%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443,186명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2192.9%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(33,270명)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7.5%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1,521명)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6.8%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49,147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3122.2%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1631.5%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5.8%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(1221.4%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(4761.0%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7.5%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30일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27,699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26,823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60.5%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29,159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39.5%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6.6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7.4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216,038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2117.6%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206,955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2386.2%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20,193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1496.3%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77.8%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394,041명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1970.4%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49,147명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16227.9%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183,668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26,238명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443,186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27,699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184,573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26,368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공방거리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345백만원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(15,131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779원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163,345,000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(4,021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88,130,000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(6,319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종합의류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55,214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(196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(53.1%)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(17.2%)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(12.6%)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(41.7%)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(34.7%)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간이음식점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(9.2%)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29.4%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(7.6%)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(29.3%)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(28.9%)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(9.2%)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(4.8%)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20시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10시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17,214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24,285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(2,783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(960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(11,389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(61.3%)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(13.4%)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22,868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21,461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14,604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525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(47.2%)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(26.0%)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(10.9%)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334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18447244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0681385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14,937,429원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661건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22,588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21,577,188원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946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22,816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13,546,000원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589건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23,015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0.00188개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0.00043개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0.00126개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0.00144개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77개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0.00278개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0.00014개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6,037개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0.21795개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257개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0.00928개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147개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0.00531개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0.00119개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560.7%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0.0109개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교동공영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(725대)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0.00164대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698.4%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0.0798대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2273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2025-11-04T03:34:57Z</dcterms:modified>
</cp:coreProperties>
</file>