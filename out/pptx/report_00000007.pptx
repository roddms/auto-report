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104.5535</c:v>
                </c:pt>
                <c:pt idx="1">
                  <c:v>157.4478</c:v>
                </c:pt>
                <c:pt idx="2">
                  <c:v>144.41929999999999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50.59</c:v>
                </c:pt>
                <c:pt idx="2">
                  <c:v>-8.27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229.626</c:v>
                </c:pt>
                <c:pt idx="1">
                  <c:v>429.31799999999998</c:v>
                </c:pt>
                <c:pt idx="2">
                  <c:v>515.79399999999998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86.96</c:v>
                </c:pt>
                <c:pt idx="2">
                  <c:v>20.14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B48-4A47-A047-1D40453DB975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21.136900000000001</c:v>
                </c:pt>
                <c:pt idx="1">
                  <c:v>31.311499999999999</c:v>
                </c:pt>
                <c:pt idx="2">
                  <c:v>31.0137</c:v>
                </c:pt>
                <c:pt idx="3">
                  <c:v>33.492800000000003</c:v>
                </c:pt>
                <c:pt idx="4">
                  <c:v>20.789200000000001</c:v>
                </c:pt>
                <c:pt idx="5">
                  <c:v>6.6745999999999999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3965.625</c:v>
                </c:pt>
                <c:pt idx="1">
                  <c:v>3827.375</c:v>
                </c:pt>
                <c:pt idx="2">
                  <c:v>3640.5625</c:v>
                </c:pt>
                <c:pt idx="3">
                  <c:v>3443.625</c:v>
                </c:pt>
                <c:pt idx="4">
                  <c:v>3296.5</c:v>
                </c:pt>
                <c:pt idx="5">
                  <c:v>3274.1875</c:v>
                </c:pt>
                <c:pt idx="6">
                  <c:v>3324.3125</c:v>
                </c:pt>
                <c:pt idx="7">
                  <c:v>3292</c:v>
                </c:pt>
                <c:pt idx="8">
                  <c:v>3258.4375</c:v>
                </c:pt>
                <c:pt idx="9">
                  <c:v>3259.5625</c:v>
                </c:pt>
                <c:pt idx="10">
                  <c:v>3399.8125</c:v>
                </c:pt>
                <c:pt idx="11">
                  <c:v>3631.125</c:v>
                </c:pt>
                <c:pt idx="12">
                  <c:v>3932.9375</c:v>
                </c:pt>
                <c:pt idx="13">
                  <c:v>4079.9375</c:v>
                </c:pt>
                <c:pt idx="14">
                  <c:v>4159.0625</c:v>
                </c:pt>
                <c:pt idx="15">
                  <c:v>4186.4375</c:v>
                </c:pt>
                <c:pt idx="16">
                  <c:v>4194.375</c:v>
                </c:pt>
                <c:pt idx="17">
                  <c:v>3934.75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9.3437999999999999</c:v>
                </c:pt>
                <c:pt idx="1">
                  <c:v>10.0631</c:v>
                </c:pt>
                <c:pt idx="2">
                  <c:v>8.5295000000000005</c:v>
                </c:pt>
                <c:pt idx="3">
                  <c:v>8.3520000000000003</c:v>
                </c:pt>
                <c:pt idx="4">
                  <c:v>8.4490999999999996</c:v>
                </c:pt>
                <c:pt idx="5">
                  <c:v>8.7446000000000002</c:v>
                </c:pt>
                <c:pt idx="6">
                  <c:v>9.5033999999999992</c:v>
                </c:pt>
                <c:pt idx="7">
                  <c:v>8.9864999999999995</c:v>
                </c:pt>
                <c:pt idx="8">
                  <c:v>8.5466999999999995</c:v>
                </c:pt>
                <c:pt idx="9">
                  <c:v>8.016</c:v>
                </c:pt>
                <c:pt idx="10">
                  <c:v>8.6097999999999999</c:v>
                </c:pt>
                <c:pt idx="11">
                  <c:v>8.9954999999999998</c:v>
                </c:pt>
                <c:pt idx="12">
                  <c:v>9.5571000000000002</c:v>
                </c:pt>
                <c:pt idx="13">
                  <c:v>8.9227000000000007</c:v>
                </c:pt>
                <c:pt idx="14">
                  <c:v>9.7493999999999996</c:v>
                </c:pt>
                <c:pt idx="15">
                  <c:v>10.0501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F38FA826-7D2C-4B80-83B9-5CF0F83C240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94BA5F6-DCFB-4A34-BE5F-166FBB58019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67.481999999999999</c:v>
                </c:pt>
                <c:pt idx="1">
                  <c:v>76.937299999999993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BD095C6-7435-4A0E-BA95-87DCCBF5993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790A7E4-A9E5-4CBE-8771-BE70264EC7C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141.3588</c:v>
                </c:pt>
                <c:pt idx="1">
                  <c:v>3.0608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4FB5AB1-6700-4597-8E91-E355189243B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BDB3A51-1BD7-4AF9-8DF1-3F477E9821B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3EE2C4B-7E1E-43F5-9F68-393C1F0BD99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97.583299999999994</c:v>
                </c:pt>
                <c:pt idx="1">
                  <c:v>6.8502000000000001</c:v>
                </c:pt>
                <c:pt idx="2">
                  <c:v>39.985599999999998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674820</c:v>
                </c:pt>
                <c:pt idx="1">
                  <c:v>769373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64F-49DB-9084-2F7914DB3719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211369</c:v>
                </c:pt>
                <c:pt idx="1">
                  <c:v>313115</c:v>
                </c:pt>
                <c:pt idx="2">
                  <c:v>310137</c:v>
                </c:pt>
                <c:pt idx="3">
                  <c:v>334928</c:v>
                </c:pt>
                <c:pt idx="4">
                  <c:v>207892</c:v>
                </c:pt>
                <c:pt idx="5">
                  <c:v>66746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-10.52</c:v>
                </c:pt>
                <c:pt idx="1">
                  <c:v>-0.01</c:v>
                </c:pt>
                <c:pt idx="2">
                  <c:v>-24.2</c:v>
                </c:pt>
                <c:pt idx="3">
                  <c:v>-4.68</c:v>
                </c:pt>
                <c:pt idx="4">
                  <c:v>3.95</c:v>
                </c:pt>
                <c:pt idx="5">
                  <c:v>3.32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9.3437999999999999</c:v>
                </c:pt>
                <c:pt idx="1">
                  <c:v>10.0631</c:v>
                </c:pt>
                <c:pt idx="2">
                  <c:v>8.5295000000000005</c:v>
                </c:pt>
                <c:pt idx="3">
                  <c:v>8.3520000000000003</c:v>
                </c:pt>
                <c:pt idx="4">
                  <c:v>8.4490999999999996</c:v>
                </c:pt>
                <c:pt idx="5">
                  <c:v>8.7446000000000002</c:v>
                </c:pt>
                <c:pt idx="6">
                  <c:v>9.5033999999999992</c:v>
                </c:pt>
                <c:pt idx="7">
                  <c:v>8.9864999999999995</c:v>
                </c:pt>
                <c:pt idx="8">
                  <c:v>8.5466999999999995</c:v>
                </c:pt>
                <c:pt idx="9">
                  <c:v>8.016</c:v>
                </c:pt>
                <c:pt idx="10">
                  <c:v>8.6097999999999999</c:v>
                </c:pt>
                <c:pt idx="11">
                  <c:v>8.9954999999999998</c:v>
                </c:pt>
                <c:pt idx="12">
                  <c:v>9.5571000000000002</c:v>
                </c:pt>
                <c:pt idx="13">
                  <c:v>8.9227000000000007</c:v>
                </c:pt>
                <c:pt idx="14">
                  <c:v>9.7493999999999996</c:v>
                </c:pt>
                <c:pt idx="15">
                  <c:v>10.0501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0.39195999999999998</c:v>
                </c:pt>
                <c:pt idx="1">
                  <c:v>0.37230000000000002</c:v>
                </c:pt>
                <c:pt idx="2">
                  <c:v>0.34515000000000001</c:v>
                </c:pt>
                <c:pt idx="3">
                  <c:v>0.32190000000000002</c:v>
                </c:pt>
                <c:pt idx="4">
                  <c:v>0.30708000000000002</c:v>
                </c:pt>
                <c:pt idx="5">
                  <c:v>0.30751000000000001</c:v>
                </c:pt>
                <c:pt idx="6">
                  <c:v>0.31151000000000001</c:v>
                </c:pt>
                <c:pt idx="7">
                  <c:v>0.30911</c:v>
                </c:pt>
                <c:pt idx="8">
                  <c:v>0.30559999999999998</c:v>
                </c:pt>
                <c:pt idx="9">
                  <c:v>0.30464000000000002</c:v>
                </c:pt>
                <c:pt idx="10">
                  <c:v>0.32129000000000002</c:v>
                </c:pt>
                <c:pt idx="11">
                  <c:v>0.34626000000000001</c:v>
                </c:pt>
                <c:pt idx="12">
                  <c:v>0.37991999999999998</c:v>
                </c:pt>
                <c:pt idx="13">
                  <c:v>0.40017000000000003</c:v>
                </c:pt>
                <c:pt idx="14">
                  <c:v>0.41281000000000001</c:v>
                </c:pt>
                <c:pt idx="15">
                  <c:v>0.41774</c:v>
                </c:pt>
                <c:pt idx="16">
                  <c:v>0.41899999999999998</c:v>
                </c:pt>
                <c:pt idx="17">
                  <c:v>0.39238000000000001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0.40423333333333333</c:v>
                </c:pt>
                <c:pt idx="1">
                  <c:v>0.40013333333333334</c:v>
                </c:pt>
                <c:pt idx="2">
                  <c:v>0.39556666666666668</c:v>
                </c:pt>
                <c:pt idx="3">
                  <c:v>0.38179999999999997</c:v>
                </c:pt>
                <c:pt idx="4">
                  <c:v>0.36726666666666669</c:v>
                </c:pt>
                <c:pt idx="5">
                  <c:v>0.36059999999999998</c:v>
                </c:pt>
                <c:pt idx="6">
                  <c:v>0.36730000000000002</c:v>
                </c:pt>
                <c:pt idx="7">
                  <c:v>0.36268333333333336</c:v>
                </c:pt>
                <c:pt idx="8">
                  <c:v>0.35958333333333331</c:v>
                </c:pt>
                <c:pt idx="9">
                  <c:v>0.36148333333333332</c:v>
                </c:pt>
                <c:pt idx="10">
                  <c:v>0.37113333333333332</c:v>
                </c:pt>
                <c:pt idx="11">
                  <c:v>0.39119999999999999</c:v>
                </c:pt>
                <c:pt idx="12">
                  <c:v>0.41558333333333336</c:v>
                </c:pt>
                <c:pt idx="13">
                  <c:v>0.42103333333333332</c:v>
                </c:pt>
                <c:pt idx="14">
                  <c:v>0.42106666666666664</c:v>
                </c:pt>
                <c:pt idx="15">
                  <c:v>0.42015000000000002</c:v>
                </c:pt>
                <c:pt idx="16">
                  <c:v>0.42016666666666669</c:v>
                </c:pt>
                <c:pt idx="17">
                  <c:v>0.39529999999999998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6.23156</c:v>
                </c:pt>
                <c:pt idx="1">
                  <c:v>11.810739999999999</c:v>
                </c:pt>
                <c:pt idx="2">
                  <c:v>9.7583300000000008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0.54276000000000002</c:v>
                </c:pt>
                <c:pt idx="1">
                  <c:v>0.54056000000000004</c:v>
                </c:pt>
                <c:pt idx="2">
                  <c:v>0.68501999999999996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3.6810399999999999</c:v>
                </c:pt>
                <c:pt idx="1">
                  <c:v>3.3934899999999999</c:v>
                </c:pt>
                <c:pt idx="2">
                  <c:v>3.9985599999999999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0.31540000000000001</c:v>
                </c:pt>
                <c:pt idx="1">
                  <c:v>0.22692000000000001</c:v>
                </c:pt>
                <c:pt idx="2">
                  <c:v>0.30608000000000002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10.14</c:v>
                </c:pt>
                <c:pt idx="1">
                  <c:v>15.517910000000001</c:v>
                </c:pt>
                <c:pt idx="2">
                  <c:v>14.13588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2865-4179-A762-044CCCDB557B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2865-4179-A762-044CCCDB557B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2865-4179-A762-044CCCDB557B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2865-4179-A762-044CCCDB557B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2865-4179-A762-044CCCDB557B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2865-4179-A762-044CCCDB557B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93427</c:v>
                </c:pt>
                <c:pt idx="1">
                  <c:v>97057</c:v>
                </c:pt>
                <c:pt idx="2">
                  <c:v>83350</c:v>
                </c:pt>
                <c:pt idx="3">
                  <c:v>83411</c:v>
                </c:pt>
                <c:pt idx="4">
                  <c:v>84354</c:v>
                </c:pt>
                <c:pt idx="5">
                  <c:v>82630</c:v>
                </c:pt>
                <c:pt idx="6">
                  <c:v>85852</c:v>
                </c:pt>
                <c:pt idx="7">
                  <c:v>93438</c:v>
                </c:pt>
                <c:pt idx="8">
                  <c:v>100631</c:v>
                </c:pt>
                <c:pt idx="9">
                  <c:v>85295</c:v>
                </c:pt>
                <c:pt idx="10">
                  <c:v>83520</c:v>
                </c:pt>
                <c:pt idx="11">
                  <c:v>84491</c:v>
                </c:pt>
                <c:pt idx="12">
                  <c:v>87446</c:v>
                </c:pt>
                <c:pt idx="13">
                  <c:v>95034</c:v>
                </c:pt>
                <c:pt idx="14">
                  <c:v>89865</c:v>
                </c:pt>
                <c:pt idx="15">
                  <c:v>85467</c:v>
                </c:pt>
                <c:pt idx="16">
                  <c:v>80160</c:v>
                </c:pt>
                <c:pt idx="17">
                  <c:v>86098</c:v>
                </c:pt>
                <c:pt idx="18">
                  <c:v>89955</c:v>
                </c:pt>
                <c:pt idx="19">
                  <c:v>95571</c:v>
                </c:pt>
                <c:pt idx="20">
                  <c:v>89227</c:v>
                </c:pt>
                <c:pt idx="21">
                  <c:v>97494</c:v>
                </c:pt>
                <c:pt idx="22">
                  <c:v>100501</c:v>
                </c:pt>
                <c:pt idx="23">
                  <c:v>84211</c:v>
                </c:pt>
                <c:pt idx="24">
                  <c:v>83864</c:v>
                </c:pt>
                <c:pt idx="25">
                  <c:v>85014</c:v>
                </c:pt>
                <c:pt idx="26">
                  <c:v>83871</c:v>
                </c:pt>
                <c:pt idx="27">
                  <c:v>85942</c:v>
                </c:pt>
                <c:pt idx="28">
                  <c:v>96537</c:v>
                </c:pt>
                <c:pt idx="29">
                  <c:v>97616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27BFEB2-DEF1-4637-8E8C-F71DA7ADF1A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323.85599999999999</c:v>
                </c:pt>
                <c:pt idx="1">
                  <c:v>191.93799999999999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40대</c:v>
                </c:pt>
                <c:pt idx="1">
                  <c:v>50대</c:v>
                </c:pt>
                <c:pt idx="2">
                  <c:v>30대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140.56399999999999</c:v>
                </c:pt>
                <c:pt idx="1">
                  <c:v>135.42500000000001</c:v>
                </c:pt>
                <c:pt idx="2">
                  <c:v>124.145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100.084</c:v>
                </c:pt>
                <c:pt idx="1">
                  <c:v>390.31200000000001</c:v>
                </c:pt>
                <c:pt idx="2">
                  <c:v>25.399000000000001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Sheet1!$A$2:$A$4</c:f>
              <c:strCache>
                <c:ptCount val="3"/>
                <c:pt idx="0">
                  <c:v>한식</c:v>
                </c:pt>
                <c:pt idx="1">
                  <c:v>일식</c:v>
                </c:pt>
                <c:pt idx="2">
                  <c:v>주점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466.34399999999999</c:v>
                </c:pt>
                <c:pt idx="1">
                  <c:v>26.183</c:v>
                </c:pt>
                <c:pt idx="2">
                  <c:v>23.266999999999999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45.640999999999998</c:v>
                </c:pt>
                <c:pt idx="1">
                  <c:v>33.825000000000003</c:v>
                </c:pt>
                <c:pt idx="2">
                  <c:v>29.920999999999999</c:v>
                </c:pt>
                <c:pt idx="3">
                  <c:v>29.294</c:v>
                </c:pt>
                <c:pt idx="4">
                  <c:v>27.449000000000002</c:v>
                </c:pt>
                <c:pt idx="5">
                  <c:v>32.338000000000001</c:v>
                </c:pt>
                <c:pt idx="6">
                  <c:v>35.420999999999999</c:v>
                </c:pt>
                <c:pt idx="7">
                  <c:v>42.604999999999997</c:v>
                </c:pt>
                <c:pt idx="8">
                  <c:v>24.545000000000002</c:v>
                </c:pt>
                <c:pt idx="9">
                  <c:v>19.184000000000001</c:v>
                </c:pt>
                <c:pt idx="10">
                  <c:v>26.158999999999999</c:v>
                </c:pt>
                <c:pt idx="11">
                  <c:v>39.875</c:v>
                </c:pt>
                <c:pt idx="12">
                  <c:v>31.247</c:v>
                </c:pt>
                <c:pt idx="13">
                  <c:v>25.934000000000001</c:v>
                </c:pt>
                <c:pt idx="14">
                  <c:v>40.097000000000001</c:v>
                </c:pt>
                <c:pt idx="15">
                  <c:v>32.259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한식</c:v>
                </c:pt>
                <c:pt idx="1">
                  <c:v>일식</c:v>
                </c:pt>
                <c:pt idx="2">
                  <c:v>주점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466.34399999999999</c:v>
                </c:pt>
                <c:pt idx="1">
                  <c:v>26.183</c:v>
                </c:pt>
                <c:pt idx="2">
                  <c:v>23.266999999999999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한식</c:v>
                </c:pt>
                <c:pt idx="1">
                  <c:v>일식</c:v>
                </c:pt>
                <c:pt idx="2">
                  <c:v>주점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8609</c:v>
                </c:pt>
                <c:pt idx="1">
                  <c:v>576</c:v>
                </c:pt>
                <c:pt idx="2">
                  <c:v>437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Sheet1!$A$2:$A$4</c:f>
              <c:strCache>
                <c:ptCount val="3"/>
                <c:pt idx="0">
                  <c:v>한식</c:v>
                </c:pt>
                <c:pt idx="1">
                  <c:v>주점</c:v>
                </c:pt>
                <c:pt idx="2">
                  <c:v>일식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5.4169357648972003</c:v>
                </c:pt>
                <c:pt idx="1">
                  <c:v>5.3242562929061785</c:v>
                </c:pt>
                <c:pt idx="2">
                  <c:v>4.5456597222222221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한식</c:v>
                </c:pt>
                <c:pt idx="1">
                  <c:v>일식</c:v>
                </c:pt>
                <c:pt idx="2">
                  <c:v>주점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289.59300000000002</c:v>
                </c:pt>
                <c:pt idx="1">
                  <c:v>19.334</c:v>
                </c:pt>
                <c:pt idx="2">
                  <c:v>14.929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한식</c:v>
                </c:pt>
                <c:pt idx="1">
                  <c:v>일식</c:v>
                </c:pt>
                <c:pt idx="2">
                  <c:v>주점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176.751</c:v>
                </c:pt>
                <c:pt idx="1">
                  <c:v>6.8470000000000004</c:v>
                </c:pt>
                <c:pt idx="2">
                  <c:v>8.34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0.13400000000000001</c:v>
                </c:pt>
                <c:pt idx="3">
                  <c:v>0.89500000000000002</c:v>
                </c:pt>
                <c:pt idx="4">
                  <c:v>2.9060000000000001</c:v>
                </c:pt>
                <c:pt idx="5">
                  <c:v>11.723000000000001</c:v>
                </c:pt>
                <c:pt idx="6">
                  <c:v>28.856999999999999</c:v>
                </c:pt>
                <c:pt idx="7">
                  <c:v>46.228999999999999</c:v>
                </c:pt>
                <c:pt idx="8">
                  <c:v>30.882000000000001</c:v>
                </c:pt>
                <c:pt idx="9">
                  <c:v>18.341999999999999</c:v>
                </c:pt>
                <c:pt idx="10">
                  <c:v>19.838999999999999</c:v>
                </c:pt>
                <c:pt idx="11">
                  <c:v>23.908999999999999</c:v>
                </c:pt>
                <c:pt idx="12">
                  <c:v>60.509</c:v>
                </c:pt>
                <c:pt idx="13">
                  <c:v>88.635999999999996</c:v>
                </c:pt>
                <c:pt idx="14">
                  <c:v>67.962999999999994</c:v>
                </c:pt>
                <c:pt idx="15">
                  <c:v>41.283000000000001</c:v>
                </c:pt>
                <c:pt idx="16">
                  <c:v>12.021000000000001</c:v>
                </c:pt>
                <c:pt idx="17">
                  <c:v>7.17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0.21299999999999999</c:v>
                </c:pt>
                <c:pt idx="11">
                  <c:v>0.56799999999999995</c:v>
                </c:pt>
                <c:pt idx="12">
                  <c:v>1.736</c:v>
                </c:pt>
                <c:pt idx="13">
                  <c:v>2.81</c:v>
                </c:pt>
                <c:pt idx="14">
                  <c:v>3.2570000000000001</c:v>
                </c:pt>
                <c:pt idx="15">
                  <c:v>5.1619999999999999</c:v>
                </c:pt>
                <c:pt idx="16">
                  <c:v>3.4209999999999998</c:v>
                </c:pt>
                <c:pt idx="17">
                  <c:v>4.0599999999999996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0.22900000000000001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0.81499999999999995</c:v>
                </c:pt>
                <c:pt idx="11">
                  <c:v>0.48199999999999998</c:v>
                </c:pt>
                <c:pt idx="12">
                  <c:v>0.29799999999999999</c:v>
                </c:pt>
                <c:pt idx="13">
                  <c:v>3.45</c:v>
                </c:pt>
                <c:pt idx="14">
                  <c:v>3.7130000000000001</c:v>
                </c:pt>
                <c:pt idx="15">
                  <c:v>4.32</c:v>
                </c:pt>
                <c:pt idx="16">
                  <c:v>3.3210000000000002</c:v>
                </c:pt>
                <c:pt idx="17">
                  <c:v>3.8860000000000001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134000</c:v>
                </c:pt>
                <c:pt idx="3">
                  <c:v>895000</c:v>
                </c:pt>
                <c:pt idx="4">
                  <c:v>2906000</c:v>
                </c:pt>
                <c:pt idx="5">
                  <c:v>11723000</c:v>
                </c:pt>
                <c:pt idx="6">
                  <c:v>28857000</c:v>
                </c:pt>
                <c:pt idx="7">
                  <c:v>46229000</c:v>
                </c:pt>
                <c:pt idx="8">
                  <c:v>30882000</c:v>
                </c:pt>
                <c:pt idx="9">
                  <c:v>18342000</c:v>
                </c:pt>
                <c:pt idx="10">
                  <c:v>19839000</c:v>
                </c:pt>
                <c:pt idx="11">
                  <c:v>23909000</c:v>
                </c:pt>
                <c:pt idx="12">
                  <c:v>60509000</c:v>
                </c:pt>
                <c:pt idx="13">
                  <c:v>88636000</c:v>
                </c:pt>
                <c:pt idx="14">
                  <c:v>67963000</c:v>
                </c:pt>
                <c:pt idx="15">
                  <c:v>41283000</c:v>
                </c:pt>
                <c:pt idx="16">
                  <c:v>12021000</c:v>
                </c:pt>
                <c:pt idx="17">
                  <c:v>7170000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213000</c:v>
                </c:pt>
                <c:pt idx="11">
                  <c:v>568000</c:v>
                </c:pt>
                <c:pt idx="12">
                  <c:v>1736000</c:v>
                </c:pt>
                <c:pt idx="13">
                  <c:v>2810000</c:v>
                </c:pt>
                <c:pt idx="14">
                  <c:v>3257000</c:v>
                </c:pt>
                <c:pt idx="15">
                  <c:v>5162000</c:v>
                </c:pt>
                <c:pt idx="16">
                  <c:v>3421000</c:v>
                </c:pt>
                <c:pt idx="17">
                  <c:v>4060000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229000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815000</c:v>
                </c:pt>
                <c:pt idx="11">
                  <c:v>482000</c:v>
                </c:pt>
                <c:pt idx="12">
                  <c:v>298000</c:v>
                </c:pt>
                <c:pt idx="13">
                  <c:v>3450000</c:v>
                </c:pt>
                <c:pt idx="14">
                  <c:v>3713000</c:v>
                </c:pt>
                <c:pt idx="15">
                  <c:v>4320000</c:v>
                </c:pt>
                <c:pt idx="16">
                  <c:v>3321000</c:v>
                </c:pt>
                <c:pt idx="17">
                  <c:v>3886000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한식</c:v>
                </c:pt>
                <c:pt idx="1">
                  <c:v>일식</c:v>
                </c:pt>
                <c:pt idx="2">
                  <c:v>주점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93.400999999999996</c:v>
                </c:pt>
                <c:pt idx="1">
                  <c:v>3.0939999999999999</c:v>
                </c:pt>
                <c:pt idx="2">
                  <c:v>3.589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한식</c:v>
                </c:pt>
                <c:pt idx="1">
                  <c:v>일식</c:v>
                </c:pt>
                <c:pt idx="2">
                  <c:v>주점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348.524</c:v>
                </c:pt>
                <c:pt idx="1">
                  <c:v>22.698</c:v>
                </c:pt>
                <c:pt idx="2">
                  <c:v>19.09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한식</c:v>
                </c:pt>
                <c:pt idx="1">
                  <c:v>일식</c:v>
                </c:pt>
                <c:pt idx="2">
                  <c:v>주점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24.42</c:v>
                </c:pt>
                <c:pt idx="1">
                  <c:v>0.39100000000000001</c:v>
                </c:pt>
                <c:pt idx="2">
                  <c:v>0.58799999999999997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6C4-429E-8D17-0F30D13AF9A0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6C4-429E-8D17-0F30D13AF9A0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6C4-429E-8D17-0F30D13AF9A0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6C4-429E-8D17-0F30D13AF9A0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6C4-429E-8D17-0F30D13AF9A0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6C4-429E-8D17-0F30D13AF9A0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6C4-429E-8D17-0F30D13AF9A0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6C4-429E-8D17-0F30D13AF9A0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6C4-429E-8D17-0F30D13AF9A0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6C4-429E-8D17-0F30D13AF9A0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6C4-429E-8D17-0F30D13AF9A0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6C4-429E-8D17-0F30D13AF9A0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6C4-429E-8D17-0F30D13AF9A0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6C4-429E-8D17-0F30D13AF9A0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6C4-429E-8D17-0F30D13AF9A0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6C4-429E-8D17-0F30D13AF9A0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6C4-429E-8D17-0F30D13AF9A0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6C4-429E-8D17-0F30D13AF9A0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6C4-429E-8D17-0F30D13AF9A0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6C4-429E-8D17-0F30D13AF9A0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6C4-429E-8D17-0F30D13AF9A0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6C4-429E-8D17-0F30D13AF9A0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6C4-429E-8D17-0F30D13AF9A0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F6C4-429E-8D17-0F30D13AF9A0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F6C4-429E-8D17-0F30D13AF9A0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F6C4-429E-8D17-0F30D13AF9A0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F6C4-429E-8D17-0F30D13AF9A0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F6C4-429E-8D17-0F30D13AF9A0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F6C4-429E-8D17-0F30D13AF9A0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60.92</c:v>
                </c:pt>
                <c:pt idx="1">
                  <c:v>29.29</c:v>
                </c:pt>
                <c:pt idx="2">
                  <c:v>17.47</c:v>
                </c:pt>
                <c:pt idx="3">
                  <c:v>19.11</c:v>
                </c:pt>
                <c:pt idx="4">
                  <c:v>21.43</c:v>
                </c:pt>
                <c:pt idx="5">
                  <c:v>24.25</c:v>
                </c:pt>
                <c:pt idx="6">
                  <c:v>39.85</c:v>
                </c:pt>
                <c:pt idx="7">
                  <c:v>45.64</c:v>
                </c:pt>
                <c:pt idx="8">
                  <c:v>33.83</c:v>
                </c:pt>
                <c:pt idx="9">
                  <c:v>29.92</c:v>
                </c:pt>
                <c:pt idx="10">
                  <c:v>29.29</c:v>
                </c:pt>
                <c:pt idx="11">
                  <c:v>27.45</c:v>
                </c:pt>
                <c:pt idx="12">
                  <c:v>32.340000000000003</c:v>
                </c:pt>
                <c:pt idx="13">
                  <c:v>35.42</c:v>
                </c:pt>
                <c:pt idx="14">
                  <c:v>42.61</c:v>
                </c:pt>
                <c:pt idx="15">
                  <c:v>24.55</c:v>
                </c:pt>
                <c:pt idx="16">
                  <c:v>19.18</c:v>
                </c:pt>
                <c:pt idx="17">
                  <c:v>26.16</c:v>
                </c:pt>
                <c:pt idx="18">
                  <c:v>39.880000000000003</c:v>
                </c:pt>
                <c:pt idx="19">
                  <c:v>31.25</c:v>
                </c:pt>
                <c:pt idx="20">
                  <c:v>25.93</c:v>
                </c:pt>
                <c:pt idx="21">
                  <c:v>40.1</c:v>
                </c:pt>
                <c:pt idx="22">
                  <c:v>32.26</c:v>
                </c:pt>
                <c:pt idx="23">
                  <c:v>12.96</c:v>
                </c:pt>
                <c:pt idx="24">
                  <c:v>15.71</c:v>
                </c:pt>
                <c:pt idx="25">
                  <c:v>19.32</c:v>
                </c:pt>
                <c:pt idx="26">
                  <c:v>32.64</c:v>
                </c:pt>
                <c:pt idx="27">
                  <c:v>27.4</c:v>
                </c:pt>
                <c:pt idx="28">
                  <c:v>49.99</c:v>
                </c:pt>
                <c:pt idx="29">
                  <c:v>32.35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F6C4-429E-8D17-0F30D13AF9A0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F6C4-429E-8D17-0F30D13AF9A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F6C4-429E-8D17-0F30D13AF9A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F6C4-429E-8D17-0F30D13AF9A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F6C4-429E-8D17-0F30D13AF9A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F6C4-429E-8D17-0F30D13AF9A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F6C4-429E-8D17-0F30D13AF9A0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F6C4-429E-8D17-0F30D13AF9A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F6C4-429E-8D17-0F30D13AF9A0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F6C4-429E-8D17-0F30D13AF9A0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F6C4-429E-8D17-0F30D13AF9A0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F6C4-429E-8D17-0F30D13AF9A0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F6C4-429E-8D17-0F30D13AF9A0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F6C4-429E-8D17-0F30D13AF9A0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F6C4-429E-8D17-0F30D13AF9A0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F6C4-429E-8D17-0F30D13AF9A0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F6C4-429E-8D17-0F30D13AF9A0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F6C4-429E-8D17-0F30D13AF9A0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F6C4-429E-8D17-0F30D13AF9A0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F6C4-429E-8D17-0F30D13AF9A0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F6C4-429E-8D17-0F30D13AF9A0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F6C4-429E-8D17-0F30D13AF9A0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F6C4-429E-8D17-0F30D13AF9A0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F6C4-429E-8D17-0F30D13AF9A0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F6C4-429E-8D17-0F30D13AF9A0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F6C4-429E-8D17-0F30D13AF9A0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F6C4-429E-8D17-0F30D13AF9A0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F6C4-429E-8D17-0F30D13AF9A0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F6C4-429E-8D17-0F30D13AF9A0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1156</c:v>
                </c:pt>
                <c:pt idx="1">
                  <c:v>623</c:v>
                </c:pt>
                <c:pt idx="2">
                  <c:v>383</c:v>
                </c:pt>
                <c:pt idx="3">
                  <c:v>453</c:v>
                </c:pt>
                <c:pt idx="4">
                  <c:v>490</c:v>
                </c:pt>
                <c:pt idx="5">
                  <c:v>511</c:v>
                </c:pt>
                <c:pt idx="6">
                  <c:v>730</c:v>
                </c:pt>
                <c:pt idx="7">
                  <c:v>863</c:v>
                </c:pt>
                <c:pt idx="8">
                  <c:v>671</c:v>
                </c:pt>
                <c:pt idx="9">
                  <c:v>437</c:v>
                </c:pt>
                <c:pt idx="10">
                  <c:v>565</c:v>
                </c:pt>
                <c:pt idx="11">
                  <c:v>581</c:v>
                </c:pt>
                <c:pt idx="12">
                  <c:v>607</c:v>
                </c:pt>
                <c:pt idx="13">
                  <c:v>730</c:v>
                </c:pt>
                <c:pt idx="14">
                  <c:v>687</c:v>
                </c:pt>
                <c:pt idx="15">
                  <c:v>447</c:v>
                </c:pt>
                <c:pt idx="16">
                  <c:v>261</c:v>
                </c:pt>
                <c:pt idx="17">
                  <c:v>383</c:v>
                </c:pt>
                <c:pt idx="18">
                  <c:v>709</c:v>
                </c:pt>
                <c:pt idx="19">
                  <c:v>645</c:v>
                </c:pt>
                <c:pt idx="20">
                  <c:v>571</c:v>
                </c:pt>
                <c:pt idx="21">
                  <c:v>757</c:v>
                </c:pt>
                <c:pt idx="22">
                  <c:v>708</c:v>
                </c:pt>
                <c:pt idx="23">
                  <c:v>320</c:v>
                </c:pt>
                <c:pt idx="24">
                  <c:v>330</c:v>
                </c:pt>
                <c:pt idx="25">
                  <c:v>405</c:v>
                </c:pt>
                <c:pt idx="26">
                  <c:v>464</c:v>
                </c:pt>
                <c:pt idx="27">
                  <c:v>677</c:v>
                </c:pt>
                <c:pt idx="28">
                  <c:v>794</c:v>
                </c:pt>
                <c:pt idx="29">
                  <c:v>693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일식</cx:pt>
          <cx:pt idx="2">주점</cx:pt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462.69999999999999</cx:pt>
          <cx:pt idx="1">26.199999999999999</cx:pt>
          <cx:pt idx="2">22.899999999999999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주점</cx:pt>
          <cx:pt idx="2">일식</cx:pt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3.6000000000000001</cx:pt>
          <cx:pt idx="1">0.40000000000000002</cx:pt>
          <cx:pt idx="2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상가주택(스타필드 인접)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상가주택(스타필드 인접)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1,444,193명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8.3% ▼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(100,631명)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21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(4,186명)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516백만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90.4%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27.3%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20.1%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1,045,535명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1,574,478명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50.6% ▲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1,444,193명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38.1%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230백만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429백만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87.0%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516백만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124.6%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상가주택(스타필드 인접)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상가주택(스타필드 인접)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1,444,193명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8.3% ▼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(100,631명)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21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4,186명)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6.3%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30,608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10.9% ▼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5.8% ▼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6.5%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(24.2%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(4.0%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7.0%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6일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5.6%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90,262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87,680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60.7%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94,566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39.3%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6.6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6.0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975,833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17.4% ▼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399,856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17.8%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68,502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26.7%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95.8%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1,413,588명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8.9% ▼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30,608명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34.9%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610,081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87,154명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1,444,193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90,262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617,055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88,151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상가주택(스타필드 인접)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516백만원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(9,622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20.1%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357원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31.0% ▲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90.4%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75.7%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461,298,000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(8,523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461,298,000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(8,523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54,124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(8,523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(89.4%)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일식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(6.0%)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주점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(4.6%)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(92.1%)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주점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(4.3%)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(3.6%)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51백만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(9.8%)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(24.1%)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(27.3%)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(26.3%)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56백만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(10.8%)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(1.8%)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21시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21시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21시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21시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51,484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53,933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57,334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(1,944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(443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(7,237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(89.7%)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주점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(10.3%)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53,622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50,987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9,544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(90.4%)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일식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(5.1%)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주점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(4.5%)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512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78551043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65833009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30,332,571원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621건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48,856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32,237,125원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601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53,606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27,193,286원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526건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51,684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62개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0.00069개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111개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0.00010개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0.00010개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0.00123개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0.00007개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0.00007개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1,045개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0.01158개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0.00066개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0.00013개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57.6%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0.0026개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화서환승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290대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꽃뫼환승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143대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2개 (433대)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0.00030대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212.9%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0.0313대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2290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Pretendard</vt:lpstr>
      <vt:lpstr>Calibri Light</vt:lpstr>
      <vt:lpstr>Calibri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2025-11-04T03:40:20Z</dcterms:modified>
</cp:coreProperties>
</file>