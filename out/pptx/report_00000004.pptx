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229.131</c:v>
                </c:pt>
                <c:pt idx="1">
                  <c:v>201.24430000000001</c:v>
                </c:pt>
                <c:pt idx="2">
                  <c:v>181.18170000000001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-12.17</c:v>
                </c:pt>
                <c:pt idx="2">
                  <c:v>-9.9700000000000006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9D3-46BB-A879-3F9D8A5AD648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33.349400000000003</c:v>
                </c:pt>
                <c:pt idx="1">
                  <c:v>31.7026</c:v>
                </c:pt>
                <c:pt idx="2">
                  <c:v>30.867599999999999</c:v>
                </c:pt>
                <c:pt idx="3">
                  <c:v>33.173499999999997</c:v>
                </c:pt>
                <c:pt idx="4">
                  <c:v>34.436900000000001</c:v>
                </c:pt>
                <c:pt idx="5">
                  <c:v>17.652000000000001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2758.25</c:v>
                </c:pt>
                <c:pt idx="1">
                  <c:v>2798.1875</c:v>
                </c:pt>
                <c:pt idx="2">
                  <c:v>2939.375</c:v>
                </c:pt>
                <c:pt idx="3">
                  <c:v>3096.1875</c:v>
                </c:pt>
                <c:pt idx="4">
                  <c:v>3437.6875</c:v>
                </c:pt>
                <c:pt idx="5">
                  <c:v>4036.25</c:v>
                </c:pt>
                <c:pt idx="6">
                  <c:v>4787</c:v>
                </c:pt>
                <c:pt idx="7">
                  <c:v>5387.0625</c:v>
                </c:pt>
                <c:pt idx="8">
                  <c:v>5874.875</c:v>
                </c:pt>
                <c:pt idx="9">
                  <c:v>6259.375</c:v>
                </c:pt>
                <c:pt idx="10">
                  <c:v>6772.125</c:v>
                </c:pt>
                <c:pt idx="11">
                  <c:v>7471.75</c:v>
                </c:pt>
                <c:pt idx="12">
                  <c:v>8402.0625</c:v>
                </c:pt>
                <c:pt idx="13">
                  <c:v>8961.875</c:v>
                </c:pt>
                <c:pt idx="14">
                  <c:v>8029</c:v>
                </c:pt>
                <c:pt idx="15">
                  <c:v>6193.3125</c:v>
                </c:pt>
                <c:pt idx="16">
                  <c:v>4502.875</c:v>
                </c:pt>
                <c:pt idx="17">
                  <c:v>3511.125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14.0661</c:v>
                </c:pt>
                <c:pt idx="1">
                  <c:v>12.8596</c:v>
                </c:pt>
                <c:pt idx="2">
                  <c:v>8.6280999999999999</c:v>
                </c:pt>
                <c:pt idx="3">
                  <c:v>8.6902000000000008</c:v>
                </c:pt>
                <c:pt idx="4">
                  <c:v>8.9901999999999997</c:v>
                </c:pt>
                <c:pt idx="5">
                  <c:v>9.6594999999999995</c:v>
                </c:pt>
                <c:pt idx="6">
                  <c:v>12.7607</c:v>
                </c:pt>
                <c:pt idx="7">
                  <c:v>13.391299999999999</c:v>
                </c:pt>
                <c:pt idx="8">
                  <c:v>10.1127</c:v>
                </c:pt>
                <c:pt idx="9">
                  <c:v>8.2279999999999998</c:v>
                </c:pt>
                <c:pt idx="10">
                  <c:v>11.180099999999999</c:v>
                </c:pt>
                <c:pt idx="11">
                  <c:v>15.346299999999999</c:v>
                </c:pt>
                <c:pt idx="12">
                  <c:v>13.776</c:v>
                </c:pt>
                <c:pt idx="13">
                  <c:v>9.2690000000000001</c:v>
                </c:pt>
                <c:pt idx="14">
                  <c:v>12.427099999999999</c:v>
                </c:pt>
                <c:pt idx="15">
                  <c:v>11.796799999999999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85A5C96-DC56-447C-92B9-1DE8A43553D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6BE9FEA-91DD-4F1D-A98A-92B31EE45E8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90.227400000000003</c:v>
                </c:pt>
                <c:pt idx="1">
                  <c:v>90.954300000000003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9DEECA2-D026-4F21-94C1-AE5D2DD0509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51C291E-900B-4BBE-9FD4-0167BF1379C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166.1002</c:v>
                </c:pt>
                <c:pt idx="1">
                  <c:v>15.082100000000001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1A0BFE4A-59D9-4BD9-83C9-6B586760A7C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18E1D24-7CF6-4236-A94F-27A47787849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16B069C8-A8FD-44CB-B791-E6893ADD6B6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63.088299999999997</c:v>
                </c:pt>
                <c:pt idx="1">
                  <c:v>11.347799999999999</c:v>
                </c:pt>
                <c:pt idx="2">
                  <c:v>106.74550000000001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902274</c:v>
                </c:pt>
                <c:pt idx="1">
                  <c:v>909543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330-435A-BAA7-8F6D60A60822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333494</c:v>
                </c:pt>
                <c:pt idx="1">
                  <c:v>317026</c:v>
                </c:pt>
                <c:pt idx="2">
                  <c:v>308676</c:v>
                </c:pt>
                <c:pt idx="3">
                  <c:v>331735</c:v>
                </c:pt>
                <c:pt idx="4">
                  <c:v>344369</c:v>
                </c:pt>
                <c:pt idx="5">
                  <c:v>176520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-28.9</c:v>
                </c:pt>
                <c:pt idx="1">
                  <c:v>-10.76</c:v>
                </c:pt>
                <c:pt idx="2">
                  <c:v>4.13</c:v>
                </c:pt>
                <c:pt idx="3">
                  <c:v>-11.42</c:v>
                </c:pt>
                <c:pt idx="4">
                  <c:v>-3.56</c:v>
                </c:pt>
                <c:pt idx="5">
                  <c:v>10.26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14.0661</c:v>
                </c:pt>
                <c:pt idx="1">
                  <c:v>12.8596</c:v>
                </c:pt>
                <c:pt idx="2">
                  <c:v>8.6280999999999999</c:v>
                </c:pt>
                <c:pt idx="3">
                  <c:v>8.6902000000000008</c:v>
                </c:pt>
                <c:pt idx="4">
                  <c:v>8.9901999999999997</c:v>
                </c:pt>
                <c:pt idx="5">
                  <c:v>9.6594999999999995</c:v>
                </c:pt>
                <c:pt idx="6">
                  <c:v>12.7607</c:v>
                </c:pt>
                <c:pt idx="7">
                  <c:v>13.391299999999999</c:v>
                </c:pt>
                <c:pt idx="8">
                  <c:v>10.1127</c:v>
                </c:pt>
                <c:pt idx="9">
                  <c:v>8.2279999999999998</c:v>
                </c:pt>
                <c:pt idx="10">
                  <c:v>11.180099999999999</c:v>
                </c:pt>
                <c:pt idx="11">
                  <c:v>15.346299999999999</c:v>
                </c:pt>
                <c:pt idx="12">
                  <c:v>13.776</c:v>
                </c:pt>
                <c:pt idx="13">
                  <c:v>9.2690000000000001</c:v>
                </c:pt>
                <c:pt idx="14">
                  <c:v>12.427099999999999</c:v>
                </c:pt>
                <c:pt idx="15">
                  <c:v>11.796799999999999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0.26966000000000001</c:v>
                </c:pt>
                <c:pt idx="1">
                  <c:v>0.27240999999999999</c:v>
                </c:pt>
                <c:pt idx="2">
                  <c:v>0.28778999999999999</c:v>
                </c:pt>
                <c:pt idx="3">
                  <c:v>0.30323</c:v>
                </c:pt>
                <c:pt idx="4">
                  <c:v>0.33376</c:v>
                </c:pt>
                <c:pt idx="5">
                  <c:v>0.39294000000000001</c:v>
                </c:pt>
                <c:pt idx="6">
                  <c:v>0.46282000000000001</c:v>
                </c:pt>
                <c:pt idx="7">
                  <c:v>0.51017000000000001</c:v>
                </c:pt>
                <c:pt idx="8">
                  <c:v>0.54069</c:v>
                </c:pt>
                <c:pt idx="9">
                  <c:v>0.56067999999999996</c:v>
                </c:pt>
                <c:pt idx="10">
                  <c:v>0.60253999999999996</c:v>
                </c:pt>
                <c:pt idx="11">
                  <c:v>0.67069000000000001</c:v>
                </c:pt>
                <c:pt idx="12">
                  <c:v>0.76280999999999999</c:v>
                </c:pt>
                <c:pt idx="13">
                  <c:v>0.81237000000000004</c:v>
                </c:pt>
                <c:pt idx="14">
                  <c:v>0.73914000000000002</c:v>
                </c:pt>
                <c:pt idx="15">
                  <c:v>0.58908000000000005</c:v>
                </c:pt>
                <c:pt idx="16">
                  <c:v>0.44296000000000002</c:v>
                </c:pt>
                <c:pt idx="17">
                  <c:v>0.34943000000000002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0.28610000000000002</c:v>
                </c:pt>
                <c:pt idx="1">
                  <c:v>0.29216666666666669</c:v>
                </c:pt>
                <c:pt idx="2">
                  <c:v>0.30418333333333331</c:v>
                </c:pt>
                <c:pt idx="3">
                  <c:v>0.32026666666666664</c:v>
                </c:pt>
                <c:pt idx="4">
                  <c:v>0.36044999999999999</c:v>
                </c:pt>
                <c:pt idx="5">
                  <c:v>0.42143333333333333</c:v>
                </c:pt>
                <c:pt idx="6">
                  <c:v>0.50516666666666665</c:v>
                </c:pt>
                <c:pt idx="7">
                  <c:v>0.58626666666666671</c:v>
                </c:pt>
                <c:pt idx="8">
                  <c:v>0.66548333333333332</c:v>
                </c:pt>
                <c:pt idx="9">
                  <c:v>0.73470000000000002</c:v>
                </c:pt>
                <c:pt idx="10">
                  <c:v>0.80166666666666664</c:v>
                </c:pt>
                <c:pt idx="11">
                  <c:v>0.87465000000000004</c:v>
                </c:pt>
                <c:pt idx="12">
                  <c:v>0.96919999999999995</c:v>
                </c:pt>
                <c:pt idx="13">
                  <c:v>1.0358833333333333</c:v>
                </c:pt>
                <c:pt idx="14">
                  <c:v>0.90916666666666668</c:v>
                </c:pt>
                <c:pt idx="15">
                  <c:v>0.66974999999999996</c:v>
                </c:pt>
                <c:pt idx="16">
                  <c:v>0.46250000000000002</c:v>
                </c:pt>
                <c:pt idx="17">
                  <c:v>0.35391666666666666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9.9507200000000005</c:v>
                </c:pt>
                <c:pt idx="1">
                  <c:v>6.9645400000000004</c:v>
                </c:pt>
                <c:pt idx="2">
                  <c:v>6.3088300000000004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2.80992</c:v>
                </c:pt>
                <c:pt idx="1">
                  <c:v>1.39249</c:v>
                </c:pt>
                <c:pt idx="2">
                  <c:v>1.1347799999999999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10.15249</c:v>
                </c:pt>
                <c:pt idx="1">
                  <c:v>11.76742</c:v>
                </c:pt>
                <c:pt idx="2">
                  <c:v>10.67455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1.36534</c:v>
                </c:pt>
                <c:pt idx="1">
                  <c:v>1.4016500000000001</c:v>
                </c:pt>
                <c:pt idx="2">
                  <c:v>1.5082100000000001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21.54785</c:v>
                </c:pt>
                <c:pt idx="1">
                  <c:v>18.722840000000001</c:v>
                </c:pt>
                <c:pt idx="2">
                  <c:v>16.610019999999999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3B59-4375-8D57-F83EE347678C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3B59-4375-8D57-F83EE347678C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3B59-4375-8D57-F83EE347678C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3B59-4375-8D57-F83EE347678C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3B59-4375-8D57-F83EE347678C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3B59-4375-8D57-F83EE347678C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115047</c:v>
                </c:pt>
                <c:pt idx="1">
                  <c:v>108978</c:v>
                </c:pt>
                <c:pt idx="2">
                  <c:v>79718</c:v>
                </c:pt>
                <c:pt idx="3">
                  <c:v>82023</c:v>
                </c:pt>
                <c:pt idx="4">
                  <c:v>78302</c:v>
                </c:pt>
                <c:pt idx="5">
                  <c:v>83325</c:v>
                </c:pt>
                <c:pt idx="6">
                  <c:v>92440</c:v>
                </c:pt>
                <c:pt idx="7">
                  <c:v>140661</c:v>
                </c:pt>
                <c:pt idx="8">
                  <c:v>128596</c:v>
                </c:pt>
                <c:pt idx="9">
                  <c:v>86281</c:v>
                </c:pt>
                <c:pt idx="10">
                  <c:v>86902</c:v>
                </c:pt>
                <c:pt idx="11">
                  <c:v>89902</c:v>
                </c:pt>
                <c:pt idx="12">
                  <c:v>96595</c:v>
                </c:pt>
                <c:pt idx="13">
                  <c:v>127607</c:v>
                </c:pt>
                <c:pt idx="14">
                  <c:v>133913</c:v>
                </c:pt>
                <c:pt idx="15">
                  <c:v>101127</c:v>
                </c:pt>
                <c:pt idx="16">
                  <c:v>82280</c:v>
                </c:pt>
                <c:pt idx="17">
                  <c:v>111801</c:v>
                </c:pt>
                <c:pt idx="18">
                  <c:v>153463</c:v>
                </c:pt>
                <c:pt idx="19">
                  <c:v>137760</c:v>
                </c:pt>
                <c:pt idx="20">
                  <c:v>92690</c:v>
                </c:pt>
                <c:pt idx="21">
                  <c:v>124271</c:v>
                </c:pt>
                <c:pt idx="22">
                  <c:v>117968</c:v>
                </c:pt>
                <c:pt idx="23">
                  <c:v>75135</c:v>
                </c:pt>
                <c:pt idx="24">
                  <c:v>79043</c:v>
                </c:pt>
                <c:pt idx="25">
                  <c:v>80531</c:v>
                </c:pt>
                <c:pt idx="26">
                  <c:v>83498</c:v>
                </c:pt>
                <c:pt idx="27">
                  <c:v>86266</c:v>
                </c:pt>
                <c:pt idx="28">
                  <c:v>112410</c:v>
                </c:pt>
                <c:pt idx="29">
                  <c:v>106529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DE8FD28-EFDA-4673-A3E2-3A1BB75B1A5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Sheet1!$A$2:$A$2</c:f>
              <c:strCache>
                <c:ptCount val="1"/>
                <c:pt idx="0">
                  <c:v>가공식품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가공식품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Sheet1!$A$2:$A$2</c:f>
              <c:strCache>
                <c:ptCount val="1"/>
                <c:pt idx="0">
                  <c:v>가공식품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가공식품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가공식품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가공식품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가공식품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가공식품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F9E-4484-BE24-D253D867BB2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F9E-4484-BE24-D253D867BB2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F9E-4484-BE24-D253D867BB2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F9E-4484-BE24-D253D867BB2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1F9E-4484-BE24-D253D867BB2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1F9E-4484-BE24-D253D867BB2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1F9E-4484-BE24-D253D867BB2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1F9E-4484-BE24-D253D867BB2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1F9E-4484-BE24-D253D867BB2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1F9E-4484-BE24-D253D867BB2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1F9E-4484-BE24-D253D867BB2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1F9E-4484-BE24-D253D867BB2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1F9E-4484-BE24-D253D867BB2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1F9E-4484-BE24-D253D867BB2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1F9E-4484-BE24-D253D867BB2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1F9E-4484-BE24-D253D867BB2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1F9E-4484-BE24-D253D867BB2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1F9E-4484-BE24-D253D867BB2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1F9E-4484-BE24-D253D867BB2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1F9E-4484-BE24-D253D867BB2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1F9E-4484-BE24-D253D867BB2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1F9E-4484-BE24-D253D867BB2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1F9E-4484-BE24-D253D867BB29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1F9E-4484-BE24-D253D867BB29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1F9E-4484-BE24-D253D867BB29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1F9E-4484-BE24-D253D867BB29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1F9E-4484-BE24-D253D867BB29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1F9E-4484-BE24-D253D867BB29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1F9E-4484-BE24-D253D867BB29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1F9E-4484-BE24-D253D867BB29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1F9E-4484-BE24-D253D867BB29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1F9E-4484-BE24-D253D867BB29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1F9E-4484-BE24-D253D867BB29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1F9E-4484-BE24-D253D867BB29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1F9E-4484-BE24-D253D867BB29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1F9E-4484-BE24-D253D867BB29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1F9E-4484-BE24-D253D867BB29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1F9E-4484-BE24-D253D867BB29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1F9E-4484-BE24-D253D867BB29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1F9E-4484-BE24-D253D867BB29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1F9E-4484-BE24-D253D867BB29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1F9E-4484-BE24-D253D867BB29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9-1F9E-4484-BE24-D253D867BB29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B-1F9E-4484-BE24-D253D867BB29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D-1F9E-4484-BE24-D253D867BB29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F-1F9E-4484-BE24-D253D867BB29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1-1F9E-4484-BE24-D253D867BB29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3-1F9E-4484-BE24-D253D867BB29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5-1F9E-4484-BE24-D253D867BB29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7-1F9E-4484-BE24-D253D867BB29}"/>
              </c:ext>
            </c:extLst>
          </c:dPt>
          <c:dPt>
            <c:idx val="2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9-1F9E-4484-BE24-D253D867BB29}"/>
              </c:ext>
            </c:extLst>
          </c:dPt>
          <c:dPt>
            <c:idx val="2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B-1F9E-4484-BE24-D253D867BB29}"/>
              </c:ext>
            </c:extLst>
          </c:dPt>
          <c:dPt>
            <c:idx val="2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D-1F9E-4484-BE24-D253D867BB29}"/>
              </c:ext>
            </c:extLst>
          </c:dPt>
          <c:dPt>
            <c:idx val="2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F-1F9E-4484-BE24-D253D867BB29}"/>
              </c:ext>
            </c:extLst>
          </c:dPt>
          <c:dPt>
            <c:idx val="2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1-1F9E-4484-BE24-D253D867BB29}"/>
              </c:ext>
            </c:extLst>
          </c:dPt>
          <c:dPt>
            <c:idx val="2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3-1F9E-4484-BE24-D253D867BB29}"/>
              </c:ext>
            </c:extLst>
          </c:dPt>
          <c:dPt>
            <c:idx val="2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5-1F9E-4484-BE24-D253D867BB29}"/>
              </c:ext>
            </c:extLst>
          </c:dPt>
          <c:dPt>
            <c:idx val="2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7-1F9E-4484-BE24-D253D867BB29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가공식품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소비금액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가공식품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소비금액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Relationship Id="rId5" Type="http://schemas.openxmlformats.org/officeDocument/2006/relationships/image" Target="../media/image28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Relationship Id="rId4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png"/><Relationship Id="rId4" Type="http://schemas.openxmlformats.org/officeDocument/2006/relationships/image" Target="../media/image29.png"/><Relationship Id="rId5" Type="http://schemas.openxmlformats.org/officeDocument/2006/relationships/image" Target="../media/image3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29.png"/><Relationship Id="rId6" Type="http://schemas.openxmlformats.org/officeDocument/2006/relationships/image" Target="../media/image4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미디어아트2025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미디어아트2025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1,811,817명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10.0% ▼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8일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(153,463명)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8.5%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19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(8,962명)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9.4%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가공식품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2,291,310명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2,012,443명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12.2%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1,811,817명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20.9%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미디어아트2025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미디어아트2025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1,811,817명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10.0% ▼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8일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(153,463명)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19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8,962명)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9.4%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58.9%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150,821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5.4% ▼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14.1% ▼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0.4%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(28.9%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(10.3%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8.5%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6일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4.5%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113,239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106,528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58.8%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124,423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41.2%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9.1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9.8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630,883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9.4% ▼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1,067,455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9.3% ▼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113,478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18.5% ▼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83.4%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1,661,002명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11.3% ▼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150,821명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7.6%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639,833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91,405명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1,811,817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113,239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623,412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89,059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미디어아트2025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(0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가공식품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9월27일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가공식품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가공식품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가공식품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가공식품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가공식품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10시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가공식품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10시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가공식품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16969221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89311212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82개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0.00072개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0.00005개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66개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0.00008개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0.00009개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0.00058개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0.00016개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0.00034개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5,940개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0.05246개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135개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0.00119개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216개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0.00191개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0.00010개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53.7%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0.0008개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화홍문공영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457대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영화동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208대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73대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 (876대)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0.00048대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102.7%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0.0203대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2272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</vt:lpstr>
      <vt:lpstr>Arial</vt:lpstr>
      <vt:lpstr>Pretendard</vt:lpstr>
      <vt:lpstr>Calibri Light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2025-11-04T03:19:27Z</dcterms:modified>
</cp:coreProperties>
</file>