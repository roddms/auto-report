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75.931100000000001</c:v>
                </c:pt>
                <c:pt idx="1">
                  <c:v>97.207800000000006</c:v>
                </c:pt>
                <c:pt idx="2">
                  <c:v>77.353499999999997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28.02</c:v>
                </c:pt>
                <c:pt idx="2">
                  <c:v>-20.420000000000002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3.149</c:v>
                </c:pt>
                <c:pt idx="1">
                  <c:v>7.7809999999999997</c:v>
                </c:pt>
                <c:pt idx="2">
                  <c:v>16.527000000000001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147.09</c:v>
                </c:pt>
                <c:pt idx="2">
                  <c:v>112.4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9C3-482D-93B0-FA175983DA0F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12.1435</c:v>
                </c:pt>
                <c:pt idx="1">
                  <c:v>18.3476</c:v>
                </c:pt>
                <c:pt idx="2">
                  <c:v>16.2181</c:v>
                </c:pt>
                <c:pt idx="3">
                  <c:v>17.222899999999999</c:v>
                </c:pt>
                <c:pt idx="4">
                  <c:v>10.4636</c:v>
                </c:pt>
                <c:pt idx="5">
                  <c:v>2.9578000000000002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1925</c:v>
                </c:pt>
                <c:pt idx="1">
                  <c:v>1880.5625</c:v>
                </c:pt>
                <c:pt idx="2">
                  <c:v>1839</c:v>
                </c:pt>
                <c:pt idx="3">
                  <c:v>1803.125</c:v>
                </c:pt>
                <c:pt idx="4">
                  <c:v>1765.875</c:v>
                </c:pt>
                <c:pt idx="5">
                  <c:v>1828.6875</c:v>
                </c:pt>
                <c:pt idx="6">
                  <c:v>1936.6875</c:v>
                </c:pt>
                <c:pt idx="7">
                  <c:v>1945.4375</c:v>
                </c:pt>
                <c:pt idx="8">
                  <c:v>1901.8125</c:v>
                </c:pt>
                <c:pt idx="9">
                  <c:v>1870.125</c:v>
                </c:pt>
                <c:pt idx="10">
                  <c:v>1969.25</c:v>
                </c:pt>
                <c:pt idx="11">
                  <c:v>2171.625</c:v>
                </c:pt>
                <c:pt idx="12">
                  <c:v>2395.6875</c:v>
                </c:pt>
                <c:pt idx="13">
                  <c:v>2447.9375</c:v>
                </c:pt>
                <c:pt idx="14">
                  <c:v>2396</c:v>
                </c:pt>
                <c:pt idx="15">
                  <c:v>2316.3125</c:v>
                </c:pt>
                <c:pt idx="16">
                  <c:v>2242.125</c:v>
                </c:pt>
                <c:pt idx="17">
                  <c:v>2036.5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5.1528999999999998</c:v>
                </c:pt>
                <c:pt idx="1">
                  <c:v>5.1651999999999996</c:v>
                </c:pt>
                <c:pt idx="2">
                  <c:v>4.5091000000000001</c:v>
                </c:pt>
                <c:pt idx="3">
                  <c:v>4.5495000000000001</c:v>
                </c:pt>
                <c:pt idx="4">
                  <c:v>4.5993000000000004</c:v>
                </c:pt>
                <c:pt idx="5">
                  <c:v>4.7510000000000003</c:v>
                </c:pt>
                <c:pt idx="6">
                  <c:v>5.0934999999999997</c:v>
                </c:pt>
                <c:pt idx="7">
                  <c:v>4.8753000000000002</c:v>
                </c:pt>
                <c:pt idx="8">
                  <c:v>4.5247000000000002</c:v>
                </c:pt>
                <c:pt idx="9">
                  <c:v>4.2205000000000004</c:v>
                </c:pt>
                <c:pt idx="10">
                  <c:v>4.5823</c:v>
                </c:pt>
                <c:pt idx="11">
                  <c:v>4.9516999999999998</c:v>
                </c:pt>
                <c:pt idx="12">
                  <c:v>5.1544999999999996</c:v>
                </c:pt>
                <c:pt idx="13">
                  <c:v>4.8194999999999997</c:v>
                </c:pt>
                <c:pt idx="14">
                  <c:v>5.1677999999999997</c:v>
                </c:pt>
                <c:pt idx="15">
                  <c:v>5.2366999999999999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88CF732-BD32-4E93-9B93-3BDB2D3B5E8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EC8FD5E-868A-453A-978A-ADB58DF1D5B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36.774999999999999</c:v>
                </c:pt>
                <c:pt idx="1">
                  <c:v>40.578499999999998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6D72281-FF0D-4AFE-B831-A5D0D5AD8E3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FCD4A2-27A7-443B-B445-3B788FB9575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74.675700000000006</c:v>
                </c:pt>
                <c:pt idx="1">
                  <c:v>2.6781999999999999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71233C0-8B91-4E7B-A41B-A5D9D16B159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BB387A6-9B06-4919-BEAD-430DD96B89B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1C6090E-ED3B-47DC-8873-5A1157E9C34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46.931199999999997</c:v>
                </c:pt>
                <c:pt idx="1">
                  <c:v>1.5750999999999999</c:v>
                </c:pt>
                <c:pt idx="2">
                  <c:v>28.8475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367750</c:v>
                </c:pt>
                <c:pt idx="1">
                  <c:v>405785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1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55-421B-9081-0E99AAF6089B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121435</c:v>
                </c:pt>
                <c:pt idx="1">
                  <c:v>183476</c:v>
                </c:pt>
                <c:pt idx="2">
                  <c:v>162181</c:v>
                </c:pt>
                <c:pt idx="3">
                  <c:v>172229</c:v>
                </c:pt>
                <c:pt idx="4">
                  <c:v>104636</c:v>
                </c:pt>
                <c:pt idx="5">
                  <c:v>29578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-24.64</c:v>
                </c:pt>
                <c:pt idx="1">
                  <c:v>-9.06</c:v>
                </c:pt>
                <c:pt idx="2">
                  <c:v>-32.119999999999997</c:v>
                </c:pt>
                <c:pt idx="3">
                  <c:v>-17.59</c:v>
                </c:pt>
                <c:pt idx="4">
                  <c:v>-18.09</c:v>
                </c:pt>
                <c:pt idx="5">
                  <c:v>-11.77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5.1528999999999998</c:v>
                </c:pt>
                <c:pt idx="1">
                  <c:v>5.1651999999999996</c:v>
                </c:pt>
                <c:pt idx="2">
                  <c:v>4.5091000000000001</c:v>
                </c:pt>
                <c:pt idx="3">
                  <c:v>4.5495000000000001</c:v>
                </c:pt>
                <c:pt idx="4">
                  <c:v>4.5993000000000004</c:v>
                </c:pt>
                <c:pt idx="5">
                  <c:v>4.7510000000000003</c:v>
                </c:pt>
                <c:pt idx="6">
                  <c:v>5.0934999999999997</c:v>
                </c:pt>
                <c:pt idx="7">
                  <c:v>4.8753000000000002</c:v>
                </c:pt>
                <c:pt idx="8">
                  <c:v>4.5247000000000002</c:v>
                </c:pt>
                <c:pt idx="9">
                  <c:v>4.2205000000000004</c:v>
                </c:pt>
                <c:pt idx="10">
                  <c:v>4.5823</c:v>
                </c:pt>
                <c:pt idx="11">
                  <c:v>4.9516999999999998</c:v>
                </c:pt>
                <c:pt idx="12">
                  <c:v>5.1544999999999996</c:v>
                </c:pt>
                <c:pt idx="13">
                  <c:v>4.8194999999999997</c:v>
                </c:pt>
                <c:pt idx="14">
                  <c:v>5.1677999999999997</c:v>
                </c:pt>
                <c:pt idx="15">
                  <c:v>5.2366999999999999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0.19003999999999999</c:v>
                </c:pt>
                <c:pt idx="1">
                  <c:v>0.18304000000000001</c:v>
                </c:pt>
                <c:pt idx="2">
                  <c:v>0.17588000000000001</c:v>
                </c:pt>
                <c:pt idx="3">
                  <c:v>0.17177000000000001</c:v>
                </c:pt>
                <c:pt idx="4">
                  <c:v>0.1694</c:v>
                </c:pt>
                <c:pt idx="5">
                  <c:v>0.17682</c:v>
                </c:pt>
                <c:pt idx="6">
                  <c:v>0.18620999999999999</c:v>
                </c:pt>
                <c:pt idx="7">
                  <c:v>0.18607000000000001</c:v>
                </c:pt>
                <c:pt idx="8">
                  <c:v>0.18254000000000001</c:v>
                </c:pt>
                <c:pt idx="9">
                  <c:v>0.17974000000000001</c:v>
                </c:pt>
                <c:pt idx="10">
                  <c:v>0.19056999999999999</c:v>
                </c:pt>
                <c:pt idx="11">
                  <c:v>0.20899000000000001</c:v>
                </c:pt>
                <c:pt idx="12">
                  <c:v>0.23269000000000001</c:v>
                </c:pt>
                <c:pt idx="13">
                  <c:v>0.24051</c:v>
                </c:pt>
                <c:pt idx="14">
                  <c:v>0.23830999999999999</c:v>
                </c:pt>
                <c:pt idx="15">
                  <c:v>0.2316</c:v>
                </c:pt>
                <c:pt idx="16">
                  <c:v>0.22389999999999999</c:v>
                </c:pt>
                <c:pt idx="17">
                  <c:v>0.20235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0.1966</c:v>
                </c:pt>
                <c:pt idx="1">
                  <c:v>0.19641666666666666</c:v>
                </c:pt>
                <c:pt idx="2">
                  <c:v>0.19726666666666667</c:v>
                </c:pt>
                <c:pt idx="3">
                  <c:v>0.19455</c:v>
                </c:pt>
                <c:pt idx="4">
                  <c:v>0.18856666666666666</c:v>
                </c:pt>
                <c:pt idx="5">
                  <c:v>0.19295000000000001</c:v>
                </c:pt>
                <c:pt idx="6">
                  <c:v>0.20610000000000001</c:v>
                </c:pt>
                <c:pt idx="7">
                  <c:v>0.20866666666666667</c:v>
                </c:pt>
                <c:pt idx="8">
                  <c:v>0.20291666666666666</c:v>
                </c:pt>
                <c:pt idx="9">
                  <c:v>0.19913333333333333</c:v>
                </c:pt>
                <c:pt idx="10">
                  <c:v>0.20751666666666665</c:v>
                </c:pt>
                <c:pt idx="11">
                  <c:v>0.23078333333333334</c:v>
                </c:pt>
                <c:pt idx="12">
                  <c:v>0.25103333333333333</c:v>
                </c:pt>
                <c:pt idx="13">
                  <c:v>0.25193333333333334</c:v>
                </c:pt>
                <c:pt idx="14">
                  <c:v>0.24174999999999999</c:v>
                </c:pt>
                <c:pt idx="15">
                  <c:v>0.23168333333333332</c:v>
                </c:pt>
                <c:pt idx="16">
                  <c:v>0.22473333333333334</c:v>
                </c:pt>
                <c:pt idx="17">
                  <c:v>0.20581666666666668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4.01877</c:v>
                </c:pt>
                <c:pt idx="1">
                  <c:v>6.89297</c:v>
                </c:pt>
                <c:pt idx="2">
                  <c:v>4.6931200000000004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0.26860000000000001</c:v>
                </c:pt>
                <c:pt idx="1">
                  <c:v>0.17665</c:v>
                </c:pt>
                <c:pt idx="2">
                  <c:v>0.15751000000000001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3.3057400000000001</c:v>
                </c:pt>
                <c:pt idx="1">
                  <c:v>2.6511999999999998</c:v>
                </c:pt>
                <c:pt idx="2">
                  <c:v>2.8847499999999999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0.32558999999999999</c:v>
                </c:pt>
                <c:pt idx="1">
                  <c:v>0.18540999999999999</c:v>
                </c:pt>
                <c:pt idx="2">
                  <c:v>0.26782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7.2675900000000002</c:v>
                </c:pt>
                <c:pt idx="1">
                  <c:v>9.5354100000000006</c:v>
                </c:pt>
                <c:pt idx="2">
                  <c:v>7.4675700000000003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83D6-4DEB-85A8-0D8520CBB19B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83D6-4DEB-85A8-0D8520CBB19B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83D6-4DEB-85A8-0D8520CBB19B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83D6-4DEB-85A8-0D8520CBB19B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83D6-4DEB-85A8-0D8520CBB19B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83D6-4DEB-85A8-0D8520CBB19B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50537</c:v>
                </c:pt>
                <c:pt idx="1">
                  <c:v>48547</c:v>
                </c:pt>
                <c:pt idx="2">
                  <c:v>45246</c:v>
                </c:pt>
                <c:pt idx="3">
                  <c:v>45652</c:v>
                </c:pt>
                <c:pt idx="4">
                  <c:v>45623</c:v>
                </c:pt>
                <c:pt idx="5">
                  <c:v>44779</c:v>
                </c:pt>
                <c:pt idx="6">
                  <c:v>48164</c:v>
                </c:pt>
                <c:pt idx="7">
                  <c:v>51529</c:v>
                </c:pt>
                <c:pt idx="8">
                  <c:v>51652</c:v>
                </c:pt>
                <c:pt idx="9">
                  <c:v>45091</c:v>
                </c:pt>
                <c:pt idx="10">
                  <c:v>45495</c:v>
                </c:pt>
                <c:pt idx="11">
                  <c:v>45993</c:v>
                </c:pt>
                <c:pt idx="12">
                  <c:v>47510</c:v>
                </c:pt>
                <c:pt idx="13">
                  <c:v>50935</c:v>
                </c:pt>
                <c:pt idx="14">
                  <c:v>48753</c:v>
                </c:pt>
                <c:pt idx="15">
                  <c:v>45247</c:v>
                </c:pt>
                <c:pt idx="16">
                  <c:v>42205</c:v>
                </c:pt>
                <c:pt idx="17">
                  <c:v>45823</c:v>
                </c:pt>
                <c:pt idx="18">
                  <c:v>49517</c:v>
                </c:pt>
                <c:pt idx="19">
                  <c:v>51545</c:v>
                </c:pt>
                <c:pt idx="20">
                  <c:v>48195</c:v>
                </c:pt>
                <c:pt idx="21">
                  <c:v>51678</c:v>
                </c:pt>
                <c:pt idx="22">
                  <c:v>52367</c:v>
                </c:pt>
                <c:pt idx="23">
                  <c:v>45004</c:v>
                </c:pt>
                <c:pt idx="24">
                  <c:v>44977</c:v>
                </c:pt>
                <c:pt idx="25">
                  <c:v>45985</c:v>
                </c:pt>
                <c:pt idx="26">
                  <c:v>46116</c:v>
                </c:pt>
                <c:pt idx="27">
                  <c:v>46465</c:v>
                </c:pt>
                <c:pt idx="28">
                  <c:v>53418</c:v>
                </c:pt>
                <c:pt idx="29">
                  <c:v>50867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A2943D-38BB-46F2-ABFF-87B82879B5C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9.9849999999999994</c:v>
                </c:pt>
                <c:pt idx="1">
                  <c:v>6.548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30대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5.3819999999999997</c:v>
                </c:pt>
                <c:pt idx="1">
                  <c:v>4.6769999999999996</c:v>
                </c:pt>
                <c:pt idx="2">
                  <c:v>3.6880000000000002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5.9619999999999997</c:v>
                </c:pt>
                <c:pt idx="1">
                  <c:v>9.8000000000000007</c:v>
                </c:pt>
                <c:pt idx="2">
                  <c:v>0.76900000000000002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10.545999999999999</c:v>
                </c:pt>
                <c:pt idx="1">
                  <c:v>5.9809999999999999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1.0980000000000001</c:v>
                </c:pt>
                <c:pt idx="1">
                  <c:v>1.2430000000000001</c:v>
                </c:pt>
                <c:pt idx="2">
                  <c:v>0.76900000000000002</c:v>
                </c:pt>
                <c:pt idx="3">
                  <c:v>1.034</c:v>
                </c:pt>
                <c:pt idx="4">
                  <c:v>0.29499999999999998</c:v>
                </c:pt>
                <c:pt idx="5">
                  <c:v>0.48699999999999999</c:v>
                </c:pt>
                <c:pt idx="6">
                  <c:v>0.90200000000000002</c:v>
                </c:pt>
                <c:pt idx="7">
                  <c:v>1.4419999999999999</c:v>
                </c:pt>
                <c:pt idx="8">
                  <c:v>1.2669999999999999</c:v>
                </c:pt>
                <c:pt idx="9">
                  <c:v>0.253</c:v>
                </c:pt>
                <c:pt idx="10">
                  <c:v>0.245</c:v>
                </c:pt>
                <c:pt idx="11">
                  <c:v>1.843</c:v>
                </c:pt>
                <c:pt idx="12">
                  <c:v>0.89700000000000002</c:v>
                </c:pt>
                <c:pt idx="13">
                  <c:v>1.2789999999999999</c:v>
                </c:pt>
                <c:pt idx="14">
                  <c:v>1.514</c:v>
                </c:pt>
                <c:pt idx="15">
                  <c:v>1.9590000000000001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10.545999999999999</c:v>
                </c:pt>
                <c:pt idx="1">
                  <c:v>5.9809999999999999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405</c:v>
                </c:pt>
                <c:pt idx="1">
                  <c:v>1073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2.6039506172839504</c:v>
                </c:pt>
                <c:pt idx="1">
                  <c:v>0.55740913327120223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6.6639999999999997</c:v>
                </c:pt>
                <c:pt idx="1">
                  <c:v>3.3210000000000002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3.8839999999999999</c:v>
                </c:pt>
                <c:pt idx="1">
                  <c:v>2.6640000000000001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4.5999999999999999E-2</c:v>
                </c:pt>
                <c:pt idx="4">
                  <c:v>0</c:v>
                </c:pt>
                <c:pt idx="5">
                  <c:v>1.0940000000000001</c:v>
                </c:pt>
                <c:pt idx="6">
                  <c:v>1.9770000000000001</c:v>
                </c:pt>
                <c:pt idx="7">
                  <c:v>1.363</c:v>
                </c:pt>
                <c:pt idx="8">
                  <c:v>1.526</c:v>
                </c:pt>
                <c:pt idx="9">
                  <c:v>0.61399999999999999</c:v>
                </c:pt>
                <c:pt idx="10">
                  <c:v>0.38700000000000001</c:v>
                </c:pt>
                <c:pt idx="11">
                  <c:v>0.72</c:v>
                </c:pt>
                <c:pt idx="12">
                  <c:v>1.5</c:v>
                </c:pt>
                <c:pt idx="13">
                  <c:v>0.71899999999999997</c:v>
                </c:pt>
                <c:pt idx="14">
                  <c:v>0.38900000000000001</c:v>
                </c:pt>
                <c:pt idx="15">
                  <c:v>0.21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0.26700000000000002</c:v>
                </c:pt>
                <c:pt idx="3">
                  <c:v>0.59</c:v>
                </c:pt>
                <c:pt idx="4">
                  <c:v>0.19900000000000001</c:v>
                </c:pt>
                <c:pt idx="5">
                  <c:v>0.47599999999999998</c:v>
                </c:pt>
                <c:pt idx="6">
                  <c:v>0.36499999999999999</c:v>
                </c:pt>
                <c:pt idx="7">
                  <c:v>0.71299999999999997</c:v>
                </c:pt>
                <c:pt idx="8">
                  <c:v>1.2310000000000001</c:v>
                </c:pt>
                <c:pt idx="9">
                  <c:v>0.67200000000000004</c:v>
                </c:pt>
                <c:pt idx="10">
                  <c:v>0.36699999999999999</c:v>
                </c:pt>
                <c:pt idx="11">
                  <c:v>0.16400000000000001</c:v>
                </c:pt>
                <c:pt idx="12">
                  <c:v>0.32200000000000001</c:v>
                </c:pt>
                <c:pt idx="13">
                  <c:v>0.28499999999999998</c:v>
                </c:pt>
                <c:pt idx="14">
                  <c:v>0.20699999999999999</c:v>
                </c:pt>
                <c:pt idx="15">
                  <c:v>0.123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267000</c:v>
                </c:pt>
                <c:pt idx="3">
                  <c:v>590000</c:v>
                </c:pt>
                <c:pt idx="4">
                  <c:v>199000</c:v>
                </c:pt>
                <c:pt idx="5">
                  <c:v>476000</c:v>
                </c:pt>
                <c:pt idx="6">
                  <c:v>365000</c:v>
                </c:pt>
                <c:pt idx="7">
                  <c:v>713000</c:v>
                </c:pt>
                <c:pt idx="8">
                  <c:v>1231000</c:v>
                </c:pt>
                <c:pt idx="9">
                  <c:v>672000</c:v>
                </c:pt>
                <c:pt idx="10">
                  <c:v>367000</c:v>
                </c:pt>
                <c:pt idx="11">
                  <c:v>164000</c:v>
                </c:pt>
                <c:pt idx="12">
                  <c:v>322000</c:v>
                </c:pt>
                <c:pt idx="13">
                  <c:v>285000</c:v>
                </c:pt>
                <c:pt idx="14">
                  <c:v>207000</c:v>
                </c:pt>
                <c:pt idx="15">
                  <c:v>123000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46000</c:v>
                </c:pt>
                <c:pt idx="4">
                  <c:v>0</c:v>
                </c:pt>
                <c:pt idx="5">
                  <c:v>1094000</c:v>
                </c:pt>
                <c:pt idx="6">
                  <c:v>1977000</c:v>
                </c:pt>
                <c:pt idx="7">
                  <c:v>1363000</c:v>
                </c:pt>
                <c:pt idx="8">
                  <c:v>1526000</c:v>
                </c:pt>
                <c:pt idx="9">
                  <c:v>614000</c:v>
                </c:pt>
                <c:pt idx="10">
                  <c:v>387000</c:v>
                </c:pt>
                <c:pt idx="11">
                  <c:v>720000</c:v>
                </c:pt>
                <c:pt idx="12">
                  <c:v>1500000</c:v>
                </c:pt>
                <c:pt idx="13">
                  <c:v>719000</c:v>
                </c:pt>
                <c:pt idx="14">
                  <c:v>389000</c:v>
                </c:pt>
                <c:pt idx="15">
                  <c:v>210000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3.9929999999999999</c:v>
                </c:pt>
                <c:pt idx="1">
                  <c:v>1.9690000000000001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5.9560000000000004</c:v>
                </c:pt>
                <c:pt idx="1">
                  <c:v>3.8439999999999999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0.59699999999999998</c:v>
                </c:pt>
                <c:pt idx="1">
                  <c:v>0.17199999999999999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4C-4C0F-924C-C8683AEF2DCD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D4C-4C0F-924C-C8683AEF2DCD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D4C-4C0F-924C-C8683AEF2DCD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D4C-4C0F-924C-C8683AEF2DCD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D4C-4C0F-924C-C8683AEF2DCD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D4C-4C0F-924C-C8683AEF2DCD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D4C-4C0F-924C-C8683AEF2DCD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D4C-4C0F-924C-C8683AEF2DCD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D4C-4C0F-924C-C8683AEF2DCD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D4C-4C0F-924C-C8683AEF2DCD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D4C-4C0F-924C-C8683AEF2DCD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BD4C-4C0F-924C-C8683AEF2DCD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BD4C-4C0F-924C-C8683AEF2DCD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BD4C-4C0F-924C-C8683AEF2DCD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BD4C-4C0F-924C-C8683AEF2DCD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BD4C-4C0F-924C-C8683AEF2DCD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BD4C-4C0F-924C-C8683AEF2DCD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BD4C-4C0F-924C-C8683AEF2DCD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BD4C-4C0F-924C-C8683AEF2DCD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BD4C-4C0F-924C-C8683AEF2DCD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BD4C-4C0F-924C-C8683AEF2DCD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BD4C-4C0F-924C-C8683AEF2DCD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BD4C-4C0F-924C-C8683AEF2DCD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BD4C-4C0F-924C-C8683AEF2DCD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BD4C-4C0F-924C-C8683AEF2DCD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BD4C-4C0F-924C-C8683AEF2DCD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BD4C-4C0F-924C-C8683AEF2DCD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BD4C-4C0F-924C-C8683AEF2DCD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BD4C-4C0F-924C-C8683AEF2DCD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1.74</c:v>
                </c:pt>
                <c:pt idx="1">
                  <c:v>1.68</c:v>
                </c:pt>
                <c:pt idx="2">
                  <c:v>1.2</c:v>
                </c:pt>
                <c:pt idx="3">
                  <c:v>1.29</c:v>
                </c:pt>
                <c:pt idx="4">
                  <c:v>0.67</c:v>
                </c:pt>
                <c:pt idx="5">
                  <c:v>0.95</c:v>
                </c:pt>
                <c:pt idx="6">
                  <c:v>0.82</c:v>
                </c:pt>
                <c:pt idx="7">
                  <c:v>1.1000000000000001</c:v>
                </c:pt>
                <c:pt idx="8">
                  <c:v>1.24</c:v>
                </c:pt>
                <c:pt idx="9">
                  <c:v>0.77</c:v>
                </c:pt>
                <c:pt idx="10">
                  <c:v>1.03</c:v>
                </c:pt>
                <c:pt idx="11">
                  <c:v>0.3</c:v>
                </c:pt>
                <c:pt idx="12">
                  <c:v>0.49</c:v>
                </c:pt>
                <c:pt idx="13">
                  <c:v>0.9</c:v>
                </c:pt>
                <c:pt idx="14">
                  <c:v>1.44</c:v>
                </c:pt>
                <c:pt idx="15">
                  <c:v>1.27</c:v>
                </c:pt>
                <c:pt idx="16">
                  <c:v>0.25</c:v>
                </c:pt>
                <c:pt idx="17">
                  <c:v>0.25</c:v>
                </c:pt>
                <c:pt idx="18">
                  <c:v>1.84</c:v>
                </c:pt>
                <c:pt idx="19">
                  <c:v>0.9</c:v>
                </c:pt>
                <c:pt idx="20">
                  <c:v>1.28</c:v>
                </c:pt>
                <c:pt idx="21">
                  <c:v>1.51</c:v>
                </c:pt>
                <c:pt idx="22">
                  <c:v>1.96</c:v>
                </c:pt>
                <c:pt idx="23">
                  <c:v>0.93</c:v>
                </c:pt>
                <c:pt idx="24">
                  <c:v>0.62</c:v>
                </c:pt>
                <c:pt idx="25">
                  <c:v>0.19</c:v>
                </c:pt>
                <c:pt idx="26">
                  <c:v>0.78</c:v>
                </c:pt>
                <c:pt idx="27">
                  <c:v>0.17</c:v>
                </c:pt>
                <c:pt idx="28">
                  <c:v>1.94</c:v>
                </c:pt>
                <c:pt idx="29">
                  <c:v>1.88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BD4C-4C0F-924C-C8683AEF2DCD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BD4C-4C0F-924C-C8683AEF2DCD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BD4C-4C0F-924C-C8683AEF2DCD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BD4C-4C0F-924C-C8683AEF2DCD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BD4C-4C0F-924C-C8683AEF2DCD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BD4C-4C0F-924C-C8683AEF2DCD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BD4C-4C0F-924C-C8683AEF2DCD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BD4C-4C0F-924C-C8683AEF2DCD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BD4C-4C0F-924C-C8683AEF2DCD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BD4C-4C0F-924C-C8683AEF2DCD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BD4C-4C0F-924C-C8683AEF2DCD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BD4C-4C0F-924C-C8683AEF2DCD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BD4C-4C0F-924C-C8683AEF2DCD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BD4C-4C0F-924C-C8683AEF2DCD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BD4C-4C0F-924C-C8683AEF2DCD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BD4C-4C0F-924C-C8683AEF2DCD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BD4C-4C0F-924C-C8683AEF2DCD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BD4C-4C0F-924C-C8683AEF2DCD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BD4C-4C0F-924C-C8683AEF2DCD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BD4C-4C0F-924C-C8683AEF2DCD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BD4C-4C0F-924C-C8683AEF2DCD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BD4C-4C0F-924C-C8683AEF2DCD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BD4C-4C0F-924C-C8683AEF2DCD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BD4C-4C0F-924C-C8683AEF2DCD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BD4C-4C0F-924C-C8683AEF2DCD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BD4C-4C0F-924C-C8683AEF2DCD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BD4C-4C0F-924C-C8683AEF2DCD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BD4C-4C0F-924C-C8683AEF2DCD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BD4C-4C0F-924C-C8683AEF2DCD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117</c:v>
                </c:pt>
                <c:pt idx="1">
                  <c:v>133</c:v>
                </c:pt>
                <c:pt idx="2">
                  <c:v>85</c:v>
                </c:pt>
                <c:pt idx="3">
                  <c:v>85</c:v>
                </c:pt>
                <c:pt idx="4">
                  <c:v>80</c:v>
                </c:pt>
                <c:pt idx="5">
                  <c:v>85</c:v>
                </c:pt>
                <c:pt idx="6">
                  <c:v>80</c:v>
                </c:pt>
                <c:pt idx="7">
                  <c:v>106</c:v>
                </c:pt>
                <c:pt idx="8">
                  <c:v>90</c:v>
                </c:pt>
                <c:pt idx="9">
                  <c:v>96</c:v>
                </c:pt>
                <c:pt idx="10">
                  <c:v>133</c:v>
                </c:pt>
                <c:pt idx="11">
                  <c:v>59</c:v>
                </c:pt>
                <c:pt idx="12">
                  <c:v>64</c:v>
                </c:pt>
                <c:pt idx="13">
                  <c:v>112</c:v>
                </c:pt>
                <c:pt idx="14">
                  <c:v>128</c:v>
                </c:pt>
                <c:pt idx="15">
                  <c:v>69</c:v>
                </c:pt>
                <c:pt idx="16">
                  <c:v>43</c:v>
                </c:pt>
                <c:pt idx="17">
                  <c:v>59</c:v>
                </c:pt>
                <c:pt idx="18">
                  <c:v>112</c:v>
                </c:pt>
                <c:pt idx="19">
                  <c:v>59</c:v>
                </c:pt>
                <c:pt idx="20">
                  <c:v>91</c:v>
                </c:pt>
                <c:pt idx="21">
                  <c:v>139</c:v>
                </c:pt>
                <c:pt idx="22">
                  <c:v>118</c:v>
                </c:pt>
                <c:pt idx="23">
                  <c:v>96</c:v>
                </c:pt>
                <c:pt idx="24">
                  <c:v>70</c:v>
                </c:pt>
                <c:pt idx="25">
                  <c:v>64</c:v>
                </c:pt>
                <c:pt idx="26">
                  <c:v>86</c:v>
                </c:pt>
                <c:pt idx="27">
                  <c:v>64</c:v>
                </c:pt>
                <c:pt idx="28">
                  <c:v>133</c:v>
                </c:pt>
                <c:pt idx="29">
                  <c:v>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10.5</cx:pt>
          <cx:pt idx="1">6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음료</cx:pt>
          <cx:pt idx="1">한식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</cx:pt>
          <cx:pt idx="1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길 건너)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길 건너)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773,535명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20.4%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12일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(52,367명)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(2,448명)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63.8%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112.4%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759,311명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972,078명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28.0%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773,535명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1.9%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147.1%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424.8%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길 건너)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길 건너)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773,535명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12일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(52,367명)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2,448명)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26,782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20.0% ▼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20.8%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4.9%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(32.1%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(9.1% ▼)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12일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6.8%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48,346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47,231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61.1%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50,204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38.9%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6.6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469,312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31.9%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288,475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8.8%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15,751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93.1%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746,757명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21.7%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26,782명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44.4%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328,548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46,935명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773,535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48,346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332,832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47,547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길 건너)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(1,478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112.4%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166.9% ▲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63.8%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10월12일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10,545,000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(396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5,981,000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(1,060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26,629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(396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(66.7%)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(33.3%)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(59.3%)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(40.7%)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32.7%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(7.7%)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(22.3%)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(32.6%)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(28.3%)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(7.6%)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(1.1%)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10,020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11,908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13,982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(595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(823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11,182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1,478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(63.8%)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(36.2%)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74070521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0439857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1,191,286원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95건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12,540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1,032,938원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11,182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929,286원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93건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9,977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0.00130개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0.00006개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0.00006개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0.00155개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0.00025개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1,125개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0.02327개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99개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0.00205개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0.00021개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122.5%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0.0037개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화서환승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290대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꽃뫼환승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143대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2개 (433대)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0.00056대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429.9%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0.0530대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2293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2025-11-04T03:39:04Z</dcterms:modified>
</cp:coreProperties>
</file>