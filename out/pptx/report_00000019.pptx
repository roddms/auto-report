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47.074100000000001</c:v>
                </c:pt>
                <c:pt idx="1">
                  <c:v>26.9038</c:v>
                </c:pt>
                <c:pt idx="2">
                  <c:v>97.386799999999994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-42.85</c:v>
                </c:pt>
                <c:pt idx="2">
                  <c:v>261.98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795.82399999999996</c:v>
                </c:pt>
                <c:pt idx="1">
                  <c:v>895.25800000000004</c:v>
                </c:pt>
                <c:pt idx="2">
                  <c:v>841.87400000000002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12.49</c:v>
                </c:pt>
                <c:pt idx="2">
                  <c:v>-5.96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6F1-472D-83E8-3EC1431D3F23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8.8579000000000008</c:v>
                </c:pt>
                <c:pt idx="1">
                  <c:v>10.6014</c:v>
                </c:pt>
                <c:pt idx="2">
                  <c:v>14.0481</c:v>
                </c:pt>
                <c:pt idx="3">
                  <c:v>21.725200000000001</c:v>
                </c:pt>
                <c:pt idx="4">
                  <c:v>25.240500000000001</c:v>
                </c:pt>
                <c:pt idx="5">
                  <c:v>16.914000000000001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1398.25</c:v>
                </c:pt>
                <c:pt idx="1">
                  <c:v>1521.25</c:v>
                </c:pt>
                <c:pt idx="2">
                  <c:v>1827.375</c:v>
                </c:pt>
                <c:pt idx="3">
                  <c:v>2257.4375</c:v>
                </c:pt>
                <c:pt idx="4">
                  <c:v>2771.5</c:v>
                </c:pt>
                <c:pt idx="5">
                  <c:v>3376.3125</c:v>
                </c:pt>
                <c:pt idx="6">
                  <c:v>4052.75</c:v>
                </c:pt>
                <c:pt idx="7">
                  <c:v>4531.6875</c:v>
                </c:pt>
                <c:pt idx="8">
                  <c:v>4730.4375</c:v>
                </c:pt>
                <c:pt idx="9">
                  <c:v>4685.6875</c:v>
                </c:pt>
                <c:pt idx="10">
                  <c:v>4397.3125</c:v>
                </c:pt>
                <c:pt idx="11">
                  <c:v>4057</c:v>
                </c:pt>
                <c:pt idx="12">
                  <c:v>3513.5625</c:v>
                </c:pt>
                <c:pt idx="13">
                  <c:v>2944.75</c:v>
                </c:pt>
                <c:pt idx="14">
                  <c:v>2430.625</c:v>
                </c:pt>
                <c:pt idx="15">
                  <c:v>1978</c:v>
                </c:pt>
                <c:pt idx="16">
                  <c:v>1597.1875</c:v>
                </c:pt>
                <c:pt idx="17">
                  <c:v>1364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7.5220000000000002</c:v>
                </c:pt>
                <c:pt idx="1">
                  <c:v>7.8516000000000004</c:v>
                </c:pt>
                <c:pt idx="2">
                  <c:v>5.3146000000000004</c:v>
                </c:pt>
                <c:pt idx="3">
                  <c:v>5.5572999999999997</c:v>
                </c:pt>
                <c:pt idx="4">
                  <c:v>5.4653999999999998</c:v>
                </c:pt>
                <c:pt idx="5">
                  <c:v>5.8251999999999997</c:v>
                </c:pt>
                <c:pt idx="6">
                  <c:v>6.9196999999999997</c:v>
                </c:pt>
                <c:pt idx="7">
                  <c:v>7.2563000000000004</c:v>
                </c:pt>
                <c:pt idx="8">
                  <c:v>5.2355</c:v>
                </c:pt>
                <c:pt idx="9">
                  <c:v>3.9249999999999998</c:v>
                </c:pt>
                <c:pt idx="10">
                  <c:v>5.3587999999999996</c:v>
                </c:pt>
                <c:pt idx="11">
                  <c:v>7.3563000000000001</c:v>
                </c:pt>
                <c:pt idx="12">
                  <c:v>6.5217000000000001</c:v>
                </c:pt>
                <c:pt idx="13">
                  <c:v>5.3124000000000002</c:v>
                </c:pt>
                <c:pt idx="14">
                  <c:v>6.2716000000000003</c:v>
                </c:pt>
                <c:pt idx="15">
                  <c:v>5.6933999999999996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142A7F7-07DB-4C71-84B5-B0920AD3D0F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264C854-9887-47A3-B829-D41089D19C3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49.622599999999998</c:v>
                </c:pt>
                <c:pt idx="1">
                  <c:v>47.764200000000002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F62CE1C-9571-456C-849A-FAEF792450A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3AE012B-7CDB-4780-9D61-0914C63C13B8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88.419300000000007</c:v>
                </c:pt>
                <c:pt idx="1">
                  <c:v>8.9673999999999996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7078158-3408-4D0F-A9A8-D9B2BA13CEF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9B132C0-B18C-4818-B2D9-A642820E09F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1E28063-DD38-4124-A3AC-6BD453057BF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30.349699999999999</c:v>
                </c:pt>
                <c:pt idx="1">
                  <c:v>9.2959999999999994</c:v>
                </c:pt>
                <c:pt idx="2">
                  <c:v>57.741300000000003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496226</c:v>
                </c:pt>
                <c:pt idx="1">
                  <c:v>477642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4D1-46F4-9534-5538EFCDEFF2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88579</c:v>
                </c:pt>
                <c:pt idx="1">
                  <c:v>106014</c:v>
                </c:pt>
                <c:pt idx="2">
                  <c:v>140481</c:v>
                </c:pt>
                <c:pt idx="3">
                  <c:v>217252</c:v>
                </c:pt>
                <c:pt idx="4">
                  <c:v>252405</c:v>
                </c:pt>
                <c:pt idx="5">
                  <c:v>169140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152.21</c:v>
                </c:pt>
                <c:pt idx="1">
                  <c:v>174.71</c:v>
                </c:pt>
                <c:pt idx="2">
                  <c:v>206.94</c:v>
                </c:pt>
                <c:pt idx="3">
                  <c:v>314.04000000000002</c:v>
                </c:pt>
                <c:pt idx="4">
                  <c:v>300.66000000000003</c:v>
                </c:pt>
                <c:pt idx="5">
                  <c:v>396.13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7.5220000000000002</c:v>
                </c:pt>
                <c:pt idx="1">
                  <c:v>7.8516000000000004</c:v>
                </c:pt>
                <c:pt idx="2">
                  <c:v>5.3146000000000004</c:v>
                </c:pt>
                <c:pt idx="3">
                  <c:v>5.5572999999999997</c:v>
                </c:pt>
                <c:pt idx="4">
                  <c:v>5.4653999999999998</c:v>
                </c:pt>
                <c:pt idx="5">
                  <c:v>5.8251999999999997</c:v>
                </c:pt>
                <c:pt idx="6">
                  <c:v>6.9196999999999997</c:v>
                </c:pt>
                <c:pt idx="7">
                  <c:v>7.2563000000000004</c:v>
                </c:pt>
                <c:pt idx="8">
                  <c:v>5.2355</c:v>
                </c:pt>
                <c:pt idx="9">
                  <c:v>3.9249999999999998</c:v>
                </c:pt>
                <c:pt idx="10">
                  <c:v>5.3587999999999996</c:v>
                </c:pt>
                <c:pt idx="11">
                  <c:v>7.3563000000000001</c:v>
                </c:pt>
                <c:pt idx="12">
                  <c:v>6.5217000000000001</c:v>
                </c:pt>
                <c:pt idx="13">
                  <c:v>5.3124000000000002</c:v>
                </c:pt>
                <c:pt idx="14">
                  <c:v>6.2716000000000003</c:v>
                </c:pt>
                <c:pt idx="15">
                  <c:v>5.6933999999999996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0.14111000000000001</c:v>
                </c:pt>
                <c:pt idx="1">
                  <c:v>0.15259</c:v>
                </c:pt>
                <c:pt idx="2">
                  <c:v>0.18279999999999999</c:v>
                </c:pt>
                <c:pt idx="3">
                  <c:v>0.22317999999999999</c:v>
                </c:pt>
                <c:pt idx="4">
                  <c:v>0.27199000000000001</c:v>
                </c:pt>
                <c:pt idx="5">
                  <c:v>0.32943</c:v>
                </c:pt>
                <c:pt idx="6">
                  <c:v>0.38930999999999999</c:v>
                </c:pt>
                <c:pt idx="7">
                  <c:v>0.42496</c:v>
                </c:pt>
                <c:pt idx="8">
                  <c:v>0.43409999999999999</c:v>
                </c:pt>
                <c:pt idx="9">
                  <c:v>0.42198000000000002</c:v>
                </c:pt>
                <c:pt idx="10">
                  <c:v>0.38861000000000001</c:v>
                </c:pt>
                <c:pt idx="11">
                  <c:v>0.35514000000000001</c:v>
                </c:pt>
                <c:pt idx="12">
                  <c:v>0.31272</c:v>
                </c:pt>
                <c:pt idx="13">
                  <c:v>0.26787</c:v>
                </c:pt>
                <c:pt idx="14">
                  <c:v>0.23066</c:v>
                </c:pt>
                <c:pt idx="15">
                  <c:v>0.19209000000000001</c:v>
                </c:pt>
                <c:pt idx="16">
                  <c:v>0.15714</c:v>
                </c:pt>
                <c:pt idx="17">
                  <c:v>0.13489999999999999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0.13768333333333332</c:v>
                </c:pt>
                <c:pt idx="1">
                  <c:v>0.15135000000000001</c:v>
                </c:pt>
                <c:pt idx="2">
                  <c:v>0.18263333333333334</c:v>
                </c:pt>
                <c:pt idx="3">
                  <c:v>0.23001666666666667</c:v>
                </c:pt>
                <c:pt idx="4">
                  <c:v>0.28575</c:v>
                </c:pt>
                <c:pt idx="5">
                  <c:v>0.3513</c:v>
                </c:pt>
                <c:pt idx="6">
                  <c:v>0.43188333333333334</c:v>
                </c:pt>
                <c:pt idx="7">
                  <c:v>0.50018333333333331</c:v>
                </c:pt>
                <c:pt idx="8">
                  <c:v>0.53795000000000004</c:v>
                </c:pt>
                <c:pt idx="9">
                  <c:v>0.54621666666666668</c:v>
                </c:pt>
                <c:pt idx="10">
                  <c:v>0.52493333333333336</c:v>
                </c:pt>
                <c:pt idx="11">
                  <c:v>0.48996666666666666</c:v>
                </c:pt>
                <c:pt idx="12">
                  <c:v>0.41575000000000001</c:v>
                </c:pt>
                <c:pt idx="13">
                  <c:v>0.33881666666666665</c:v>
                </c:pt>
                <c:pt idx="14">
                  <c:v>0.26373333333333332</c:v>
                </c:pt>
                <c:pt idx="15">
                  <c:v>0.20731666666666668</c:v>
                </c:pt>
                <c:pt idx="16">
                  <c:v>0.16401666666666667</c:v>
                </c:pt>
                <c:pt idx="17">
                  <c:v>0.1389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1.07195</c:v>
                </c:pt>
                <c:pt idx="1">
                  <c:v>0.63151000000000002</c:v>
                </c:pt>
                <c:pt idx="2">
                  <c:v>3.0349699999999999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0.49828</c:v>
                </c:pt>
                <c:pt idx="1">
                  <c:v>0.28827000000000003</c:v>
                </c:pt>
                <c:pt idx="2">
                  <c:v>0.92959999999999998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3.1371600000000002</c:v>
                </c:pt>
                <c:pt idx="1">
                  <c:v>1.7706200000000001</c:v>
                </c:pt>
                <c:pt idx="2">
                  <c:v>5.7741300000000004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0.33362999999999998</c:v>
                </c:pt>
                <c:pt idx="1">
                  <c:v>0.10625999999999999</c:v>
                </c:pt>
                <c:pt idx="2">
                  <c:v>0.89673999999999998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4.3738400000000004</c:v>
                </c:pt>
                <c:pt idx="1">
                  <c:v>2.5841799999999999</c:v>
                </c:pt>
                <c:pt idx="2">
                  <c:v>8.8419299999999996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72BF-443C-A59E-3DBE8E988BA1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72BF-443C-A59E-3DBE8E988BA1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72BF-443C-A59E-3DBE8E988BA1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72BF-443C-A59E-3DBE8E988BA1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72BF-443C-A59E-3DBE8E988BA1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72BF-443C-A59E-3DBE8E988BA1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70833</c:v>
                </c:pt>
                <c:pt idx="1">
                  <c:v>60435</c:v>
                </c:pt>
                <c:pt idx="2">
                  <c:v>50085</c:v>
                </c:pt>
                <c:pt idx="3">
                  <c:v>51027</c:v>
                </c:pt>
                <c:pt idx="4">
                  <c:v>47632</c:v>
                </c:pt>
                <c:pt idx="5">
                  <c:v>53216</c:v>
                </c:pt>
                <c:pt idx="6">
                  <c:v>57004</c:v>
                </c:pt>
                <c:pt idx="7">
                  <c:v>75220</c:v>
                </c:pt>
                <c:pt idx="8">
                  <c:v>78516</c:v>
                </c:pt>
                <c:pt idx="9">
                  <c:v>53146</c:v>
                </c:pt>
                <c:pt idx="10">
                  <c:v>55573</c:v>
                </c:pt>
                <c:pt idx="11">
                  <c:v>54654</c:v>
                </c:pt>
                <c:pt idx="12">
                  <c:v>58252</c:v>
                </c:pt>
                <c:pt idx="13">
                  <c:v>69197</c:v>
                </c:pt>
                <c:pt idx="14">
                  <c:v>72563</c:v>
                </c:pt>
                <c:pt idx="15">
                  <c:v>52355</c:v>
                </c:pt>
                <c:pt idx="16">
                  <c:v>39250</c:v>
                </c:pt>
                <c:pt idx="17">
                  <c:v>53588</c:v>
                </c:pt>
                <c:pt idx="18">
                  <c:v>73563</c:v>
                </c:pt>
                <c:pt idx="19">
                  <c:v>65217</c:v>
                </c:pt>
                <c:pt idx="20">
                  <c:v>53124</c:v>
                </c:pt>
                <c:pt idx="21">
                  <c:v>62716</c:v>
                </c:pt>
                <c:pt idx="22">
                  <c:v>56934</c:v>
                </c:pt>
                <c:pt idx="23">
                  <c:v>45511</c:v>
                </c:pt>
                <c:pt idx="24">
                  <c:v>52830</c:v>
                </c:pt>
                <c:pt idx="25">
                  <c:v>53110</c:v>
                </c:pt>
                <c:pt idx="26">
                  <c:v>51927</c:v>
                </c:pt>
                <c:pt idx="27">
                  <c:v>55680</c:v>
                </c:pt>
                <c:pt idx="28">
                  <c:v>67624</c:v>
                </c:pt>
                <c:pt idx="29">
                  <c:v>62597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473C1D2-DE17-4D8B-93BC-0FAD353D1E4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518.51</c:v>
                </c:pt>
                <c:pt idx="1">
                  <c:v>323.36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50대</c:v>
                </c:pt>
                <c:pt idx="2">
                  <c:v>30대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344.64400000000001</c:v>
                </c:pt>
                <c:pt idx="1">
                  <c:v>183.17099999999999</c:v>
                </c:pt>
                <c:pt idx="2">
                  <c:v>158.87100000000001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82.673000000000002</c:v>
                </c:pt>
                <c:pt idx="1">
                  <c:v>668.76800000000003</c:v>
                </c:pt>
                <c:pt idx="2">
                  <c:v>90.429000000000002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간이음식점</c:v>
                </c:pt>
                <c:pt idx="2">
                  <c:v>중식</c:v>
                </c:pt>
                <c:pt idx="3">
                  <c:v>편의점</c:v>
                </c:pt>
                <c:pt idx="4">
                  <c:v>음료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522.553</c:v>
                </c:pt>
                <c:pt idx="1">
                  <c:v>222.273</c:v>
                </c:pt>
                <c:pt idx="2">
                  <c:v>46.435000000000002</c:v>
                </c:pt>
                <c:pt idx="3">
                  <c:v>20.704000000000001</c:v>
                </c:pt>
                <c:pt idx="4">
                  <c:v>19.282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87.82</c:v>
                </c:pt>
                <c:pt idx="1">
                  <c:v>64.134</c:v>
                </c:pt>
                <c:pt idx="2">
                  <c:v>16.202000000000002</c:v>
                </c:pt>
                <c:pt idx="3">
                  <c:v>16.245999999999999</c:v>
                </c:pt>
                <c:pt idx="4">
                  <c:v>18.306000000000001</c:v>
                </c:pt>
                <c:pt idx="5">
                  <c:v>32.039000000000001</c:v>
                </c:pt>
                <c:pt idx="6">
                  <c:v>80.281000000000006</c:v>
                </c:pt>
                <c:pt idx="7">
                  <c:v>78.655000000000001</c:v>
                </c:pt>
                <c:pt idx="8">
                  <c:v>44.709000000000003</c:v>
                </c:pt>
                <c:pt idx="9">
                  <c:v>30.748000000000001</c:v>
                </c:pt>
                <c:pt idx="10">
                  <c:v>53.393000000000001</c:v>
                </c:pt>
                <c:pt idx="11">
                  <c:v>94.3</c:v>
                </c:pt>
                <c:pt idx="12">
                  <c:v>85.448999999999998</c:v>
                </c:pt>
                <c:pt idx="13">
                  <c:v>26.309000000000001</c:v>
                </c:pt>
                <c:pt idx="14">
                  <c:v>65.385999999999996</c:v>
                </c:pt>
                <c:pt idx="15">
                  <c:v>47.896999999999998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간이음식점</c:v>
                </c:pt>
                <c:pt idx="2">
                  <c:v>중식</c:v>
                </c:pt>
                <c:pt idx="3">
                  <c:v>편의점</c:v>
                </c:pt>
                <c:pt idx="4">
                  <c:v>음료</c:v>
                </c:pt>
                <c:pt idx="5">
                  <c:v>여관</c:v>
                </c:pt>
                <c:pt idx="6">
                  <c:v>종합의류</c:v>
                </c:pt>
                <c:pt idx="7">
                  <c:v>주점</c:v>
                </c:pt>
                <c:pt idx="8">
                  <c:v>단란주점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522.553</c:v>
                </c:pt>
                <c:pt idx="1">
                  <c:v>222.273</c:v>
                </c:pt>
                <c:pt idx="2">
                  <c:v>46.435000000000002</c:v>
                </c:pt>
                <c:pt idx="3">
                  <c:v>20.704000000000001</c:v>
                </c:pt>
                <c:pt idx="4">
                  <c:v>19.282</c:v>
                </c:pt>
                <c:pt idx="5">
                  <c:v>5.5309999999999997</c:v>
                </c:pt>
                <c:pt idx="6">
                  <c:v>2.3180000000000001</c:v>
                </c:pt>
                <c:pt idx="7">
                  <c:v>1.974</c:v>
                </c:pt>
                <c:pt idx="8">
                  <c:v>0.80400000000000005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간이음식점</c:v>
                </c:pt>
                <c:pt idx="2">
                  <c:v>중식</c:v>
                </c:pt>
                <c:pt idx="3">
                  <c:v>편의점</c:v>
                </c:pt>
                <c:pt idx="4">
                  <c:v>음료</c:v>
                </c:pt>
                <c:pt idx="5">
                  <c:v>여관</c:v>
                </c:pt>
                <c:pt idx="6">
                  <c:v>종합의류</c:v>
                </c:pt>
                <c:pt idx="7">
                  <c:v>주점</c:v>
                </c:pt>
                <c:pt idx="8">
                  <c:v>단란주점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13378</c:v>
                </c:pt>
                <c:pt idx="1">
                  <c:v>6111</c:v>
                </c:pt>
                <c:pt idx="2">
                  <c:v>1163</c:v>
                </c:pt>
                <c:pt idx="3">
                  <c:v>2826</c:v>
                </c:pt>
                <c:pt idx="4">
                  <c:v>2633</c:v>
                </c:pt>
                <c:pt idx="5">
                  <c:v>128</c:v>
                </c:pt>
                <c:pt idx="6">
                  <c:v>32</c:v>
                </c:pt>
                <c:pt idx="7">
                  <c:v>32</c:v>
                </c:pt>
                <c:pt idx="8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Sheet1!$A$2:$A$10</c:f>
              <c:strCache>
                <c:ptCount val="9"/>
                <c:pt idx="0">
                  <c:v>종합의류</c:v>
                </c:pt>
                <c:pt idx="1">
                  <c:v>주점</c:v>
                </c:pt>
                <c:pt idx="2">
                  <c:v>단란주점</c:v>
                </c:pt>
                <c:pt idx="3">
                  <c:v>여관</c:v>
                </c:pt>
                <c:pt idx="4">
                  <c:v>중식</c:v>
                </c:pt>
                <c:pt idx="5">
                  <c:v>한식</c:v>
                </c:pt>
                <c:pt idx="6">
                  <c:v>간이음식점</c:v>
                </c:pt>
                <c:pt idx="7">
                  <c:v>편의점</c:v>
                </c:pt>
                <c:pt idx="8">
                  <c:v>음료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7.2437500000000004</c:v>
                </c:pt>
                <c:pt idx="1">
                  <c:v>6.1687500000000002</c:v>
                </c:pt>
                <c:pt idx="2">
                  <c:v>5.0250000000000004</c:v>
                </c:pt>
                <c:pt idx="3">
                  <c:v>4.3210937500000002</c:v>
                </c:pt>
                <c:pt idx="4">
                  <c:v>3.9926913155631985</c:v>
                </c:pt>
                <c:pt idx="5">
                  <c:v>3.9060621916579459</c:v>
                </c:pt>
                <c:pt idx="6">
                  <c:v>3.637260677466863</c:v>
                </c:pt>
                <c:pt idx="7">
                  <c:v>0.73262561924982306</c:v>
                </c:pt>
                <c:pt idx="8">
                  <c:v>0.73232054690467152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간이음식점</c:v>
                </c:pt>
                <c:pt idx="2">
                  <c:v>중식</c:v>
                </c:pt>
                <c:pt idx="3">
                  <c:v>편의점</c:v>
                </c:pt>
                <c:pt idx="4">
                  <c:v>음료</c:v>
                </c:pt>
                <c:pt idx="5">
                  <c:v>여관</c:v>
                </c:pt>
                <c:pt idx="6">
                  <c:v>종합의류</c:v>
                </c:pt>
                <c:pt idx="7">
                  <c:v>주점</c:v>
                </c:pt>
                <c:pt idx="8">
                  <c:v>단란주점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324.07499999999999</c:v>
                </c:pt>
                <c:pt idx="1">
                  <c:v>134.71799999999999</c:v>
                </c:pt>
                <c:pt idx="2">
                  <c:v>28.954000000000001</c:v>
                </c:pt>
                <c:pt idx="3">
                  <c:v>13.331</c:v>
                </c:pt>
                <c:pt idx="4">
                  <c:v>12.053000000000001</c:v>
                </c:pt>
                <c:pt idx="5">
                  <c:v>2.95</c:v>
                </c:pt>
                <c:pt idx="6">
                  <c:v>1.119</c:v>
                </c:pt>
                <c:pt idx="7">
                  <c:v>0.50600000000000001</c:v>
                </c:pt>
                <c:pt idx="8">
                  <c:v>0.80400000000000005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간이음식점</c:v>
                </c:pt>
                <c:pt idx="2">
                  <c:v>중식</c:v>
                </c:pt>
                <c:pt idx="3">
                  <c:v>편의점</c:v>
                </c:pt>
                <c:pt idx="4">
                  <c:v>음료</c:v>
                </c:pt>
                <c:pt idx="5">
                  <c:v>여관</c:v>
                </c:pt>
                <c:pt idx="6">
                  <c:v>종합의류</c:v>
                </c:pt>
                <c:pt idx="7">
                  <c:v>주점</c:v>
                </c:pt>
                <c:pt idx="8">
                  <c:v>단란주점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198.47499999999999</c:v>
                </c:pt>
                <c:pt idx="1">
                  <c:v>87.555999999999997</c:v>
                </c:pt>
                <c:pt idx="2">
                  <c:v>17.48</c:v>
                </c:pt>
                <c:pt idx="3">
                  <c:v>7.375</c:v>
                </c:pt>
                <c:pt idx="4">
                  <c:v>7.2290000000000001</c:v>
                </c:pt>
                <c:pt idx="5">
                  <c:v>2.5779999999999998</c:v>
                </c:pt>
                <c:pt idx="6">
                  <c:v>1.1990000000000001</c:v>
                </c:pt>
                <c:pt idx="7">
                  <c:v>1.468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0.17599999999999999</c:v>
                </c:pt>
                <c:pt idx="2">
                  <c:v>0.35099999999999998</c:v>
                </c:pt>
                <c:pt idx="3">
                  <c:v>0.21299999999999999</c:v>
                </c:pt>
                <c:pt idx="4">
                  <c:v>1.143</c:v>
                </c:pt>
                <c:pt idx="5">
                  <c:v>5.3239999999999998</c:v>
                </c:pt>
                <c:pt idx="6">
                  <c:v>19.734000000000002</c:v>
                </c:pt>
                <c:pt idx="7">
                  <c:v>32.656999999999996</c:v>
                </c:pt>
                <c:pt idx="8">
                  <c:v>31.734999999999999</c:v>
                </c:pt>
                <c:pt idx="9">
                  <c:v>29.251999999999999</c:v>
                </c:pt>
                <c:pt idx="10">
                  <c:v>35.003999999999998</c:v>
                </c:pt>
                <c:pt idx="11">
                  <c:v>48.514000000000003</c:v>
                </c:pt>
                <c:pt idx="12">
                  <c:v>75.462999999999994</c:v>
                </c:pt>
                <c:pt idx="13">
                  <c:v>85.760999999999996</c:v>
                </c:pt>
                <c:pt idx="14">
                  <c:v>70.248000000000005</c:v>
                </c:pt>
                <c:pt idx="15">
                  <c:v>48.36</c:v>
                </c:pt>
                <c:pt idx="16">
                  <c:v>28.388999999999999</c:v>
                </c:pt>
                <c:pt idx="17">
                  <c:v>7.07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0.52200000000000002</c:v>
                </c:pt>
                <c:pt idx="5">
                  <c:v>3.9689999999999999</c:v>
                </c:pt>
                <c:pt idx="6">
                  <c:v>12.558999999999999</c:v>
                </c:pt>
                <c:pt idx="7">
                  <c:v>17.823</c:v>
                </c:pt>
                <c:pt idx="8">
                  <c:v>18.064</c:v>
                </c:pt>
                <c:pt idx="9">
                  <c:v>16.838000000000001</c:v>
                </c:pt>
                <c:pt idx="10">
                  <c:v>17.995999999999999</c:v>
                </c:pt>
                <c:pt idx="11">
                  <c:v>22.713000000000001</c:v>
                </c:pt>
                <c:pt idx="12">
                  <c:v>23.335000000000001</c:v>
                </c:pt>
                <c:pt idx="13">
                  <c:v>22.652000000000001</c:v>
                </c:pt>
                <c:pt idx="14">
                  <c:v>23.893000000000001</c:v>
                </c:pt>
                <c:pt idx="15">
                  <c:v>23.718</c:v>
                </c:pt>
                <c:pt idx="16">
                  <c:v>18.190999999999999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0.99099999999999999</c:v>
                </c:pt>
                <c:pt idx="6">
                  <c:v>5.649</c:v>
                </c:pt>
                <c:pt idx="7">
                  <c:v>5.3860000000000001</c:v>
                </c:pt>
                <c:pt idx="8">
                  <c:v>5.2889999999999997</c:v>
                </c:pt>
                <c:pt idx="9">
                  <c:v>2.7080000000000002</c:v>
                </c:pt>
                <c:pt idx="10">
                  <c:v>1.4970000000000001</c:v>
                </c:pt>
                <c:pt idx="11">
                  <c:v>5.0940000000000003</c:v>
                </c:pt>
                <c:pt idx="12">
                  <c:v>8.1989999999999998</c:v>
                </c:pt>
                <c:pt idx="13">
                  <c:v>6.2</c:v>
                </c:pt>
                <c:pt idx="14">
                  <c:v>4.7229999999999999</c:v>
                </c:pt>
                <c:pt idx="15">
                  <c:v>0.70099999999999996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0.57999999999999996</c:v>
                </c:pt>
                <c:pt idx="1">
                  <c:v>0.23</c:v>
                </c:pt>
                <c:pt idx="2">
                  <c:v>0.52100000000000002</c:v>
                </c:pt>
                <c:pt idx="3">
                  <c:v>0.59399999999999997</c:v>
                </c:pt>
                <c:pt idx="4">
                  <c:v>0.29699999999999999</c:v>
                </c:pt>
                <c:pt idx="5">
                  <c:v>0.57299999999999995</c:v>
                </c:pt>
                <c:pt idx="6">
                  <c:v>0.62</c:v>
                </c:pt>
                <c:pt idx="7">
                  <c:v>0.60299999999999998</c:v>
                </c:pt>
                <c:pt idx="8">
                  <c:v>0.74099999999999999</c:v>
                </c:pt>
                <c:pt idx="9">
                  <c:v>1.131</c:v>
                </c:pt>
                <c:pt idx="10">
                  <c:v>1.5640000000000001</c:v>
                </c:pt>
                <c:pt idx="11">
                  <c:v>1.8420000000000001</c:v>
                </c:pt>
                <c:pt idx="12">
                  <c:v>1.6439999999999999</c:v>
                </c:pt>
                <c:pt idx="13">
                  <c:v>2.5190000000000001</c:v>
                </c:pt>
                <c:pt idx="14">
                  <c:v>2.2000000000000002</c:v>
                </c:pt>
                <c:pt idx="15">
                  <c:v>1.6459999999999999</c:v>
                </c:pt>
                <c:pt idx="16">
                  <c:v>1.766</c:v>
                </c:pt>
                <c:pt idx="17">
                  <c:v>0.44800000000000001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2.7E-2</c:v>
                </c:pt>
                <c:pt idx="3">
                  <c:v>0.36899999999999999</c:v>
                </c:pt>
                <c:pt idx="4">
                  <c:v>0.752</c:v>
                </c:pt>
                <c:pt idx="5">
                  <c:v>0.69899999999999995</c:v>
                </c:pt>
                <c:pt idx="6">
                  <c:v>2.6240000000000001</c:v>
                </c:pt>
                <c:pt idx="7">
                  <c:v>1.4159999999999999</c:v>
                </c:pt>
                <c:pt idx="8">
                  <c:v>1.514</c:v>
                </c:pt>
                <c:pt idx="9">
                  <c:v>2.109</c:v>
                </c:pt>
                <c:pt idx="10">
                  <c:v>1.2849999999999999</c:v>
                </c:pt>
                <c:pt idx="11">
                  <c:v>1.3779999999999999</c:v>
                </c:pt>
                <c:pt idx="12">
                  <c:v>1.5489999999999999</c:v>
                </c:pt>
                <c:pt idx="13">
                  <c:v>1.538</c:v>
                </c:pt>
                <c:pt idx="14">
                  <c:v>1.3149999999999999</c:v>
                </c:pt>
                <c:pt idx="15">
                  <c:v>0.61199999999999999</c:v>
                </c:pt>
                <c:pt idx="16">
                  <c:v>0.36599999999999999</c:v>
                </c:pt>
                <c:pt idx="17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176000</c:v>
                </c:pt>
                <c:pt idx="2">
                  <c:v>351000</c:v>
                </c:pt>
                <c:pt idx="3">
                  <c:v>213000</c:v>
                </c:pt>
                <c:pt idx="4">
                  <c:v>1143000</c:v>
                </c:pt>
                <c:pt idx="5">
                  <c:v>5324000</c:v>
                </c:pt>
                <c:pt idx="6">
                  <c:v>19734000</c:v>
                </c:pt>
                <c:pt idx="7">
                  <c:v>32657000</c:v>
                </c:pt>
                <c:pt idx="8">
                  <c:v>31735000</c:v>
                </c:pt>
                <c:pt idx="9">
                  <c:v>29252000</c:v>
                </c:pt>
                <c:pt idx="10">
                  <c:v>35004000</c:v>
                </c:pt>
                <c:pt idx="11">
                  <c:v>48514000</c:v>
                </c:pt>
                <c:pt idx="12">
                  <c:v>75463000</c:v>
                </c:pt>
                <c:pt idx="13">
                  <c:v>85761000</c:v>
                </c:pt>
                <c:pt idx="14">
                  <c:v>70248000</c:v>
                </c:pt>
                <c:pt idx="15">
                  <c:v>48360000</c:v>
                </c:pt>
                <c:pt idx="16">
                  <c:v>28389000</c:v>
                </c:pt>
                <c:pt idx="17">
                  <c:v>7070000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522000</c:v>
                </c:pt>
                <c:pt idx="5">
                  <c:v>3969000</c:v>
                </c:pt>
                <c:pt idx="6">
                  <c:v>12559000</c:v>
                </c:pt>
                <c:pt idx="7">
                  <c:v>17823000</c:v>
                </c:pt>
                <c:pt idx="8">
                  <c:v>18064000</c:v>
                </c:pt>
                <c:pt idx="9">
                  <c:v>16838000</c:v>
                </c:pt>
                <c:pt idx="10">
                  <c:v>17996000</c:v>
                </c:pt>
                <c:pt idx="11">
                  <c:v>22713000</c:v>
                </c:pt>
                <c:pt idx="12">
                  <c:v>23335000</c:v>
                </c:pt>
                <c:pt idx="13">
                  <c:v>22652000</c:v>
                </c:pt>
                <c:pt idx="14">
                  <c:v>23893000</c:v>
                </c:pt>
                <c:pt idx="15">
                  <c:v>23718000</c:v>
                </c:pt>
                <c:pt idx="16">
                  <c:v>18191000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580000</c:v>
                </c:pt>
                <c:pt idx="1">
                  <c:v>230000</c:v>
                </c:pt>
                <c:pt idx="2">
                  <c:v>521000</c:v>
                </c:pt>
                <c:pt idx="3">
                  <c:v>594000</c:v>
                </c:pt>
                <c:pt idx="4">
                  <c:v>297000</c:v>
                </c:pt>
                <c:pt idx="5">
                  <c:v>573000</c:v>
                </c:pt>
                <c:pt idx="6">
                  <c:v>620000</c:v>
                </c:pt>
                <c:pt idx="7">
                  <c:v>603000</c:v>
                </c:pt>
                <c:pt idx="8">
                  <c:v>741000</c:v>
                </c:pt>
                <c:pt idx="9">
                  <c:v>1131000</c:v>
                </c:pt>
                <c:pt idx="10">
                  <c:v>1564000</c:v>
                </c:pt>
                <c:pt idx="11">
                  <c:v>1842000</c:v>
                </c:pt>
                <c:pt idx="12">
                  <c:v>1644000</c:v>
                </c:pt>
                <c:pt idx="13">
                  <c:v>2519000</c:v>
                </c:pt>
                <c:pt idx="14">
                  <c:v>2200000</c:v>
                </c:pt>
                <c:pt idx="15">
                  <c:v>1646000</c:v>
                </c:pt>
                <c:pt idx="16">
                  <c:v>1766000</c:v>
                </c:pt>
                <c:pt idx="17">
                  <c:v>448000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27000</c:v>
                </c:pt>
                <c:pt idx="3">
                  <c:v>369000</c:v>
                </c:pt>
                <c:pt idx="4">
                  <c:v>752000</c:v>
                </c:pt>
                <c:pt idx="5">
                  <c:v>699000</c:v>
                </c:pt>
                <c:pt idx="6">
                  <c:v>2624000</c:v>
                </c:pt>
                <c:pt idx="7">
                  <c:v>1416000</c:v>
                </c:pt>
                <c:pt idx="8">
                  <c:v>1514000</c:v>
                </c:pt>
                <c:pt idx="9">
                  <c:v>2109000</c:v>
                </c:pt>
                <c:pt idx="10">
                  <c:v>1285000</c:v>
                </c:pt>
                <c:pt idx="11">
                  <c:v>1378000</c:v>
                </c:pt>
                <c:pt idx="12">
                  <c:v>1549000</c:v>
                </c:pt>
                <c:pt idx="13">
                  <c:v>1538000</c:v>
                </c:pt>
                <c:pt idx="14">
                  <c:v>1315000</c:v>
                </c:pt>
                <c:pt idx="15">
                  <c:v>612000</c:v>
                </c:pt>
                <c:pt idx="16">
                  <c:v>366000</c:v>
                </c:pt>
                <c:pt idx="17">
                  <c:v>890000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27000</c:v>
                </c:pt>
                <c:pt idx="3">
                  <c:v>369000</c:v>
                </c:pt>
                <c:pt idx="4">
                  <c:v>752000</c:v>
                </c:pt>
                <c:pt idx="5">
                  <c:v>699000</c:v>
                </c:pt>
                <c:pt idx="6">
                  <c:v>2624000</c:v>
                </c:pt>
                <c:pt idx="7">
                  <c:v>1416000</c:v>
                </c:pt>
                <c:pt idx="8">
                  <c:v>1514000</c:v>
                </c:pt>
                <c:pt idx="9">
                  <c:v>2109000</c:v>
                </c:pt>
                <c:pt idx="10">
                  <c:v>1285000</c:v>
                </c:pt>
                <c:pt idx="11">
                  <c:v>1378000</c:v>
                </c:pt>
                <c:pt idx="12">
                  <c:v>1549000</c:v>
                </c:pt>
                <c:pt idx="13">
                  <c:v>1538000</c:v>
                </c:pt>
                <c:pt idx="14">
                  <c:v>1315000</c:v>
                </c:pt>
                <c:pt idx="15">
                  <c:v>612000</c:v>
                </c:pt>
                <c:pt idx="16">
                  <c:v>366000</c:v>
                </c:pt>
                <c:pt idx="17">
                  <c:v>890000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간이음식점</c:v>
                </c:pt>
                <c:pt idx="2">
                  <c:v>중식</c:v>
                </c:pt>
                <c:pt idx="3">
                  <c:v>편의점</c:v>
                </c:pt>
                <c:pt idx="4">
                  <c:v>음료</c:v>
                </c:pt>
                <c:pt idx="5">
                  <c:v>여관</c:v>
                </c:pt>
                <c:pt idx="6">
                  <c:v>종합의류</c:v>
                </c:pt>
                <c:pt idx="7">
                  <c:v>주점</c:v>
                </c:pt>
                <c:pt idx="8">
                  <c:v>단란주점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55.35</c:v>
                </c:pt>
                <c:pt idx="1">
                  <c:v>15.118</c:v>
                </c:pt>
                <c:pt idx="2">
                  <c:v>4.0679999999999996</c:v>
                </c:pt>
                <c:pt idx="3">
                  <c:v>4.97</c:v>
                </c:pt>
                <c:pt idx="4">
                  <c:v>1.9159999999999999</c:v>
                </c:pt>
                <c:pt idx="5">
                  <c:v>0.39900000000000002</c:v>
                </c:pt>
                <c:pt idx="6">
                  <c:v>0</c:v>
                </c:pt>
                <c:pt idx="7">
                  <c:v>0.85199999999999998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간이음식점</c:v>
                </c:pt>
                <c:pt idx="2">
                  <c:v>중식</c:v>
                </c:pt>
                <c:pt idx="3">
                  <c:v>편의점</c:v>
                </c:pt>
                <c:pt idx="4">
                  <c:v>음료</c:v>
                </c:pt>
                <c:pt idx="5">
                  <c:v>여관</c:v>
                </c:pt>
                <c:pt idx="6">
                  <c:v>종합의류</c:v>
                </c:pt>
                <c:pt idx="7">
                  <c:v>주점</c:v>
                </c:pt>
                <c:pt idx="8">
                  <c:v>단란주점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409.54399999999998</c:v>
                </c:pt>
                <c:pt idx="1">
                  <c:v>186.44900000000001</c:v>
                </c:pt>
                <c:pt idx="2">
                  <c:v>38.805</c:v>
                </c:pt>
                <c:pt idx="3">
                  <c:v>12.042</c:v>
                </c:pt>
                <c:pt idx="4">
                  <c:v>15.52</c:v>
                </c:pt>
                <c:pt idx="5">
                  <c:v>2.7229999999999999</c:v>
                </c:pt>
                <c:pt idx="6">
                  <c:v>1.7589999999999999</c:v>
                </c:pt>
                <c:pt idx="7">
                  <c:v>1.1220000000000001</c:v>
                </c:pt>
                <c:pt idx="8">
                  <c:v>0.80400000000000005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간이음식점</c:v>
                </c:pt>
                <c:pt idx="2">
                  <c:v>중식</c:v>
                </c:pt>
                <c:pt idx="3">
                  <c:v>편의점</c:v>
                </c:pt>
                <c:pt idx="4">
                  <c:v>음료</c:v>
                </c:pt>
                <c:pt idx="5">
                  <c:v>여관</c:v>
                </c:pt>
                <c:pt idx="6">
                  <c:v>종합의류</c:v>
                </c:pt>
                <c:pt idx="7">
                  <c:v>주점</c:v>
                </c:pt>
                <c:pt idx="8">
                  <c:v>단란주점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57.655000000000001</c:v>
                </c:pt>
                <c:pt idx="1">
                  <c:v>20.71</c:v>
                </c:pt>
                <c:pt idx="2">
                  <c:v>3.5619999999999998</c:v>
                </c:pt>
                <c:pt idx="3">
                  <c:v>3.6920000000000002</c:v>
                </c:pt>
                <c:pt idx="4">
                  <c:v>1.8440000000000001</c:v>
                </c:pt>
                <c:pt idx="5">
                  <c:v>2.407</c:v>
                </c:pt>
                <c:pt idx="6">
                  <c:v>0.55900000000000005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603-4162-A17C-851525C2651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603-4162-A17C-851525C2651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603-4162-A17C-851525C2651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603-4162-A17C-851525C2651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603-4162-A17C-851525C2651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603-4162-A17C-851525C2651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603-4162-A17C-851525C2651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603-4162-A17C-851525C2651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2603-4162-A17C-851525C2651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2603-4162-A17C-851525C2651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2603-4162-A17C-851525C2651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2603-4162-A17C-851525C2651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2603-4162-A17C-851525C2651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2603-4162-A17C-851525C2651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2603-4162-A17C-851525C2651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2603-4162-A17C-851525C2651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2603-4162-A17C-851525C2651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2603-4162-A17C-851525C2651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2603-4162-A17C-851525C2651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2603-4162-A17C-851525C2651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2603-4162-A17C-851525C2651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2603-4162-A17C-851525C2651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2603-4162-A17C-851525C2651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2603-4162-A17C-851525C26519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2603-4162-A17C-851525C26519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2603-4162-A17C-851525C26519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2603-4162-A17C-851525C26519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2603-4162-A17C-851525C26519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2603-4162-A17C-851525C26519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103.35</c:v>
                </c:pt>
                <c:pt idx="1">
                  <c:v>62.18</c:v>
                </c:pt>
                <c:pt idx="2">
                  <c:v>16.32</c:v>
                </c:pt>
                <c:pt idx="3">
                  <c:v>35.64</c:v>
                </c:pt>
                <c:pt idx="4">
                  <c:v>14.12</c:v>
                </c:pt>
                <c:pt idx="5">
                  <c:v>17.739999999999998</c:v>
                </c:pt>
                <c:pt idx="6">
                  <c:v>28.77</c:v>
                </c:pt>
                <c:pt idx="7">
                  <c:v>87.82</c:v>
                </c:pt>
                <c:pt idx="8">
                  <c:v>64.13</c:v>
                </c:pt>
                <c:pt idx="9">
                  <c:v>16.2</c:v>
                </c:pt>
                <c:pt idx="10">
                  <c:v>16.25</c:v>
                </c:pt>
                <c:pt idx="11">
                  <c:v>18.309999999999999</c:v>
                </c:pt>
                <c:pt idx="12">
                  <c:v>32.04</c:v>
                </c:pt>
                <c:pt idx="13">
                  <c:v>80.28</c:v>
                </c:pt>
                <c:pt idx="14">
                  <c:v>78.66</c:v>
                </c:pt>
                <c:pt idx="15">
                  <c:v>44.71</c:v>
                </c:pt>
                <c:pt idx="16">
                  <c:v>30.75</c:v>
                </c:pt>
                <c:pt idx="17">
                  <c:v>53.39</c:v>
                </c:pt>
                <c:pt idx="18">
                  <c:v>94.3</c:v>
                </c:pt>
                <c:pt idx="19">
                  <c:v>85.45</c:v>
                </c:pt>
                <c:pt idx="20">
                  <c:v>26.31</c:v>
                </c:pt>
                <c:pt idx="21">
                  <c:v>65.39</c:v>
                </c:pt>
                <c:pt idx="22">
                  <c:v>47.9</c:v>
                </c:pt>
                <c:pt idx="23">
                  <c:v>11.99</c:v>
                </c:pt>
                <c:pt idx="24">
                  <c:v>10.54</c:v>
                </c:pt>
                <c:pt idx="25">
                  <c:v>17.100000000000001</c:v>
                </c:pt>
                <c:pt idx="26">
                  <c:v>20.27</c:v>
                </c:pt>
                <c:pt idx="27">
                  <c:v>23.26</c:v>
                </c:pt>
                <c:pt idx="28">
                  <c:v>59.72</c:v>
                </c:pt>
                <c:pt idx="29">
                  <c:v>49.62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2603-4162-A17C-851525C26519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2603-4162-A17C-851525C26519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2603-4162-A17C-851525C26519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2603-4162-A17C-851525C26519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2603-4162-A17C-851525C26519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2603-4162-A17C-851525C26519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2603-4162-A17C-851525C26519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2603-4162-A17C-851525C26519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2603-4162-A17C-851525C26519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2603-4162-A17C-851525C26519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2603-4162-A17C-851525C26519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2603-4162-A17C-851525C26519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2603-4162-A17C-851525C26519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2603-4162-A17C-851525C26519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2603-4162-A17C-851525C26519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2603-4162-A17C-851525C26519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2603-4162-A17C-851525C26519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2603-4162-A17C-851525C26519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2603-4162-A17C-851525C26519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2603-4162-A17C-851525C26519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2603-4162-A17C-851525C26519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2603-4162-A17C-851525C26519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2603-4162-A17C-851525C26519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2603-4162-A17C-851525C26519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2603-4162-A17C-851525C26519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2603-4162-A17C-851525C26519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2603-4162-A17C-851525C26519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2603-4162-A17C-851525C26519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2603-4162-A17C-851525C26519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3171</c:v>
                </c:pt>
                <c:pt idx="1">
                  <c:v>2195</c:v>
                </c:pt>
                <c:pt idx="2">
                  <c:v>564</c:v>
                </c:pt>
                <c:pt idx="3">
                  <c:v>655</c:v>
                </c:pt>
                <c:pt idx="4">
                  <c:v>464</c:v>
                </c:pt>
                <c:pt idx="5">
                  <c:v>661</c:v>
                </c:pt>
                <c:pt idx="6">
                  <c:v>858</c:v>
                </c:pt>
                <c:pt idx="7">
                  <c:v>2686</c:v>
                </c:pt>
                <c:pt idx="8">
                  <c:v>2116</c:v>
                </c:pt>
                <c:pt idx="9">
                  <c:v>597</c:v>
                </c:pt>
                <c:pt idx="10">
                  <c:v>587</c:v>
                </c:pt>
                <c:pt idx="11">
                  <c:v>677</c:v>
                </c:pt>
                <c:pt idx="12">
                  <c:v>885</c:v>
                </c:pt>
                <c:pt idx="13">
                  <c:v>2456</c:v>
                </c:pt>
                <c:pt idx="14">
                  <c:v>2461</c:v>
                </c:pt>
                <c:pt idx="15">
                  <c:v>1370</c:v>
                </c:pt>
                <c:pt idx="16">
                  <c:v>1017</c:v>
                </c:pt>
                <c:pt idx="17">
                  <c:v>1503</c:v>
                </c:pt>
                <c:pt idx="18">
                  <c:v>2921</c:v>
                </c:pt>
                <c:pt idx="19">
                  <c:v>2541</c:v>
                </c:pt>
                <c:pt idx="20">
                  <c:v>837</c:v>
                </c:pt>
                <c:pt idx="21">
                  <c:v>2104</c:v>
                </c:pt>
                <c:pt idx="22">
                  <c:v>1561</c:v>
                </c:pt>
                <c:pt idx="23">
                  <c:v>372</c:v>
                </c:pt>
                <c:pt idx="24">
                  <c:v>416</c:v>
                </c:pt>
                <c:pt idx="25">
                  <c:v>484</c:v>
                </c:pt>
                <c:pt idx="26">
                  <c:v>614</c:v>
                </c:pt>
                <c:pt idx="27">
                  <c:v>750</c:v>
                </c:pt>
                <c:pt idx="28">
                  <c:v>1695</c:v>
                </c:pt>
                <c:pt idx="29">
                  <c:v>1593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간이음식점</cx:pt>
          <cx:pt idx="2">중식</cx:pt>
          <cx:pt idx="3">편의점</cx:pt>
          <cx:pt idx="4">음료</cx:pt>
          <cx:pt idx="5">여관</cx:pt>
          <cx:pt idx="6">종합의류</cx:pt>
          <cx:pt idx="7">주점</cx:pt>
          <cx:pt idx="8">단란주점</cx:pt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516.39999999999998</cx:pt>
          <cx:pt idx="1">220.90000000000001</cx:pt>
          <cx:pt idx="2">46.100000000000001</cx:pt>
          <cx:pt idx="3">20.100000000000001</cx:pt>
          <cx:pt idx="4">19.199999999999999</cx:pt>
          <cx:pt idx="5">5.2000000000000002</cx:pt>
          <cx:pt idx="6">2.2999999999999998</cx:pt>
          <cx:pt idx="7">2</cx:pt>
          <cx:pt idx="8">0.80000000000000004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간이음식점</cx:pt>
          <cx:pt idx="2">편의점</cx:pt>
          <cx:pt idx="3">중식</cx:pt>
          <cx:pt idx="4">여관</cx:pt>
          <cx:pt idx="5">음료</cx:pt>
          <cx:pt idx="6">주점</cx:pt>
          <cx:pt idx="7">단란주점</cx:pt>
          <cx:pt idx="8">종합의류</cx:pt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6.0999999999999996</cx:pt>
          <cx:pt idx="1">1.3999999999999999</cx:pt>
          <cx:pt idx="2">0.59999999999999998</cx:pt>
          <cx:pt idx="3">0.29999999999999999</cx:pt>
          <cx:pt idx="4">0.29999999999999999</cx:pt>
          <cx:pt idx="5">0.10000000000000001</cx:pt>
          <cx:pt idx="6">0</cx:pt>
          <cx:pt idx="7">0</cx:pt>
          <cx:pt idx="8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통닭거리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통닭거리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973,868명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262.0%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(78,516명)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8.1%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14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(4,730명)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842백만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62.1%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41.1%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6.0%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470,741명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269,038명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42.8%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973,868명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106.9%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796백만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895백만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12.5%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842백만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5.8%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통닭거리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통닭거리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973,868명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262.0%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(78,516명)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14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4,730명)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89,674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270.8%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253.3%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1.9%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(152.2%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(396.1%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8.1%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6일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60,867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57,556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59.1%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66,384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40.9%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8.7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303,497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380.6%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577,413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226.1%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92,960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222.5%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81.6%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884,193명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242.2%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89,674명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743.9%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390,232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55,747명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973,868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60,867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389,279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55,611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통닭거리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842백만원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(26,319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6.0%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864원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74.0%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41.1%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62.1%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10월8일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519,394,000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(13,329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519,394,000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(13,329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76,000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(62.5%)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간이음식점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(26.0%)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(5.6%)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(61.4%)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간이음식점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(27.1%)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(5.4%)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41.1%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52백만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(18.9%)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345백만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(40.9%)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183백만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(21.8%)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(9.0%)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(2.9%)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20시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31,736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32,250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30,468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(2,605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(2,968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669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(20,737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(69.3%)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(15.8%)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(6.5%)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32,030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28,791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26,009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306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(62.0%)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(26.5%)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(5.5%)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833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36606691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30375168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39,731,143원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1,224건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32,460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52,617,125원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1,645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31,987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27,498,857원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846건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32,494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63개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0.00104개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0.00062개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0.00059개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0.00107개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0.00007개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5,833개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0.09583개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0.00480개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0.00243개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0.00043개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87.8%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0.0031개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2개 (400대)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0.00041대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58.9%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0.0159대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2274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Pretendard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2025-11-04T03:47:05Z</dcterms:modified>
</cp:coreProperties>
</file>