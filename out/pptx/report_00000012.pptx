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6.4612999999999996</c:v>
                </c:pt>
                <c:pt idx="1">
                  <c:v>4.4177999999999997</c:v>
                </c:pt>
                <c:pt idx="2">
                  <c:v>15.6973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-31.63</c:v>
                </c:pt>
                <c:pt idx="2">
                  <c:v>255.32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6.9009999999999998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94-47FE-A909-59E1EA2FA5CA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4.1298000000000004</c:v>
                </c:pt>
                <c:pt idx="1">
                  <c:v>3.4289999999999998</c:v>
                </c:pt>
                <c:pt idx="2">
                  <c:v>2.7324000000000002</c:v>
                </c:pt>
                <c:pt idx="3">
                  <c:v>2.0125000000000002</c:v>
                </c:pt>
                <c:pt idx="4">
                  <c:v>2.3151999999999999</c:v>
                </c:pt>
                <c:pt idx="5">
                  <c:v>1.0782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298.5</c:v>
                </c:pt>
                <c:pt idx="1">
                  <c:v>316.625</c:v>
                </c:pt>
                <c:pt idx="2">
                  <c:v>357.25</c:v>
                </c:pt>
                <c:pt idx="3">
                  <c:v>465.375</c:v>
                </c:pt>
                <c:pt idx="4">
                  <c:v>596</c:v>
                </c:pt>
                <c:pt idx="5">
                  <c:v>818</c:v>
                </c:pt>
                <c:pt idx="6">
                  <c:v>1101.375</c:v>
                </c:pt>
                <c:pt idx="7">
                  <c:v>1334.125</c:v>
                </c:pt>
                <c:pt idx="8">
                  <c:v>1536.375</c:v>
                </c:pt>
                <c:pt idx="9">
                  <c:v>1662</c:v>
                </c:pt>
                <c:pt idx="10">
                  <c:v>1717.625</c:v>
                </c:pt>
                <c:pt idx="11">
                  <c:v>1769.125</c:v>
                </c:pt>
                <c:pt idx="12">
                  <c:v>1700</c:v>
                </c:pt>
                <c:pt idx="13">
                  <c:v>1539.125</c:v>
                </c:pt>
                <c:pt idx="14">
                  <c:v>1222.5</c:v>
                </c:pt>
                <c:pt idx="15">
                  <c:v>734.625</c:v>
                </c:pt>
                <c:pt idx="16">
                  <c:v>454.375</c:v>
                </c:pt>
                <c:pt idx="17">
                  <c:v>341.875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2.9304000000000001</c:v>
                </c:pt>
                <c:pt idx="1">
                  <c:v>2.3096999999999999</c:v>
                </c:pt>
                <c:pt idx="2">
                  <c:v>1.3295999999999999</c:v>
                </c:pt>
                <c:pt idx="3">
                  <c:v>1.1318999999999999</c:v>
                </c:pt>
                <c:pt idx="4">
                  <c:v>1.2007000000000001</c:v>
                </c:pt>
                <c:pt idx="5">
                  <c:v>1.3502000000000001</c:v>
                </c:pt>
                <c:pt idx="6">
                  <c:v>2.5394999999999999</c:v>
                </c:pt>
                <c:pt idx="7">
                  <c:v>2.9053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4A4C33D-4B48-459F-9E27-2977D9903D6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0C13DFA-9CBA-4497-BA07-11028E4D56B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6.8628999999999998</c:v>
                </c:pt>
                <c:pt idx="1">
                  <c:v>8.8344000000000005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C8F55A6-0098-42F7-9211-03602B7A642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0C560BA-547E-4F86-9494-01DAAB24FB2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14.850300000000001</c:v>
                </c:pt>
                <c:pt idx="1">
                  <c:v>0.84719999999999995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068E86D-95E1-4471-BCDE-B893048A059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651FD34-24A6-471A-88C0-7B09D1950D3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7E2B0F8-FC23-4FB8-ABB4-D5165121253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3.5954000000000002</c:v>
                </c:pt>
                <c:pt idx="1">
                  <c:v>0.94179999999999997</c:v>
                </c:pt>
                <c:pt idx="2">
                  <c:v>11.1601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68629</c:v>
                </c:pt>
                <c:pt idx="1">
                  <c:v>88344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137-4F4A-9BD8-59B2503DAEE2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41298</c:v>
                </c:pt>
                <c:pt idx="1">
                  <c:v>34290</c:v>
                </c:pt>
                <c:pt idx="2">
                  <c:v>27324</c:v>
                </c:pt>
                <c:pt idx="3">
                  <c:v>20125</c:v>
                </c:pt>
                <c:pt idx="4">
                  <c:v>23152</c:v>
                </c:pt>
                <c:pt idx="5">
                  <c:v>10782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724.97</c:v>
                </c:pt>
                <c:pt idx="1">
                  <c:v>408.15</c:v>
                </c:pt>
                <c:pt idx="2">
                  <c:v>229.72</c:v>
                </c:pt>
                <c:pt idx="3">
                  <c:v>126.12</c:v>
                </c:pt>
                <c:pt idx="4">
                  <c:v>136.53</c:v>
                </c:pt>
                <c:pt idx="5">
                  <c:v>97.8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2.9304000000000001</c:v>
                </c:pt>
                <c:pt idx="1">
                  <c:v>2.3096999999999999</c:v>
                </c:pt>
                <c:pt idx="2">
                  <c:v>1.3295999999999999</c:v>
                </c:pt>
                <c:pt idx="3">
                  <c:v>1.1318999999999999</c:v>
                </c:pt>
                <c:pt idx="4">
                  <c:v>1.2007000000000001</c:v>
                </c:pt>
                <c:pt idx="5">
                  <c:v>1.3502000000000001</c:v>
                </c:pt>
                <c:pt idx="6">
                  <c:v>2.5394999999999999</c:v>
                </c:pt>
                <c:pt idx="7">
                  <c:v>2.9053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2.8219999999999999E-2</c:v>
                </c:pt>
                <c:pt idx="1">
                  <c:v>2.9940000000000001E-2</c:v>
                </c:pt>
                <c:pt idx="2">
                  <c:v>3.2439999999999997E-2</c:v>
                </c:pt>
                <c:pt idx="3">
                  <c:v>3.8339999999999999E-2</c:v>
                </c:pt>
                <c:pt idx="4">
                  <c:v>4.8300000000000003E-2</c:v>
                </c:pt>
                <c:pt idx="5">
                  <c:v>6.3399999999999998E-2</c:v>
                </c:pt>
                <c:pt idx="6">
                  <c:v>8.3799999999999999E-2</c:v>
                </c:pt>
                <c:pt idx="7">
                  <c:v>0.10016</c:v>
                </c:pt>
                <c:pt idx="8">
                  <c:v>0.11318</c:v>
                </c:pt>
                <c:pt idx="9">
                  <c:v>0.1171</c:v>
                </c:pt>
                <c:pt idx="10">
                  <c:v>0.11716</c:v>
                </c:pt>
                <c:pt idx="11">
                  <c:v>0.12048</c:v>
                </c:pt>
                <c:pt idx="12">
                  <c:v>0.11998</c:v>
                </c:pt>
                <c:pt idx="13">
                  <c:v>0.11402</c:v>
                </c:pt>
                <c:pt idx="14">
                  <c:v>9.3960000000000002E-2</c:v>
                </c:pt>
                <c:pt idx="15">
                  <c:v>5.8360000000000002E-2</c:v>
                </c:pt>
                <c:pt idx="16">
                  <c:v>3.9980000000000002E-2</c:v>
                </c:pt>
                <c:pt idx="17">
                  <c:v>3.1040000000000002E-2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3.2566666666666667E-2</c:v>
                </c:pt>
                <c:pt idx="1">
                  <c:v>3.4533333333333333E-2</c:v>
                </c:pt>
                <c:pt idx="2">
                  <c:v>4.1200000000000001E-2</c:v>
                </c:pt>
                <c:pt idx="3">
                  <c:v>6.0199999999999997E-2</c:v>
                </c:pt>
                <c:pt idx="4">
                  <c:v>7.8433333333333327E-2</c:v>
                </c:pt>
                <c:pt idx="5">
                  <c:v>0.11246666666666667</c:v>
                </c:pt>
                <c:pt idx="6">
                  <c:v>0.15403333333333333</c:v>
                </c:pt>
                <c:pt idx="7">
                  <c:v>0.18883333333333333</c:v>
                </c:pt>
                <c:pt idx="8">
                  <c:v>0.22106666666666666</c:v>
                </c:pt>
                <c:pt idx="9">
                  <c:v>0.24803333333333333</c:v>
                </c:pt>
                <c:pt idx="10">
                  <c:v>0.26276666666666665</c:v>
                </c:pt>
                <c:pt idx="11">
                  <c:v>0.27096666666666669</c:v>
                </c:pt>
                <c:pt idx="12">
                  <c:v>0.25336666666666668</c:v>
                </c:pt>
                <c:pt idx="13">
                  <c:v>0.22040000000000001</c:v>
                </c:pt>
                <c:pt idx="14">
                  <c:v>0.1694</c:v>
                </c:pt>
                <c:pt idx="15">
                  <c:v>9.8633333333333337E-2</c:v>
                </c:pt>
                <c:pt idx="16">
                  <c:v>5.4533333333333336E-2</c:v>
                </c:pt>
                <c:pt idx="17">
                  <c:v>3.9433333333333334E-2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0.13966999999999999</c:v>
                </c:pt>
                <c:pt idx="1">
                  <c:v>0.10786</c:v>
                </c:pt>
                <c:pt idx="2">
                  <c:v>0.35954000000000003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5.3670000000000002E-2</c:v>
                </c:pt>
                <c:pt idx="1">
                  <c:v>4.5870000000000001E-2</c:v>
                </c:pt>
                <c:pt idx="2">
                  <c:v>9.418E-2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0.45279000000000003</c:v>
                </c:pt>
                <c:pt idx="1">
                  <c:v>0.28806999999999999</c:v>
                </c:pt>
                <c:pt idx="2">
                  <c:v>1.1160099999999999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2.7810000000000001E-2</c:v>
                </c:pt>
                <c:pt idx="1">
                  <c:v>1.8180000000000002E-2</c:v>
                </c:pt>
                <c:pt idx="2">
                  <c:v>8.4720000000000004E-2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0.61831000000000003</c:v>
                </c:pt>
                <c:pt idx="1">
                  <c:v>0.42363000000000001</c:v>
                </c:pt>
                <c:pt idx="2">
                  <c:v>1.4850300000000001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23374</c:v>
                </c:pt>
                <c:pt idx="1">
                  <c:v>20740</c:v>
                </c:pt>
                <c:pt idx="2">
                  <c:v>11530</c:v>
                </c:pt>
                <c:pt idx="3">
                  <c:v>11666</c:v>
                </c:pt>
                <c:pt idx="4">
                  <c:v>10470</c:v>
                </c:pt>
                <c:pt idx="5">
                  <c:v>12036</c:v>
                </c:pt>
                <c:pt idx="6">
                  <c:v>14180</c:v>
                </c:pt>
                <c:pt idx="7">
                  <c:v>29304</c:v>
                </c:pt>
                <c:pt idx="8">
                  <c:v>23097</c:v>
                </c:pt>
                <c:pt idx="9">
                  <c:v>13296</c:v>
                </c:pt>
                <c:pt idx="10">
                  <c:v>11319</c:v>
                </c:pt>
                <c:pt idx="11">
                  <c:v>12007</c:v>
                </c:pt>
                <c:pt idx="12">
                  <c:v>13502</c:v>
                </c:pt>
                <c:pt idx="13">
                  <c:v>25395</c:v>
                </c:pt>
                <c:pt idx="14">
                  <c:v>29053</c:v>
                </c:pt>
                <c:pt idx="15">
                  <c:v>18116</c:v>
                </c:pt>
                <c:pt idx="16">
                  <c:v>12735</c:v>
                </c:pt>
                <c:pt idx="17">
                  <c:v>21059</c:v>
                </c:pt>
                <c:pt idx="18">
                  <c:v>31423</c:v>
                </c:pt>
                <c:pt idx="19">
                  <c:v>24689</c:v>
                </c:pt>
                <c:pt idx="20">
                  <c:v>13698</c:v>
                </c:pt>
                <c:pt idx="21">
                  <c:v>21688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7F3A1EE-94CE-46B7-8202-B9057E25A9A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3.7669999999999999</c:v>
                </c:pt>
                <c:pt idx="1">
                  <c:v>3.1349999999999998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2.6440000000000001</c:v>
                </c:pt>
                <c:pt idx="1">
                  <c:v>1.7929999999999999</c:v>
                </c:pt>
                <c:pt idx="2">
                  <c:v>1.585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0.45600000000000002</c:v>
                </c:pt>
                <c:pt idx="1">
                  <c:v>6.15</c:v>
                </c:pt>
                <c:pt idx="2">
                  <c:v>0.29599999999999999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6.9009999999999998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1.8520000000000001</c:v>
                </c:pt>
                <c:pt idx="1">
                  <c:v>1.335</c:v>
                </c:pt>
                <c:pt idx="2">
                  <c:v>0.111</c:v>
                </c:pt>
                <c:pt idx="3">
                  <c:v>0.32600000000000001</c:v>
                </c:pt>
                <c:pt idx="4">
                  <c:v>0.45400000000000001</c:v>
                </c:pt>
                <c:pt idx="5">
                  <c:v>0.63600000000000001</c:v>
                </c:pt>
                <c:pt idx="6">
                  <c:v>0.51800000000000002</c:v>
                </c:pt>
                <c:pt idx="7">
                  <c:v>1.669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6.9009999999999998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1.034632683658171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3.7669999999999999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3.1349999999999998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0.61899999999999999</c:v>
                </c:pt>
                <c:pt idx="5">
                  <c:v>0.35599999999999998</c:v>
                </c:pt>
                <c:pt idx="6">
                  <c:v>0.35</c:v>
                </c:pt>
                <c:pt idx="7">
                  <c:v>0.86099999999999999</c:v>
                </c:pt>
                <c:pt idx="8">
                  <c:v>0.97099999999999997</c:v>
                </c:pt>
                <c:pt idx="9">
                  <c:v>1.8009999999999999</c:v>
                </c:pt>
                <c:pt idx="10">
                  <c:v>0.55500000000000005</c:v>
                </c:pt>
                <c:pt idx="11">
                  <c:v>0.73099999999999998</c:v>
                </c:pt>
                <c:pt idx="12">
                  <c:v>0.55400000000000005</c:v>
                </c:pt>
                <c:pt idx="13">
                  <c:v>5.8999999999999997E-2</c:v>
                </c:pt>
                <c:pt idx="14">
                  <c:v>4.8000000000000001E-2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619000</c:v>
                </c:pt>
                <c:pt idx="5">
                  <c:v>356000</c:v>
                </c:pt>
                <c:pt idx="6">
                  <c:v>350000</c:v>
                </c:pt>
                <c:pt idx="7">
                  <c:v>861000</c:v>
                </c:pt>
                <c:pt idx="8">
                  <c:v>971000</c:v>
                </c:pt>
                <c:pt idx="9">
                  <c:v>1801000</c:v>
                </c:pt>
                <c:pt idx="10">
                  <c:v>555000</c:v>
                </c:pt>
                <c:pt idx="11">
                  <c:v>731000</c:v>
                </c:pt>
                <c:pt idx="12">
                  <c:v>554000</c:v>
                </c:pt>
                <c:pt idx="13">
                  <c:v>59000</c:v>
                </c:pt>
                <c:pt idx="14">
                  <c:v>48000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0.45600000000000002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음료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0.29599999999999999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3C-4095-A57E-ADE01C88B0BC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B3C-4095-A57E-ADE01C88B0BC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B3C-4095-A57E-ADE01C88B0BC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B3C-4095-A57E-ADE01C88B0BC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B3C-4095-A57E-ADE01C88B0BC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B3C-4095-A57E-ADE01C88B0BC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B3C-4095-A57E-ADE01C88B0BC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B3C-4095-A57E-ADE01C88B0BC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B3C-4095-A57E-ADE01C88B0BC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7B3C-4095-A57E-ADE01C88B0BC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7B3C-4095-A57E-ADE01C88B0BC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7B3C-4095-A57E-ADE01C88B0BC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7B3C-4095-A57E-ADE01C88B0BC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7B3C-4095-A57E-ADE01C88B0BC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7B3C-4095-A57E-ADE01C88B0BC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7B3C-4095-A57E-ADE01C88B0BC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7B3C-4095-A57E-ADE01C88B0BC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7B3C-4095-A57E-ADE01C88B0BC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7B3C-4095-A57E-ADE01C88B0BC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7B3C-4095-A57E-ADE01C88B0BC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7B3C-4095-A57E-ADE01C88B0BC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1.1599999999999999</c:v>
                </c:pt>
                <c:pt idx="1">
                  <c:v>0.62</c:v>
                </c:pt>
                <c:pt idx="2">
                  <c:v>0</c:v>
                </c:pt>
                <c:pt idx="3">
                  <c:v>0.35</c:v>
                </c:pt>
                <c:pt idx="4">
                  <c:v>0.3</c:v>
                </c:pt>
                <c:pt idx="5">
                  <c:v>0.13</c:v>
                </c:pt>
                <c:pt idx="6">
                  <c:v>0.19</c:v>
                </c:pt>
                <c:pt idx="7">
                  <c:v>1.85</c:v>
                </c:pt>
                <c:pt idx="8">
                  <c:v>1.34</c:v>
                </c:pt>
                <c:pt idx="9">
                  <c:v>0.11</c:v>
                </c:pt>
                <c:pt idx="10">
                  <c:v>0.33</c:v>
                </c:pt>
                <c:pt idx="11">
                  <c:v>0.45</c:v>
                </c:pt>
                <c:pt idx="12">
                  <c:v>0.64</c:v>
                </c:pt>
                <c:pt idx="13">
                  <c:v>0.52</c:v>
                </c:pt>
                <c:pt idx="14">
                  <c:v>1.67</c:v>
                </c:pt>
                <c:pt idx="15">
                  <c:v>0.75</c:v>
                </c:pt>
                <c:pt idx="16">
                  <c:v>0.74</c:v>
                </c:pt>
                <c:pt idx="17">
                  <c:v>1.01</c:v>
                </c:pt>
                <c:pt idx="18">
                  <c:v>2.21</c:v>
                </c:pt>
                <c:pt idx="19">
                  <c:v>0.99</c:v>
                </c:pt>
                <c:pt idx="20">
                  <c:v>0.19</c:v>
                </c:pt>
                <c:pt idx="21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7B3C-4095-A57E-ADE01C88B0BC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7B3C-4095-A57E-ADE01C88B0BC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7B3C-4095-A57E-ADE01C88B0BC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7B3C-4095-A57E-ADE01C88B0BC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7B3C-4095-A57E-ADE01C88B0BC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7B3C-4095-A57E-ADE01C88B0BC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7B3C-4095-A57E-ADE01C88B0BC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7B3C-4095-A57E-ADE01C88B0BC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7B3C-4095-A57E-ADE01C88B0BC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7B3C-4095-A57E-ADE01C88B0BC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7B3C-4095-A57E-ADE01C88B0BC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7B3C-4095-A57E-ADE01C88B0BC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7B3C-4095-A57E-ADE01C88B0BC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7B3C-4095-A57E-ADE01C88B0BC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7B3C-4095-A57E-ADE01C88B0BC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7B3C-4095-A57E-ADE01C88B0BC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7B3C-4095-A57E-ADE01C88B0BC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7B3C-4095-A57E-ADE01C88B0BC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7B3C-4095-A57E-ADE01C88B0BC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7B3C-4095-A57E-ADE01C88B0BC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7B3C-4095-A57E-ADE01C88B0BC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128</c:v>
                </c:pt>
                <c:pt idx="1">
                  <c:v>91</c:v>
                </c:pt>
                <c:pt idx="2">
                  <c:v>0</c:v>
                </c:pt>
                <c:pt idx="3">
                  <c:v>21</c:v>
                </c:pt>
                <c:pt idx="4">
                  <c:v>32</c:v>
                </c:pt>
                <c:pt idx="5">
                  <c:v>32</c:v>
                </c:pt>
                <c:pt idx="6">
                  <c:v>27</c:v>
                </c:pt>
                <c:pt idx="7">
                  <c:v>165</c:v>
                </c:pt>
                <c:pt idx="8">
                  <c:v>144</c:v>
                </c:pt>
                <c:pt idx="9">
                  <c:v>16</c:v>
                </c:pt>
                <c:pt idx="10">
                  <c:v>32</c:v>
                </c:pt>
                <c:pt idx="11">
                  <c:v>59</c:v>
                </c:pt>
                <c:pt idx="12">
                  <c:v>64</c:v>
                </c:pt>
                <c:pt idx="13">
                  <c:v>64</c:v>
                </c:pt>
                <c:pt idx="14">
                  <c:v>123</c:v>
                </c:pt>
                <c:pt idx="15">
                  <c:v>53</c:v>
                </c:pt>
                <c:pt idx="16">
                  <c:v>64</c:v>
                </c:pt>
                <c:pt idx="17">
                  <c:v>80</c:v>
                </c:pt>
                <c:pt idx="18">
                  <c:v>192</c:v>
                </c:pt>
                <c:pt idx="19">
                  <c:v>112</c:v>
                </c:pt>
                <c:pt idx="20">
                  <c:v>21</c:v>
                </c:pt>
                <c:pt idx="21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음료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6.7999999999999998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음료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0.10000000000000001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수원화성문화제2025(화성행궁만)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수원화성문화제2025(화성행궁만)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156,973명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255.3%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(29,304명)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(1,769명)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음료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38.7%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64,613명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44,178명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31.6%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156,973명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142.9%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수원화성문화제2025(화성행궁만)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수원화성문화제2025(화성행궁만)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156,973명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255.3%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(29,304명)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1,769명)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71.1%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8,472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204.0%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309.0%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12.6%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(97.8%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(725.0%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30일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7.2%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19,622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15,104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48.1%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27,151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51.9%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8.4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35,954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233.3%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111,601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287.4%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9,418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105.3%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89.2%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148,503명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250.5%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8,472명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366.0%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103,996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14,857명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156,973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19,622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143,408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20,487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수원화성문화제2025(화성행궁만)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(667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음료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6,905,000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(662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6,905,000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(662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10,431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(662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38.7%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(23.0%)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(38.3%)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(8.6%)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8,604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10,495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11,385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(586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10,354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11,000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5179330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1739088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394,000원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8,332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862,625원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10,346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950,143원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11,048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0.00341개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0.00046개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0.00051개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0.00214개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0.00127개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0.00403개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0.28040개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0.01029개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0.00907개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0.00168개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579.3%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0.0112개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0.00389대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591.8%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0.0692대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2285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2025-11-04T03:28:42Z</dcterms:modified>
</cp:coreProperties>
</file>