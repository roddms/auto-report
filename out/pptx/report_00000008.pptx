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198.3323</c:v>
                </c:pt>
                <c:pt idx="1">
                  <c:v>224.6062</c:v>
                </c:pt>
                <c:pt idx="2">
                  <c:v>282.48059999999998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13.25</c:v>
                </c:pt>
                <c:pt idx="2">
                  <c:v>25.77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99.057000000000002</c:v>
                </c:pt>
                <c:pt idx="1">
                  <c:v>84.539000000000001</c:v>
                </c:pt>
                <c:pt idx="2">
                  <c:v>30.123000000000001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-14.66</c:v>
                </c:pt>
                <c:pt idx="2">
                  <c:v>-64.37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79-4CDD-9C38-AE5F4B42C1C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73.658699999999996</c:v>
                </c:pt>
                <c:pt idx="1">
                  <c:v>74.486400000000003</c:v>
                </c:pt>
                <c:pt idx="2">
                  <c:v>46.774299999999997</c:v>
                </c:pt>
                <c:pt idx="3">
                  <c:v>43.701000000000001</c:v>
                </c:pt>
                <c:pt idx="4">
                  <c:v>31.934899999999999</c:v>
                </c:pt>
                <c:pt idx="5">
                  <c:v>11.9254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3001.625</c:v>
                </c:pt>
                <c:pt idx="1">
                  <c:v>3219.75</c:v>
                </c:pt>
                <c:pt idx="2">
                  <c:v>3681.5625</c:v>
                </c:pt>
                <c:pt idx="3">
                  <c:v>4974.6875</c:v>
                </c:pt>
                <c:pt idx="4">
                  <c:v>7050.0625</c:v>
                </c:pt>
                <c:pt idx="5">
                  <c:v>9663.25</c:v>
                </c:pt>
                <c:pt idx="6">
                  <c:v>12297.5</c:v>
                </c:pt>
                <c:pt idx="7">
                  <c:v>14004.4375</c:v>
                </c:pt>
                <c:pt idx="8">
                  <c:v>14962</c:v>
                </c:pt>
                <c:pt idx="9">
                  <c:v>15278.0625</c:v>
                </c:pt>
                <c:pt idx="10">
                  <c:v>14580.3125</c:v>
                </c:pt>
                <c:pt idx="11">
                  <c:v>13520.0625</c:v>
                </c:pt>
                <c:pt idx="12">
                  <c:v>12326.125</c:v>
                </c:pt>
                <c:pt idx="13">
                  <c:v>10473.1875</c:v>
                </c:pt>
                <c:pt idx="14">
                  <c:v>8138.375</c:v>
                </c:pt>
                <c:pt idx="15">
                  <c:v>5423.25</c:v>
                </c:pt>
                <c:pt idx="16">
                  <c:v>4019</c:v>
                </c:pt>
                <c:pt idx="17">
                  <c:v>3220.75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21.6997</c:v>
                </c:pt>
                <c:pt idx="1">
                  <c:v>21.2286</c:v>
                </c:pt>
                <c:pt idx="2">
                  <c:v>11.9345</c:v>
                </c:pt>
                <c:pt idx="3">
                  <c:v>11.972899999999999</c:v>
                </c:pt>
                <c:pt idx="4">
                  <c:v>12.351000000000001</c:v>
                </c:pt>
                <c:pt idx="5">
                  <c:v>13.750299999999999</c:v>
                </c:pt>
                <c:pt idx="6">
                  <c:v>21.450700000000001</c:v>
                </c:pt>
                <c:pt idx="7">
                  <c:v>19.811399999999999</c:v>
                </c:pt>
                <c:pt idx="8">
                  <c:v>16.643899999999999</c:v>
                </c:pt>
                <c:pt idx="9">
                  <c:v>15.252700000000001</c:v>
                </c:pt>
                <c:pt idx="10">
                  <c:v>21.363</c:v>
                </c:pt>
                <c:pt idx="11">
                  <c:v>20.548300000000001</c:v>
                </c:pt>
                <c:pt idx="12">
                  <c:v>18.8354</c:v>
                </c:pt>
                <c:pt idx="13">
                  <c:v>15.7041</c:v>
                </c:pt>
                <c:pt idx="14">
                  <c:v>20.993099999999998</c:v>
                </c:pt>
                <c:pt idx="15">
                  <c:v>18.940999999999999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5F61F7F-BC43-4F2E-AEED-951EF72F4F5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BAFC0D1-305C-445E-A9AA-F1FE7A729CC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124.31780000000001</c:v>
                </c:pt>
                <c:pt idx="1">
                  <c:v>158.1628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7BE59B0-1B15-494A-A7F1-02D7CC03917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EC0F0DE-3E55-4E7E-A989-41AFEF7D45B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264.221</c:v>
                </c:pt>
                <c:pt idx="1">
                  <c:v>18.260400000000001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017292D-71BD-4C00-A4A1-34DA4B9061E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A39AA28-0C79-4316-9B36-7074F52B3EA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49E7CE2-DCC4-4E13-9F12-63B3777C141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65.259200000000007</c:v>
                </c:pt>
                <c:pt idx="1">
                  <c:v>25.733799999999999</c:v>
                </c:pt>
                <c:pt idx="2">
                  <c:v>191.48759999999999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1243178</c:v>
                </c:pt>
                <c:pt idx="1">
                  <c:v>1581628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1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3C-483E-B8FC-B55C3E43AA64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736587</c:v>
                </c:pt>
                <c:pt idx="1">
                  <c:v>744864</c:v>
                </c:pt>
                <c:pt idx="2">
                  <c:v>467743</c:v>
                </c:pt>
                <c:pt idx="3">
                  <c:v>437010</c:v>
                </c:pt>
                <c:pt idx="4">
                  <c:v>319349</c:v>
                </c:pt>
                <c:pt idx="5">
                  <c:v>119254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25.26</c:v>
                </c:pt>
                <c:pt idx="1">
                  <c:v>30.34</c:v>
                </c:pt>
                <c:pt idx="2">
                  <c:v>23.92</c:v>
                </c:pt>
                <c:pt idx="3">
                  <c:v>20.059999999999999</c:v>
                </c:pt>
                <c:pt idx="4">
                  <c:v>21.52</c:v>
                </c:pt>
                <c:pt idx="5">
                  <c:v>44.95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21.6997</c:v>
                </c:pt>
                <c:pt idx="1">
                  <c:v>21.2286</c:v>
                </c:pt>
                <c:pt idx="2">
                  <c:v>11.9345</c:v>
                </c:pt>
                <c:pt idx="3">
                  <c:v>11.972899999999999</c:v>
                </c:pt>
                <c:pt idx="4">
                  <c:v>12.351000000000001</c:v>
                </c:pt>
                <c:pt idx="5">
                  <c:v>13.750299999999999</c:v>
                </c:pt>
                <c:pt idx="6">
                  <c:v>21.450700000000001</c:v>
                </c:pt>
                <c:pt idx="7">
                  <c:v>19.811399999999999</c:v>
                </c:pt>
                <c:pt idx="8">
                  <c:v>16.643899999999999</c:v>
                </c:pt>
                <c:pt idx="9">
                  <c:v>15.252700000000001</c:v>
                </c:pt>
                <c:pt idx="10">
                  <c:v>21.363</c:v>
                </c:pt>
                <c:pt idx="11">
                  <c:v>20.548300000000001</c:v>
                </c:pt>
                <c:pt idx="12">
                  <c:v>18.8354</c:v>
                </c:pt>
                <c:pt idx="13">
                  <c:v>15.7041</c:v>
                </c:pt>
                <c:pt idx="14">
                  <c:v>20.993099999999998</c:v>
                </c:pt>
                <c:pt idx="15">
                  <c:v>18.940999999999999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0.29748000000000002</c:v>
                </c:pt>
                <c:pt idx="1">
                  <c:v>0.31536999999999998</c:v>
                </c:pt>
                <c:pt idx="2">
                  <c:v>0.35679</c:v>
                </c:pt>
                <c:pt idx="3">
                  <c:v>0.47448000000000001</c:v>
                </c:pt>
                <c:pt idx="4">
                  <c:v>0.65351000000000004</c:v>
                </c:pt>
                <c:pt idx="5">
                  <c:v>0.87207999999999997</c:v>
                </c:pt>
                <c:pt idx="6">
                  <c:v>1.10717</c:v>
                </c:pt>
                <c:pt idx="7">
                  <c:v>1.2517100000000001</c:v>
                </c:pt>
                <c:pt idx="8">
                  <c:v>1.33152</c:v>
                </c:pt>
                <c:pt idx="9">
                  <c:v>1.35649</c:v>
                </c:pt>
                <c:pt idx="10">
                  <c:v>1.2965800000000001</c:v>
                </c:pt>
                <c:pt idx="11">
                  <c:v>1.20536</c:v>
                </c:pt>
                <c:pt idx="12">
                  <c:v>1.1234299999999999</c:v>
                </c:pt>
                <c:pt idx="13">
                  <c:v>0.97975000000000001</c:v>
                </c:pt>
                <c:pt idx="14">
                  <c:v>0.77798999999999996</c:v>
                </c:pt>
                <c:pt idx="15">
                  <c:v>0.53191999999999995</c:v>
                </c:pt>
                <c:pt idx="16">
                  <c:v>0.40157999999999999</c:v>
                </c:pt>
                <c:pt idx="17">
                  <c:v>0.32180999999999998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0.30463333333333331</c:v>
                </c:pt>
                <c:pt idx="1">
                  <c:v>0.33298333333333335</c:v>
                </c:pt>
                <c:pt idx="2">
                  <c:v>0.3871</c:v>
                </c:pt>
                <c:pt idx="3">
                  <c:v>0.53578333333333328</c:v>
                </c:pt>
                <c:pt idx="4">
                  <c:v>0.79083333333333339</c:v>
                </c:pt>
                <c:pt idx="5">
                  <c:v>1.1234</c:v>
                </c:pt>
                <c:pt idx="6">
                  <c:v>1.43405</c:v>
                </c:pt>
                <c:pt idx="7">
                  <c:v>1.6483333333333332</c:v>
                </c:pt>
                <c:pt idx="8">
                  <c:v>1.7706666666666666</c:v>
                </c:pt>
                <c:pt idx="9">
                  <c:v>1.8133333333333332</c:v>
                </c:pt>
                <c:pt idx="10">
                  <c:v>1.7271166666666666</c:v>
                </c:pt>
                <c:pt idx="11">
                  <c:v>1.5964166666666666</c:v>
                </c:pt>
                <c:pt idx="12">
                  <c:v>1.4145833333333333</c:v>
                </c:pt>
                <c:pt idx="13">
                  <c:v>1.1599333333333333</c:v>
                </c:pt>
                <c:pt idx="14">
                  <c:v>0.87358333333333338</c:v>
                </c:pt>
                <c:pt idx="15">
                  <c:v>0.55966666666666665</c:v>
                </c:pt>
                <c:pt idx="16">
                  <c:v>0.40243333333333331</c:v>
                </c:pt>
                <c:pt idx="17">
                  <c:v>0.32251666666666667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4.7243500000000003</c:v>
                </c:pt>
                <c:pt idx="1">
                  <c:v>4.6917400000000002</c:v>
                </c:pt>
                <c:pt idx="2">
                  <c:v>6.5259200000000002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2.38015</c:v>
                </c:pt>
                <c:pt idx="1">
                  <c:v>2.3663099999999999</c:v>
                </c:pt>
                <c:pt idx="2">
                  <c:v>2.5733799999999998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12.72875</c:v>
                </c:pt>
                <c:pt idx="1">
                  <c:v>15.402570000000001</c:v>
                </c:pt>
                <c:pt idx="2">
                  <c:v>19.148759999999999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1.17628</c:v>
                </c:pt>
                <c:pt idx="1">
                  <c:v>1.2432000000000001</c:v>
                </c:pt>
                <c:pt idx="2">
                  <c:v>1.8260400000000001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18.657019999999999</c:v>
                </c:pt>
                <c:pt idx="1">
                  <c:v>21.217449999999999</c:v>
                </c:pt>
                <c:pt idx="2">
                  <c:v>26.4221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D3D2-4BE6-95D5-E77BD939A86D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D3D2-4BE6-95D5-E77BD939A86D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D3D2-4BE6-95D5-E77BD939A86D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D3D2-4BE6-95D5-E77BD939A86D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D3D2-4BE6-95D5-E77BD939A86D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D3D2-4BE6-95D5-E77BD939A86D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212144</c:v>
                </c:pt>
                <c:pt idx="1">
                  <c:v>199070</c:v>
                </c:pt>
                <c:pt idx="2">
                  <c:v>114297</c:v>
                </c:pt>
                <c:pt idx="3">
                  <c:v>114111</c:v>
                </c:pt>
                <c:pt idx="4">
                  <c:v>128735</c:v>
                </c:pt>
                <c:pt idx="5">
                  <c:v>127263</c:v>
                </c:pt>
                <c:pt idx="6">
                  <c:v>144822</c:v>
                </c:pt>
                <c:pt idx="7">
                  <c:v>216997</c:v>
                </c:pt>
                <c:pt idx="8">
                  <c:v>212286</c:v>
                </c:pt>
                <c:pt idx="9">
                  <c:v>119345</c:v>
                </c:pt>
                <c:pt idx="10">
                  <c:v>119729</c:v>
                </c:pt>
                <c:pt idx="11">
                  <c:v>123510</c:v>
                </c:pt>
                <c:pt idx="12">
                  <c:v>137503</c:v>
                </c:pt>
                <c:pt idx="13">
                  <c:v>214507</c:v>
                </c:pt>
                <c:pt idx="14">
                  <c:v>198114</c:v>
                </c:pt>
                <c:pt idx="15">
                  <c:v>166439</c:v>
                </c:pt>
                <c:pt idx="16">
                  <c:v>152527</c:v>
                </c:pt>
                <c:pt idx="17">
                  <c:v>213630</c:v>
                </c:pt>
                <c:pt idx="18">
                  <c:v>205483</c:v>
                </c:pt>
                <c:pt idx="19">
                  <c:v>188354</c:v>
                </c:pt>
                <c:pt idx="20">
                  <c:v>157041</c:v>
                </c:pt>
                <c:pt idx="21">
                  <c:v>209931</c:v>
                </c:pt>
                <c:pt idx="22">
                  <c:v>189410</c:v>
                </c:pt>
                <c:pt idx="23">
                  <c:v>113695</c:v>
                </c:pt>
                <c:pt idx="24">
                  <c:v>117863</c:v>
                </c:pt>
                <c:pt idx="25">
                  <c:v>122197</c:v>
                </c:pt>
                <c:pt idx="26">
                  <c:v>126759</c:v>
                </c:pt>
                <c:pt idx="27">
                  <c:v>136622</c:v>
                </c:pt>
                <c:pt idx="28">
                  <c:v>218588</c:v>
                </c:pt>
                <c:pt idx="29">
                  <c:v>201816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ECEDDA-8E98-4066-8F42-32A8AE06B30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18.978000000000002</c:v>
                </c:pt>
                <c:pt idx="1">
                  <c:v>11.145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11.817</c:v>
                </c:pt>
                <c:pt idx="1">
                  <c:v>7.1859999999999999</c:v>
                </c:pt>
                <c:pt idx="2">
                  <c:v>5.8310000000000004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4.3739999999999997</c:v>
                </c:pt>
                <c:pt idx="1">
                  <c:v>24.003</c:v>
                </c:pt>
                <c:pt idx="2">
                  <c:v>1.744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30.123000000000001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2.395</c:v>
                </c:pt>
                <c:pt idx="1">
                  <c:v>3.1120000000000001</c:v>
                </c:pt>
                <c:pt idx="2">
                  <c:v>0.97099999999999997</c:v>
                </c:pt>
                <c:pt idx="3">
                  <c:v>0.875</c:v>
                </c:pt>
                <c:pt idx="4">
                  <c:v>1.0569999999999999</c:v>
                </c:pt>
                <c:pt idx="5">
                  <c:v>1.1020000000000001</c:v>
                </c:pt>
                <c:pt idx="6">
                  <c:v>2.1960000000000002</c:v>
                </c:pt>
                <c:pt idx="7">
                  <c:v>2.0259999999999998</c:v>
                </c:pt>
                <c:pt idx="8">
                  <c:v>1.542</c:v>
                </c:pt>
                <c:pt idx="9">
                  <c:v>1.7</c:v>
                </c:pt>
                <c:pt idx="10">
                  <c:v>2.1280000000000001</c:v>
                </c:pt>
                <c:pt idx="11">
                  <c:v>2.3620000000000001</c:v>
                </c:pt>
                <c:pt idx="12">
                  <c:v>2.3210000000000002</c:v>
                </c:pt>
                <c:pt idx="13">
                  <c:v>1.6830000000000001</c:v>
                </c:pt>
                <c:pt idx="14">
                  <c:v>2.41</c:v>
                </c:pt>
                <c:pt idx="15">
                  <c:v>2.2429999999999999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30.123000000000001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0.50926458157227383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18.978000000000002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11.145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5.5E-2</c:v>
                </c:pt>
                <c:pt idx="2">
                  <c:v>0.501</c:v>
                </c:pt>
                <c:pt idx="3">
                  <c:v>0.86</c:v>
                </c:pt>
                <c:pt idx="4">
                  <c:v>1.5649999999999999</c:v>
                </c:pt>
                <c:pt idx="5">
                  <c:v>2.2719999999999998</c:v>
                </c:pt>
                <c:pt idx="6">
                  <c:v>2.13</c:v>
                </c:pt>
                <c:pt idx="7">
                  <c:v>3.1389999999999998</c:v>
                </c:pt>
                <c:pt idx="8">
                  <c:v>3.1619999999999999</c:v>
                </c:pt>
                <c:pt idx="9">
                  <c:v>2.9790000000000001</c:v>
                </c:pt>
                <c:pt idx="10">
                  <c:v>4.1139999999999999</c:v>
                </c:pt>
                <c:pt idx="11">
                  <c:v>3.2639999999999998</c:v>
                </c:pt>
                <c:pt idx="12">
                  <c:v>2.3460000000000001</c:v>
                </c:pt>
                <c:pt idx="13">
                  <c:v>1.819</c:v>
                </c:pt>
                <c:pt idx="14">
                  <c:v>1.3420000000000001</c:v>
                </c:pt>
                <c:pt idx="15">
                  <c:v>0.55300000000000005</c:v>
                </c:pt>
                <c:pt idx="16">
                  <c:v>2.9000000000000001E-2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55000</c:v>
                </c:pt>
                <c:pt idx="2">
                  <c:v>501000</c:v>
                </c:pt>
                <c:pt idx="3">
                  <c:v>860000</c:v>
                </c:pt>
                <c:pt idx="4">
                  <c:v>1565000</c:v>
                </c:pt>
                <c:pt idx="5">
                  <c:v>2272000</c:v>
                </c:pt>
                <c:pt idx="6">
                  <c:v>2130000</c:v>
                </c:pt>
                <c:pt idx="7">
                  <c:v>3139000</c:v>
                </c:pt>
                <c:pt idx="8">
                  <c:v>3162000</c:v>
                </c:pt>
                <c:pt idx="9">
                  <c:v>2979000</c:v>
                </c:pt>
                <c:pt idx="10">
                  <c:v>4114000</c:v>
                </c:pt>
                <c:pt idx="11">
                  <c:v>3264000</c:v>
                </c:pt>
                <c:pt idx="12">
                  <c:v>2346000</c:v>
                </c:pt>
                <c:pt idx="13">
                  <c:v>1819000</c:v>
                </c:pt>
                <c:pt idx="14">
                  <c:v>1342000</c:v>
                </c:pt>
                <c:pt idx="15">
                  <c:v>553000</c:v>
                </c:pt>
                <c:pt idx="16">
                  <c:v>29000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4.3739999999999997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24.003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편의점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1.744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1D-45DF-B1A6-F800ED32693B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1D-45DF-B1A6-F800ED32693B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1D-45DF-B1A6-F800ED32693B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E1D-45DF-B1A6-F800ED32693B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E1D-45DF-B1A6-F800ED32693B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E1D-45DF-B1A6-F800ED32693B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E1D-45DF-B1A6-F800ED32693B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E1D-45DF-B1A6-F800ED32693B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E1D-45DF-B1A6-F800ED32693B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E1D-45DF-B1A6-F800ED32693B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E1D-45DF-B1A6-F800ED32693B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E1D-45DF-B1A6-F800ED32693B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E1D-45DF-B1A6-F800ED32693B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E1D-45DF-B1A6-F800ED32693B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E1D-45DF-B1A6-F800ED32693B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E1D-45DF-B1A6-F800ED32693B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E1D-45DF-B1A6-F800ED32693B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E1D-45DF-B1A6-F800ED32693B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E1D-45DF-B1A6-F800ED32693B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E1D-45DF-B1A6-F800ED32693B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E1D-45DF-B1A6-F800ED32693B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1E1D-45DF-B1A6-F800ED32693B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1E1D-45DF-B1A6-F800ED32693B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1E1D-45DF-B1A6-F800ED32693B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E1D-45DF-B1A6-F800ED32693B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E1D-45DF-B1A6-F800ED32693B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E1D-45DF-B1A6-F800ED32693B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E1D-45DF-B1A6-F800ED32693B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E1D-45DF-B1A6-F800ED32693B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2.61</c:v>
                </c:pt>
                <c:pt idx="1">
                  <c:v>2.2400000000000002</c:v>
                </c:pt>
                <c:pt idx="2">
                  <c:v>2.83</c:v>
                </c:pt>
                <c:pt idx="3">
                  <c:v>1.06</c:v>
                </c:pt>
                <c:pt idx="4">
                  <c:v>1.01</c:v>
                </c:pt>
                <c:pt idx="5">
                  <c:v>1.79</c:v>
                </c:pt>
                <c:pt idx="6">
                  <c:v>1.26</c:v>
                </c:pt>
                <c:pt idx="7">
                  <c:v>2.4</c:v>
                </c:pt>
                <c:pt idx="8">
                  <c:v>3.11</c:v>
                </c:pt>
                <c:pt idx="9">
                  <c:v>0.97</c:v>
                </c:pt>
                <c:pt idx="10">
                  <c:v>0.88</c:v>
                </c:pt>
                <c:pt idx="11">
                  <c:v>1.06</c:v>
                </c:pt>
                <c:pt idx="12">
                  <c:v>1.1000000000000001</c:v>
                </c:pt>
                <c:pt idx="13">
                  <c:v>2.2000000000000002</c:v>
                </c:pt>
                <c:pt idx="14">
                  <c:v>2.0299999999999998</c:v>
                </c:pt>
                <c:pt idx="15">
                  <c:v>1.54</c:v>
                </c:pt>
                <c:pt idx="16">
                  <c:v>1.7</c:v>
                </c:pt>
                <c:pt idx="17">
                  <c:v>2.13</c:v>
                </c:pt>
                <c:pt idx="18">
                  <c:v>2.36</c:v>
                </c:pt>
                <c:pt idx="19">
                  <c:v>2.3199999999999998</c:v>
                </c:pt>
                <c:pt idx="20">
                  <c:v>1.68</c:v>
                </c:pt>
                <c:pt idx="21">
                  <c:v>2.41</c:v>
                </c:pt>
                <c:pt idx="22">
                  <c:v>2.2400000000000002</c:v>
                </c:pt>
                <c:pt idx="23">
                  <c:v>1.2</c:v>
                </c:pt>
                <c:pt idx="24">
                  <c:v>1.1100000000000001</c:v>
                </c:pt>
                <c:pt idx="25">
                  <c:v>1.29</c:v>
                </c:pt>
                <c:pt idx="26">
                  <c:v>1.41</c:v>
                </c:pt>
                <c:pt idx="27">
                  <c:v>1.64</c:v>
                </c:pt>
                <c:pt idx="28">
                  <c:v>3.46</c:v>
                </c:pt>
                <c:pt idx="29">
                  <c:v>3.02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1E1D-45DF-B1A6-F800ED32693B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1E1D-45DF-B1A6-F800ED32693B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1E1D-45DF-B1A6-F800ED32693B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1E1D-45DF-B1A6-F800ED32693B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1E1D-45DF-B1A6-F800ED32693B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1E1D-45DF-B1A6-F800ED32693B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1E1D-45DF-B1A6-F800ED32693B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1E1D-45DF-B1A6-F800ED32693B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1E1D-45DF-B1A6-F800ED32693B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1E1D-45DF-B1A6-F800ED32693B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1E1D-45DF-B1A6-F800ED32693B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1E1D-45DF-B1A6-F800ED32693B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1E1D-45DF-B1A6-F800ED32693B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1E1D-45DF-B1A6-F800ED32693B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1E1D-45DF-B1A6-F800ED32693B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1E1D-45DF-B1A6-F800ED32693B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1E1D-45DF-B1A6-F800ED32693B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1E1D-45DF-B1A6-F800ED32693B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1E1D-45DF-B1A6-F800ED32693B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1E1D-45DF-B1A6-F800ED32693B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1E1D-45DF-B1A6-F800ED32693B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1E1D-45DF-B1A6-F800ED32693B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1E1D-45DF-B1A6-F800ED32693B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1E1D-45DF-B1A6-F800ED32693B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1E1D-45DF-B1A6-F800ED32693B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1E1D-45DF-B1A6-F800ED32693B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1E1D-45DF-B1A6-F800ED32693B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1E1D-45DF-B1A6-F800ED32693B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1E1D-45DF-B1A6-F800ED32693B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575</c:v>
                </c:pt>
                <c:pt idx="1">
                  <c:v>495</c:v>
                </c:pt>
                <c:pt idx="2">
                  <c:v>192</c:v>
                </c:pt>
                <c:pt idx="3">
                  <c:v>202</c:v>
                </c:pt>
                <c:pt idx="4">
                  <c:v>245</c:v>
                </c:pt>
                <c:pt idx="5">
                  <c:v>293</c:v>
                </c:pt>
                <c:pt idx="6">
                  <c:v>272</c:v>
                </c:pt>
                <c:pt idx="7">
                  <c:v>517</c:v>
                </c:pt>
                <c:pt idx="8">
                  <c:v>559</c:v>
                </c:pt>
                <c:pt idx="9">
                  <c:v>197</c:v>
                </c:pt>
                <c:pt idx="10">
                  <c:v>197</c:v>
                </c:pt>
                <c:pt idx="11">
                  <c:v>181</c:v>
                </c:pt>
                <c:pt idx="12">
                  <c:v>250</c:v>
                </c:pt>
                <c:pt idx="13">
                  <c:v>448</c:v>
                </c:pt>
                <c:pt idx="14">
                  <c:v>384</c:v>
                </c:pt>
                <c:pt idx="15">
                  <c:v>336</c:v>
                </c:pt>
                <c:pt idx="16">
                  <c:v>352</c:v>
                </c:pt>
                <c:pt idx="17">
                  <c:v>474</c:v>
                </c:pt>
                <c:pt idx="18">
                  <c:v>405</c:v>
                </c:pt>
                <c:pt idx="19">
                  <c:v>400</c:v>
                </c:pt>
                <c:pt idx="20">
                  <c:v>325</c:v>
                </c:pt>
                <c:pt idx="21">
                  <c:v>464</c:v>
                </c:pt>
                <c:pt idx="22">
                  <c:v>426</c:v>
                </c:pt>
                <c:pt idx="23">
                  <c:v>192</c:v>
                </c:pt>
                <c:pt idx="24">
                  <c:v>181</c:v>
                </c:pt>
                <c:pt idx="25">
                  <c:v>250</c:v>
                </c:pt>
                <c:pt idx="26">
                  <c:v>213</c:v>
                </c:pt>
                <c:pt idx="27">
                  <c:v>277</c:v>
                </c:pt>
                <c:pt idx="28">
                  <c:v>629</c:v>
                </c:pt>
                <c:pt idx="29">
                  <c:v>575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편의점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29.100000000000001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편의점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쇼핑몰상권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쇼핑몰상권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2,824,806명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25.8%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(216,997명)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(15,278명)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편의점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39.2%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64.4%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1,983,323명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2,246,062명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13.2%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2,824,806명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42.4%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14.7%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69.6%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쇼핑몰상권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쇼핑몰상권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2,824,806명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25.8%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(216,997명)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15,278명)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182,604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34.9%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19.4%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12.0%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(20.1%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(45.0%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4.2%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176,550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163,163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57.8%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198,863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42.2%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10.0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652,592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39.1%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1,914,876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24.3%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257,338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8.8%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87.1%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2,642,210명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24.5%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182,604명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46.9%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1,040,442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148,635명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2,824,806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176,550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1,037,540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148,220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쇼핑몰상권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(5,915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64.4%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71.7%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편의점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30,130,000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(5,917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30,130,000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(5,917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5,092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(5,917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(100.0%)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39.2%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(14.6%)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(39.2%)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(23.9%)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(19.4%)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(2.7%)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(0.3%)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4,786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5,131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5,383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(914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(4,678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5,104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4,873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5,700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212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7948963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80807552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1,825,857원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325건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5,620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1,882,688원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5,093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1,875,714원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331건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5,667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192개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0.00109개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0.00052개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0.00029개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6,957개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0.03941개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0.00122개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0.00104개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50.3%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수원역환승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129대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역세권1지구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105대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2개 (234대)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62.4%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0.0038대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2267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2025-11-04T03:41:38Z</dcterms:modified>
</cp:coreProperties>
</file>