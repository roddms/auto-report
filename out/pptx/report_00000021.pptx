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280.74419999999998</c:v>
                </c:pt>
                <c:pt idx="1">
                  <c:v>294.072</c:v>
                </c:pt>
                <c:pt idx="2">
                  <c:v>309.0025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4.75</c:v>
                </c:pt>
                <c:pt idx="2">
                  <c:v>5.08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2312.547</c:v>
                </c:pt>
                <c:pt idx="1">
                  <c:v>2804.194</c:v>
                </c:pt>
                <c:pt idx="2">
                  <c:v>3086.6819999999998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21.26</c:v>
                </c:pt>
                <c:pt idx="2">
                  <c:v>10.07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BD6-4B77-8758-09C5E0AC5A92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71.943899999999999</c:v>
                </c:pt>
                <c:pt idx="1">
                  <c:v>59.902700000000003</c:v>
                </c:pt>
                <c:pt idx="2">
                  <c:v>47.141399999999997</c:v>
                </c:pt>
                <c:pt idx="3">
                  <c:v>48.338900000000002</c:v>
                </c:pt>
                <c:pt idx="4">
                  <c:v>53.406100000000002</c:v>
                </c:pt>
                <c:pt idx="5">
                  <c:v>28.268799999999999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4204.6875</c:v>
                </c:pt>
                <c:pt idx="1">
                  <c:v>4295.3125</c:v>
                </c:pt>
                <c:pt idx="2">
                  <c:v>4610.1875</c:v>
                </c:pt>
                <c:pt idx="3">
                  <c:v>5139.25</c:v>
                </c:pt>
                <c:pt idx="4">
                  <c:v>6101.5625</c:v>
                </c:pt>
                <c:pt idx="5">
                  <c:v>7599.8125</c:v>
                </c:pt>
                <c:pt idx="6">
                  <c:v>9449.75</c:v>
                </c:pt>
                <c:pt idx="7">
                  <c:v>11081.4375</c:v>
                </c:pt>
                <c:pt idx="8">
                  <c:v>12463.6875</c:v>
                </c:pt>
                <c:pt idx="9">
                  <c:v>13514.9375</c:v>
                </c:pt>
                <c:pt idx="10">
                  <c:v>14155.375</c:v>
                </c:pt>
                <c:pt idx="11">
                  <c:v>14291.5</c:v>
                </c:pt>
                <c:pt idx="12">
                  <c:v>13911.375</c:v>
                </c:pt>
                <c:pt idx="13">
                  <c:v>13274.3125</c:v>
                </c:pt>
                <c:pt idx="14">
                  <c:v>11708</c:v>
                </c:pt>
                <c:pt idx="15">
                  <c:v>9255.375</c:v>
                </c:pt>
                <c:pt idx="16">
                  <c:v>6832.75</c:v>
                </c:pt>
                <c:pt idx="17">
                  <c:v>5328.9375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25.079799999999999</c:v>
                </c:pt>
                <c:pt idx="1">
                  <c:v>22.563199999999998</c:v>
                </c:pt>
                <c:pt idx="2">
                  <c:v>14.4908</c:v>
                </c:pt>
                <c:pt idx="3">
                  <c:v>14.670199999999999</c:v>
                </c:pt>
                <c:pt idx="4">
                  <c:v>14.8742</c:v>
                </c:pt>
                <c:pt idx="5">
                  <c:v>16.303100000000001</c:v>
                </c:pt>
                <c:pt idx="6">
                  <c:v>22.621700000000001</c:v>
                </c:pt>
                <c:pt idx="7">
                  <c:v>23.625800000000002</c:v>
                </c:pt>
                <c:pt idx="8">
                  <c:v>16.8187</c:v>
                </c:pt>
                <c:pt idx="9">
                  <c:v>13.564</c:v>
                </c:pt>
                <c:pt idx="10">
                  <c:v>19.131699999999999</c:v>
                </c:pt>
                <c:pt idx="11">
                  <c:v>26.9863</c:v>
                </c:pt>
                <c:pt idx="12">
                  <c:v>22.7193</c:v>
                </c:pt>
                <c:pt idx="13">
                  <c:v>15.8957</c:v>
                </c:pt>
                <c:pt idx="14">
                  <c:v>20.842400000000001</c:v>
                </c:pt>
                <c:pt idx="15">
                  <c:v>18.8156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116DD1F-F2CB-412F-B314-7CF1FBC9F4F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E3F44A3-6D1D-4A40-8B1E-C17913E9A10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145.27180000000001</c:v>
                </c:pt>
                <c:pt idx="1">
                  <c:v>163.73070000000001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C170709-A36C-45B1-B171-5F629EF117D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C6A4A0D-7826-4023-B1A4-980C3AF6081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289.29730000000001</c:v>
                </c:pt>
                <c:pt idx="1">
                  <c:v>19.704999999999998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204C4C9-5D9D-4A49-A9D1-4EF8751F041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C39988D-DB95-4B0F-962F-3F3AB70268B8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8DB1B36-1E90-40EE-AABB-6CCB9CDE1BA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92.638800000000003</c:v>
                </c:pt>
                <c:pt idx="1">
                  <c:v>18.171500000000002</c:v>
                </c:pt>
                <c:pt idx="2">
                  <c:v>198.19139999999999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1452718</c:v>
                </c:pt>
                <c:pt idx="1">
                  <c:v>1637307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63-4688-AF33-98A9DDBDE5CF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719439</c:v>
                </c:pt>
                <c:pt idx="1">
                  <c:v>599027</c:v>
                </c:pt>
                <c:pt idx="2">
                  <c:v>471414</c:v>
                </c:pt>
                <c:pt idx="3">
                  <c:v>483389</c:v>
                </c:pt>
                <c:pt idx="4">
                  <c:v>534061</c:v>
                </c:pt>
                <c:pt idx="5">
                  <c:v>282688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-0.74</c:v>
                </c:pt>
                <c:pt idx="1">
                  <c:v>12.61</c:v>
                </c:pt>
                <c:pt idx="2">
                  <c:v>15.69</c:v>
                </c:pt>
                <c:pt idx="3">
                  <c:v>-2.98</c:v>
                </c:pt>
                <c:pt idx="4">
                  <c:v>2.74</c:v>
                </c:pt>
                <c:pt idx="5">
                  <c:v>9.36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25.079799999999999</c:v>
                </c:pt>
                <c:pt idx="1">
                  <c:v>22.563199999999998</c:v>
                </c:pt>
                <c:pt idx="2">
                  <c:v>14.4908</c:v>
                </c:pt>
                <c:pt idx="3">
                  <c:v>14.670199999999999</c:v>
                </c:pt>
                <c:pt idx="4">
                  <c:v>14.8742</c:v>
                </c:pt>
                <c:pt idx="5">
                  <c:v>16.303100000000001</c:v>
                </c:pt>
                <c:pt idx="6">
                  <c:v>22.621700000000001</c:v>
                </c:pt>
                <c:pt idx="7">
                  <c:v>23.625800000000002</c:v>
                </c:pt>
                <c:pt idx="8">
                  <c:v>16.8187</c:v>
                </c:pt>
                <c:pt idx="9">
                  <c:v>13.564</c:v>
                </c:pt>
                <c:pt idx="10">
                  <c:v>19.131699999999999</c:v>
                </c:pt>
                <c:pt idx="11">
                  <c:v>26.9863</c:v>
                </c:pt>
                <c:pt idx="12">
                  <c:v>22.7193</c:v>
                </c:pt>
                <c:pt idx="13">
                  <c:v>15.8957</c:v>
                </c:pt>
                <c:pt idx="14">
                  <c:v>20.842400000000001</c:v>
                </c:pt>
                <c:pt idx="15">
                  <c:v>18.8156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0.41478999999999999</c:v>
                </c:pt>
                <c:pt idx="1">
                  <c:v>0.42131999999999997</c:v>
                </c:pt>
                <c:pt idx="2">
                  <c:v>0.45602999999999999</c:v>
                </c:pt>
                <c:pt idx="3">
                  <c:v>0.50409999999999999</c:v>
                </c:pt>
                <c:pt idx="4">
                  <c:v>0.59294000000000002</c:v>
                </c:pt>
                <c:pt idx="5">
                  <c:v>0.73706000000000005</c:v>
                </c:pt>
                <c:pt idx="6">
                  <c:v>0.90519000000000005</c:v>
                </c:pt>
                <c:pt idx="7">
                  <c:v>1.0466599999999999</c:v>
                </c:pt>
                <c:pt idx="8">
                  <c:v>1.1507499999999999</c:v>
                </c:pt>
                <c:pt idx="9">
                  <c:v>1.21661</c:v>
                </c:pt>
                <c:pt idx="10">
                  <c:v>1.2592699999999999</c:v>
                </c:pt>
                <c:pt idx="11">
                  <c:v>1.2693300000000001</c:v>
                </c:pt>
                <c:pt idx="12">
                  <c:v>1.2596799999999999</c:v>
                </c:pt>
                <c:pt idx="13">
                  <c:v>1.21465</c:v>
                </c:pt>
                <c:pt idx="14">
                  <c:v>1.0842000000000001</c:v>
                </c:pt>
                <c:pt idx="15">
                  <c:v>0.87478999999999996</c:v>
                </c:pt>
                <c:pt idx="16">
                  <c:v>0.66500999999999999</c:v>
                </c:pt>
                <c:pt idx="17">
                  <c:v>0.52637999999999996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0.42993333333333333</c:v>
                </c:pt>
                <c:pt idx="1">
                  <c:v>0.44321666666666665</c:v>
                </c:pt>
                <c:pt idx="2">
                  <c:v>0.46933333333333332</c:v>
                </c:pt>
                <c:pt idx="3">
                  <c:v>0.53029999999999999</c:v>
                </c:pt>
                <c:pt idx="4">
                  <c:v>0.63885000000000003</c:v>
                </c:pt>
                <c:pt idx="5">
                  <c:v>0.79818333333333336</c:v>
                </c:pt>
                <c:pt idx="6">
                  <c:v>1.0112833333333333</c:v>
                </c:pt>
                <c:pt idx="7">
                  <c:v>1.2106166666666667</c:v>
                </c:pt>
                <c:pt idx="8">
                  <c:v>1.4057333333333333</c:v>
                </c:pt>
                <c:pt idx="9">
                  <c:v>1.5763</c:v>
                </c:pt>
                <c:pt idx="10">
                  <c:v>1.6759833333333334</c:v>
                </c:pt>
                <c:pt idx="11">
                  <c:v>1.6955166666666668</c:v>
                </c:pt>
                <c:pt idx="12">
                  <c:v>1.6102333333333334</c:v>
                </c:pt>
                <c:pt idx="13">
                  <c:v>1.5154000000000001</c:v>
                </c:pt>
                <c:pt idx="14">
                  <c:v>1.3151333333333333</c:v>
                </c:pt>
                <c:pt idx="15">
                  <c:v>1.0101166666666668</c:v>
                </c:pt>
                <c:pt idx="16">
                  <c:v>0.71371666666666667</c:v>
                </c:pt>
                <c:pt idx="17">
                  <c:v>0.54374999999999996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9.9379399999999993</c:v>
                </c:pt>
                <c:pt idx="1">
                  <c:v>9.5561399999999992</c:v>
                </c:pt>
                <c:pt idx="2">
                  <c:v>9.2638800000000003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1.99427</c:v>
                </c:pt>
                <c:pt idx="1">
                  <c:v>2.0165299999999999</c:v>
                </c:pt>
                <c:pt idx="2">
                  <c:v>1.81715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16.142209999999999</c:v>
                </c:pt>
                <c:pt idx="1">
                  <c:v>17.834510000000002</c:v>
                </c:pt>
                <c:pt idx="2">
                  <c:v>19.819140000000001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1.46465</c:v>
                </c:pt>
                <c:pt idx="1">
                  <c:v>1.5082599999999999</c:v>
                </c:pt>
                <c:pt idx="2">
                  <c:v>1.9704999999999999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26.609839999999998</c:v>
                </c:pt>
                <c:pt idx="1">
                  <c:v>27.898980000000002</c:v>
                </c:pt>
                <c:pt idx="2">
                  <c:v>28.929729999999999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8044-40FB-B8CC-03D8E0628D02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8044-40FB-B8CC-03D8E0628D02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8044-40FB-B8CC-03D8E0628D02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8044-40FB-B8CC-03D8E0628D02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8044-40FB-B8CC-03D8E0628D02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8044-40FB-B8CC-03D8E0628D02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220135</c:v>
                </c:pt>
                <c:pt idx="1">
                  <c:v>205441</c:v>
                </c:pt>
                <c:pt idx="2">
                  <c:v>137397</c:v>
                </c:pt>
                <c:pt idx="3">
                  <c:v>142158</c:v>
                </c:pt>
                <c:pt idx="4">
                  <c:v>130663</c:v>
                </c:pt>
                <c:pt idx="5">
                  <c:v>144865</c:v>
                </c:pt>
                <c:pt idx="6">
                  <c:v>162624</c:v>
                </c:pt>
                <c:pt idx="7">
                  <c:v>250798</c:v>
                </c:pt>
                <c:pt idx="8">
                  <c:v>225632</c:v>
                </c:pt>
                <c:pt idx="9">
                  <c:v>144908</c:v>
                </c:pt>
                <c:pt idx="10">
                  <c:v>146702</c:v>
                </c:pt>
                <c:pt idx="11">
                  <c:v>148742</c:v>
                </c:pt>
                <c:pt idx="12">
                  <c:v>163031</c:v>
                </c:pt>
                <c:pt idx="13">
                  <c:v>226217</c:v>
                </c:pt>
                <c:pt idx="14">
                  <c:v>236258</c:v>
                </c:pt>
                <c:pt idx="15">
                  <c:v>168187</c:v>
                </c:pt>
                <c:pt idx="16">
                  <c:v>135640</c:v>
                </c:pt>
                <c:pt idx="17">
                  <c:v>191317</c:v>
                </c:pt>
                <c:pt idx="18">
                  <c:v>269863</c:v>
                </c:pt>
                <c:pt idx="19">
                  <c:v>227193</c:v>
                </c:pt>
                <c:pt idx="20">
                  <c:v>158957</c:v>
                </c:pt>
                <c:pt idx="21">
                  <c:v>208424</c:v>
                </c:pt>
                <c:pt idx="22">
                  <c:v>188156</c:v>
                </c:pt>
                <c:pt idx="23">
                  <c:v>121352</c:v>
                </c:pt>
                <c:pt idx="24">
                  <c:v>131852</c:v>
                </c:pt>
                <c:pt idx="25">
                  <c:v>139448</c:v>
                </c:pt>
                <c:pt idx="26">
                  <c:v>143396</c:v>
                </c:pt>
                <c:pt idx="27">
                  <c:v>149840</c:v>
                </c:pt>
                <c:pt idx="28">
                  <c:v>209275</c:v>
                </c:pt>
                <c:pt idx="29">
                  <c:v>199005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CC4F68-362E-4DAB-8763-0073FEAF956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1433.374</c:v>
                </c:pt>
                <c:pt idx="1">
                  <c:v>1653.299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30대</c:v>
                </c:pt>
                <c:pt idx="1">
                  <c:v>40대</c:v>
                </c:pt>
                <c:pt idx="2">
                  <c:v>20대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1015.721</c:v>
                </c:pt>
                <c:pt idx="1">
                  <c:v>756.67399999999998</c:v>
                </c:pt>
                <c:pt idx="2">
                  <c:v>731.31500000000005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276.49200000000002</c:v>
                </c:pt>
                <c:pt idx="1">
                  <c:v>2514.9169999999999</c:v>
                </c:pt>
                <c:pt idx="2">
                  <c:v>295.27199999999999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793.47199999999998</c:v>
                </c:pt>
                <c:pt idx="1">
                  <c:v>663.51499999999999</c:v>
                </c:pt>
                <c:pt idx="2">
                  <c:v>561.42899999999997</c:v>
                </c:pt>
                <c:pt idx="3">
                  <c:v>129.61699999999999</c:v>
                </c:pt>
                <c:pt idx="4">
                  <c:v>122.765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322.11</c:v>
                </c:pt>
                <c:pt idx="1">
                  <c:v>190.85900000000001</c:v>
                </c:pt>
                <c:pt idx="2">
                  <c:v>88.287000000000006</c:v>
                </c:pt>
                <c:pt idx="3">
                  <c:v>83.043000000000006</c:v>
                </c:pt>
                <c:pt idx="4">
                  <c:v>82.450999999999993</c:v>
                </c:pt>
                <c:pt idx="5">
                  <c:v>127.029</c:v>
                </c:pt>
                <c:pt idx="6">
                  <c:v>252.31700000000001</c:v>
                </c:pt>
                <c:pt idx="7">
                  <c:v>280.11</c:v>
                </c:pt>
                <c:pt idx="8">
                  <c:v>133.333</c:v>
                </c:pt>
                <c:pt idx="9">
                  <c:v>106.973</c:v>
                </c:pt>
                <c:pt idx="10">
                  <c:v>210.19499999999999</c:v>
                </c:pt>
                <c:pt idx="11">
                  <c:v>357.87299999999999</c:v>
                </c:pt>
                <c:pt idx="12">
                  <c:v>297.40499999999997</c:v>
                </c:pt>
                <c:pt idx="13">
                  <c:v>102.998</c:v>
                </c:pt>
                <c:pt idx="14">
                  <c:v>246.768</c:v>
                </c:pt>
                <c:pt idx="15">
                  <c:v>204.93100000000001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일식</c:v>
                </c:pt>
                <c:pt idx="6">
                  <c:v>중식</c:v>
                </c:pt>
                <c:pt idx="7">
                  <c:v>패스트푸드점</c:v>
                </c:pt>
                <c:pt idx="8">
                  <c:v>주점</c:v>
                </c:pt>
                <c:pt idx="9">
                  <c:v>문구용품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793.47199999999998</c:v>
                </c:pt>
                <c:pt idx="1">
                  <c:v>663.51499999999999</c:v>
                </c:pt>
                <c:pt idx="2">
                  <c:v>561.42899999999997</c:v>
                </c:pt>
                <c:pt idx="3">
                  <c:v>129.61699999999999</c:v>
                </c:pt>
                <c:pt idx="4">
                  <c:v>122.765</c:v>
                </c:pt>
                <c:pt idx="5">
                  <c:v>117.587</c:v>
                </c:pt>
                <c:pt idx="6">
                  <c:v>102.752</c:v>
                </c:pt>
                <c:pt idx="7">
                  <c:v>81.570999999999998</c:v>
                </c:pt>
                <c:pt idx="8">
                  <c:v>81.534000000000006</c:v>
                </c:pt>
                <c:pt idx="9">
                  <c:v>79.492000000000004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일식</c:v>
                </c:pt>
                <c:pt idx="6">
                  <c:v>중식</c:v>
                </c:pt>
                <c:pt idx="7">
                  <c:v>패스트푸드점</c:v>
                </c:pt>
                <c:pt idx="8">
                  <c:v>주점</c:v>
                </c:pt>
                <c:pt idx="9">
                  <c:v>문구용품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20522</c:v>
                </c:pt>
                <c:pt idx="1">
                  <c:v>42295</c:v>
                </c:pt>
                <c:pt idx="2">
                  <c:v>11912</c:v>
                </c:pt>
                <c:pt idx="3">
                  <c:v>10587</c:v>
                </c:pt>
                <c:pt idx="4">
                  <c:v>20114</c:v>
                </c:pt>
                <c:pt idx="5">
                  <c:v>2741</c:v>
                </c:pt>
                <c:pt idx="6">
                  <c:v>1951</c:v>
                </c:pt>
                <c:pt idx="7">
                  <c:v>1551</c:v>
                </c:pt>
                <c:pt idx="8">
                  <c:v>1221</c:v>
                </c:pt>
                <c:pt idx="9">
                  <c:v>5040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가방,핸드백</c:v>
                </c:pt>
                <c:pt idx="1">
                  <c:v>차량정비/부품</c:v>
                </c:pt>
                <c:pt idx="2">
                  <c:v>화장품</c:v>
                </c:pt>
                <c:pt idx="3">
                  <c:v>주점</c:v>
                </c:pt>
                <c:pt idx="4">
                  <c:v>미용실</c:v>
                </c:pt>
                <c:pt idx="5">
                  <c:v>여성정장</c:v>
                </c:pt>
                <c:pt idx="6">
                  <c:v>중식</c:v>
                </c:pt>
                <c:pt idx="7">
                  <c:v>패스트푸드점</c:v>
                </c:pt>
                <c:pt idx="8">
                  <c:v>종합생활용품</c:v>
                </c:pt>
                <c:pt idx="9">
                  <c:v>양식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28.9375</c:v>
                </c:pt>
                <c:pt idx="1">
                  <c:v>7.0781954887218044</c:v>
                </c:pt>
                <c:pt idx="2">
                  <c:v>6.8413793103448279</c:v>
                </c:pt>
                <c:pt idx="3">
                  <c:v>6.6776412776412775</c:v>
                </c:pt>
                <c:pt idx="4">
                  <c:v>6.1185185185185187</c:v>
                </c:pt>
                <c:pt idx="5">
                  <c:v>6.0433962264150942</c:v>
                </c:pt>
                <c:pt idx="6">
                  <c:v>5.2666324961558173</c:v>
                </c:pt>
                <c:pt idx="7">
                  <c:v>5.2592520954223083</c:v>
                </c:pt>
                <c:pt idx="8">
                  <c:v>5.0259615384615381</c:v>
                </c:pt>
                <c:pt idx="9">
                  <c:v>4.7131380120886499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일식</c:v>
                </c:pt>
                <c:pt idx="6">
                  <c:v>중식</c:v>
                </c:pt>
                <c:pt idx="7">
                  <c:v>패스트푸드점</c:v>
                </c:pt>
                <c:pt idx="8">
                  <c:v>주점</c:v>
                </c:pt>
                <c:pt idx="9">
                  <c:v>문구용품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410.38200000000001</c:v>
                </c:pt>
                <c:pt idx="1">
                  <c:v>267.94799999999998</c:v>
                </c:pt>
                <c:pt idx="2">
                  <c:v>264.06599999999997</c:v>
                </c:pt>
                <c:pt idx="3">
                  <c:v>60.003</c:v>
                </c:pt>
                <c:pt idx="4">
                  <c:v>67.007000000000005</c:v>
                </c:pt>
                <c:pt idx="5">
                  <c:v>58.314</c:v>
                </c:pt>
                <c:pt idx="6">
                  <c:v>52.677</c:v>
                </c:pt>
                <c:pt idx="7">
                  <c:v>47.777000000000001</c:v>
                </c:pt>
                <c:pt idx="8">
                  <c:v>36.634</c:v>
                </c:pt>
                <c:pt idx="9">
                  <c:v>27.001000000000001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일식</c:v>
                </c:pt>
                <c:pt idx="6">
                  <c:v>중식</c:v>
                </c:pt>
                <c:pt idx="7">
                  <c:v>패스트푸드점</c:v>
                </c:pt>
                <c:pt idx="8">
                  <c:v>주점</c:v>
                </c:pt>
                <c:pt idx="9">
                  <c:v>문구용품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383.09</c:v>
                </c:pt>
                <c:pt idx="1">
                  <c:v>395.56700000000001</c:v>
                </c:pt>
                <c:pt idx="2">
                  <c:v>297.363</c:v>
                </c:pt>
                <c:pt idx="3">
                  <c:v>69.614000000000004</c:v>
                </c:pt>
                <c:pt idx="4">
                  <c:v>55.758000000000003</c:v>
                </c:pt>
                <c:pt idx="5">
                  <c:v>59.268000000000001</c:v>
                </c:pt>
                <c:pt idx="6">
                  <c:v>50.076999999999998</c:v>
                </c:pt>
                <c:pt idx="7">
                  <c:v>33.792000000000002</c:v>
                </c:pt>
                <c:pt idx="8">
                  <c:v>44.902999999999999</c:v>
                </c:pt>
                <c:pt idx="9">
                  <c:v>52.491999999999997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1.2849999999999999</c:v>
                </c:pt>
                <c:pt idx="5">
                  <c:v>15.731999999999999</c:v>
                </c:pt>
                <c:pt idx="6">
                  <c:v>66.325999999999993</c:v>
                </c:pt>
                <c:pt idx="7">
                  <c:v>79.698999999999998</c:v>
                </c:pt>
                <c:pt idx="8">
                  <c:v>74.656999999999996</c:v>
                </c:pt>
                <c:pt idx="9">
                  <c:v>45.158000000000001</c:v>
                </c:pt>
                <c:pt idx="10">
                  <c:v>34.393000000000001</c:v>
                </c:pt>
                <c:pt idx="11">
                  <c:v>62.877000000000002</c:v>
                </c:pt>
                <c:pt idx="12">
                  <c:v>122.82</c:v>
                </c:pt>
                <c:pt idx="13">
                  <c:v>105.73399999999999</c:v>
                </c:pt>
                <c:pt idx="14">
                  <c:v>89.941999999999993</c:v>
                </c:pt>
                <c:pt idx="15">
                  <c:v>46.398000000000003</c:v>
                </c:pt>
                <c:pt idx="16">
                  <c:v>23.01</c:v>
                </c:pt>
                <c:pt idx="17">
                  <c:v>10.714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0.13700000000000001</c:v>
                </c:pt>
                <c:pt idx="2">
                  <c:v>2.069</c:v>
                </c:pt>
                <c:pt idx="3">
                  <c:v>2.835</c:v>
                </c:pt>
                <c:pt idx="4">
                  <c:v>7.78</c:v>
                </c:pt>
                <c:pt idx="5">
                  <c:v>17.626000000000001</c:v>
                </c:pt>
                <c:pt idx="6">
                  <c:v>52.743000000000002</c:v>
                </c:pt>
                <c:pt idx="7">
                  <c:v>75.126999999999995</c:v>
                </c:pt>
                <c:pt idx="8">
                  <c:v>101.366</c:v>
                </c:pt>
                <c:pt idx="9">
                  <c:v>98.533000000000001</c:v>
                </c:pt>
                <c:pt idx="10">
                  <c:v>82.046000000000006</c:v>
                </c:pt>
                <c:pt idx="11">
                  <c:v>63.314999999999998</c:v>
                </c:pt>
                <c:pt idx="12">
                  <c:v>48.031999999999996</c:v>
                </c:pt>
                <c:pt idx="13">
                  <c:v>42.762</c:v>
                </c:pt>
                <c:pt idx="14">
                  <c:v>36.938000000000002</c:v>
                </c:pt>
                <c:pt idx="15">
                  <c:v>21.349</c:v>
                </c:pt>
                <c:pt idx="16">
                  <c:v>5.9820000000000002</c:v>
                </c:pt>
                <c:pt idx="17">
                  <c:v>2.4670000000000001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1.2E-2</c:v>
                </c:pt>
                <c:pt idx="3">
                  <c:v>4.3999999999999997E-2</c:v>
                </c:pt>
                <c:pt idx="4">
                  <c:v>0.16300000000000001</c:v>
                </c:pt>
                <c:pt idx="5">
                  <c:v>12.975</c:v>
                </c:pt>
                <c:pt idx="6">
                  <c:v>57.863</c:v>
                </c:pt>
                <c:pt idx="7">
                  <c:v>70.575000000000003</c:v>
                </c:pt>
                <c:pt idx="8">
                  <c:v>60.23</c:v>
                </c:pt>
                <c:pt idx="9">
                  <c:v>35.008000000000003</c:v>
                </c:pt>
                <c:pt idx="10">
                  <c:v>21.984999999999999</c:v>
                </c:pt>
                <c:pt idx="11">
                  <c:v>49.235999999999997</c:v>
                </c:pt>
                <c:pt idx="12">
                  <c:v>86.037000000000006</c:v>
                </c:pt>
                <c:pt idx="13">
                  <c:v>73.608000000000004</c:v>
                </c:pt>
                <c:pt idx="14">
                  <c:v>45.564</c:v>
                </c:pt>
                <c:pt idx="15">
                  <c:v>20.401</c:v>
                </c:pt>
                <c:pt idx="16">
                  <c:v>13.445</c:v>
                </c:pt>
                <c:pt idx="17">
                  <c:v>7.9530000000000003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0.2</c:v>
                </c:pt>
                <c:pt idx="1">
                  <c:v>4.2999999999999997E-2</c:v>
                </c:pt>
                <c:pt idx="2">
                  <c:v>0.16800000000000001</c:v>
                </c:pt>
                <c:pt idx="3">
                  <c:v>0.219</c:v>
                </c:pt>
                <c:pt idx="4">
                  <c:v>0.57199999999999995</c:v>
                </c:pt>
                <c:pt idx="5">
                  <c:v>3.9809999999999999</c:v>
                </c:pt>
                <c:pt idx="6">
                  <c:v>6.99</c:v>
                </c:pt>
                <c:pt idx="7">
                  <c:v>12.288</c:v>
                </c:pt>
                <c:pt idx="8">
                  <c:v>13.99</c:v>
                </c:pt>
                <c:pt idx="9">
                  <c:v>16.369</c:v>
                </c:pt>
                <c:pt idx="10">
                  <c:v>13.170999999999999</c:v>
                </c:pt>
                <c:pt idx="11">
                  <c:v>16.667999999999999</c:v>
                </c:pt>
                <c:pt idx="12">
                  <c:v>15.67</c:v>
                </c:pt>
                <c:pt idx="13">
                  <c:v>12.481</c:v>
                </c:pt>
                <c:pt idx="14">
                  <c:v>8.8279999999999994</c:v>
                </c:pt>
                <c:pt idx="15">
                  <c:v>4.8780000000000001</c:v>
                </c:pt>
                <c:pt idx="16">
                  <c:v>1.9330000000000001</c:v>
                </c:pt>
                <c:pt idx="17">
                  <c:v>1.0720000000000001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1.0820000000000001</c:v>
                </c:pt>
                <c:pt idx="1">
                  <c:v>1.3440000000000001</c:v>
                </c:pt>
                <c:pt idx="2">
                  <c:v>1.405</c:v>
                </c:pt>
                <c:pt idx="3">
                  <c:v>1.7929999999999999</c:v>
                </c:pt>
                <c:pt idx="4">
                  <c:v>3.1589999999999998</c:v>
                </c:pt>
                <c:pt idx="5">
                  <c:v>3.8220000000000001</c:v>
                </c:pt>
                <c:pt idx="6">
                  <c:v>5.8570000000000002</c:v>
                </c:pt>
                <c:pt idx="7">
                  <c:v>5.4560000000000004</c:v>
                </c:pt>
                <c:pt idx="8">
                  <c:v>6.5540000000000003</c:v>
                </c:pt>
                <c:pt idx="9">
                  <c:v>8.3030000000000008</c:v>
                </c:pt>
                <c:pt idx="10">
                  <c:v>9.5050000000000008</c:v>
                </c:pt>
                <c:pt idx="11">
                  <c:v>11.516999999999999</c:v>
                </c:pt>
                <c:pt idx="12">
                  <c:v>16.199000000000002</c:v>
                </c:pt>
                <c:pt idx="13">
                  <c:v>11.44</c:v>
                </c:pt>
                <c:pt idx="14">
                  <c:v>12.347</c:v>
                </c:pt>
                <c:pt idx="15">
                  <c:v>9.4380000000000006</c:v>
                </c:pt>
                <c:pt idx="16">
                  <c:v>5.423</c:v>
                </c:pt>
                <c:pt idx="17">
                  <c:v>3.585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137000</c:v>
                </c:pt>
                <c:pt idx="2">
                  <c:v>2069000</c:v>
                </c:pt>
                <c:pt idx="3">
                  <c:v>2835000</c:v>
                </c:pt>
                <c:pt idx="4">
                  <c:v>7780000</c:v>
                </c:pt>
                <c:pt idx="5">
                  <c:v>17626000</c:v>
                </c:pt>
                <c:pt idx="6">
                  <c:v>52743000</c:v>
                </c:pt>
                <c:pt idx="7">
                  <c:v>75127000</c:v>
                </c:pt>
                <c:pt idx="8">
                  <c:v>101366000</c:v>
                </c:pt>
                <c:pt idx="9">
                  <c:v>98533000</c:v>
                </c:pt>
                <c:pt idx="10">
                  <c:v>82046000</c:v>
                </c:pt>
                <c:pt idx="11">
                  <c:v>63315000</c:v>
                </c:pt>
                <c:pt idx="12">
                  <c:v>48032000</c:v>
                </c:pt>
                <c:pt idx="13">
                  <c:v>42762000</c:v>
                </c:pt>
                <c:pt idx="14">
                  <c:v>36938000</c:v>
                </c:pt>
                <c:pt idx="15">
                  <c:v>21349000</c:v>
                </c:pt>
                <c:pt idx="16">
                  <c:v>5982000</c:v>
                </c:pt>
                <c:pt idx="17">
                  <c:v>2467000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75000</c:v>
                </c:pt>
                <c:pt idx="4">
                  <c:v>268000</c:v>
                </c:pt>
                <c:pt idx="5">
                  <c:v>672000</c:v>
                </c:pt>
                <c:pt idx="6">
                  <c:v>1599000</c:v>
                </c:pt>
                <c:pt idx="7">
                  <c:v>1652000</c:v>
                </c:pt>
                <c:pt idx="8">
                  <c:v>4301000</c:v>
                </c:pt>
                <c:pt idx="9">
                  <c:v>4178000</c:v>
                </c:pt>
                <c:pt idx="10">
                  <c:v>6384000</c:v>
                </c:pt>
                <c:pt idx="11">
                  <c:v>5689000</c:v>
                </c:pt>
                <c:pt idx="12">
                  <c:v>5247000</c:v>
                </c:pt>
                <c:pt idx="13">
                  <c:v>4529000</c:v>
                </c:pt>
                <c:pt idx="14">
                  <c:v>4613000</c:v>
                </c:pt>
                <c:pt idx="15">
                  <c:v>3559000</c:v>
                </c:pt>
                <c:pt idx="16">
                  <c:v>2922000</c:v>
                </c:pt>
                <c:pt idx="17">
                  <c:v>337000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1285000</c:v>
                </c:pt>
                <c:pt idx="5">
                  <c:v>15732000</c:v>
                </c:pt>
                <c:pt idx="6">
                  <c:v>66326000</c:v>
                </c:pt>
                <c:pt idx="7">
                  <c:v>79699000</c:v>
                </c:pt>
                <c:pt idx="8">
                  <c:v>74657000</c:v>
                </c:pt>
                <c:pt idx="9">
                  <c:v>45158000</c:v>
                </c:pt>
                <c:pt idx="10">
                  <c:v>34393000</c:v>
                </c:pt>
                <c:pt idx="11">
                  <c:v>62877000</c:v>
                </c:pt>
                <c:pt idx="12">
                  <c:v>122820000</c:v>
                </c:pt>
                <c:pt idx="13">
                  <c:v>105734000</c:v>
                </c:pt>
                <c:pt idx="14">
                  <c:v>89942000</c:v>
                </c:pt>
                <c:pt idx="15">
                  <c:v>46398000</c:v>
                </c:pt>
                <c:pt idx="16">
                  <c:v>23010000</c:v>
                </c:pt>
                <c:pt idx="17">
                  <c:v>10714000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1082000</c:v>
                </c:pt>
                <c:pt idx="1">
                  <c:v>1344000</c:v>
                </c:pt>
                <c:pt idx="2">
                  <c:v>1405000</c:v>
                </c:pt>
                <c:pt idx="3">
                  <c:v>1793000</c:v>
                </c:pt>
                <c:pt idx="4">
                  <c:v>3159000</c:v>
                </c:pt>
                <c:pt idx="5">
                  <c:v>3822000</c:v>
                </c:pt>
                <c:pt idx="6">
                  <c:v>5857000</c:v>
                </c:pt>
                <c:pt idx="7">
                  <c:v>5456000</c:v>
                </c:pt>
                <c:pt idx="8">
                  <c:v>6554000</c:v>
                </c:pt>
                <c:pt idx="9">
                  <c:v>8303000</c:v>
                </c:pt>
                <c:pt idx="10">
                  <c:v>9505000</c:v>
                </c:pt>
                <c:pt idx="11">
                  <c:v>11517000</c:v>
                </c:pt>
                <c:pt idx="12">
                  <c:v>16199000</c:v>
                </c:pt>
                <c:pt idx="13">
                  <c:v>11440000</c:v>
                </c:pt>
                <c:pt idx="14">
                  <c:v>12347000</c:v>
                </c:pt>
                <c:pt idx="15">
                  <c:v>9438000</c:v>
                </c:pt>
                <c:pt idx="16">
                  <c:v>5423000</c:v>
                </c:pt>
                <c:pt idx="17">
                  <c:v>3585000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1082000</c:v>
                </c:pt>
                <c:pt idx="1">
                  <c:v>1344000</c:v>
                </c:pt>
                <c:pt idx="2">
                  <c:v>1405000</c:v>
                </c:pt>
                <c:pt idx="3">
                  <c:v>1793000</c:v>
                </c:pt>
                <c:pt idx="4">
                  <c:v>3159000</c:v>
                </c:pt>
                <c:pt idx="5">
                  <c:v>3822000</c:v>
                </c:pt>
                <c:pt idx="6">
                  <c:v>5857000</c:v>
                </c:pt>
                <c:pt idx="7">
                  <c:v>5456000</c:v>
                </c:pt>
                <c:pt idx="8">
                  <c:v>6554000</c:v>
                </c:pt>
                <c:pt idx="9">
                  <c:v>8303000</c:v>
                </c:pt>
                <c:pt idx="10">
                  <c:v>9505000</c:v>
                </c:pt>
                <c:pt idx="11">
                  <c:v>11517000</c:v>
                </c:pt>
                <c:pt idx="12">
                  <c:v>16199000</c:v>
                </c:pt>
                <c:pt idx="13">
                  <c:v>11440000</c:v>
                </c:pt>
                <c:pt idx="14">
                  <c:v>12347000</c:v>
                </c:pt>
                <c:pt idx="15">
                  <c:v>9438000</c:v>
                </c:pt>
                <c:pt idx="16">
                  <c:v>5423000</c:v>
                </c:pt>
                <c:pt idx="17">
                  <c:v>3585000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일식</c:v>
                </c:pt>
                <c:pt idx="6">
                  <c:v>중식</c:v>
                </c:pt>
                <c:pt idx="7">
                  <c:v>패스트푸드점</c:v>
                </c:pt>
                <c:pt idx="8">
                  <c:v>주점</c:v>
                </c:pt>
                <c:pt idx="9">
                  <c:v>문구용품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74.542000000000002</c:v>
                </c:pt>
                <c:pt idx="1">
                  <c:v>52.552999999999997</c:v>
                </c:pt>
                <c:pt idx="2">
                  <c:v>45.347999999999999</c:v>
                </c:pt>
                <c:pt idx="3">
                  <c:v>12.353999999999999</c:v>
                </c:pt>
                <c:pt idx="4">
                  <c:v>24.568999999999999</c:v>
                </c:pt>
                <c:pt idx="5">
                  <c:v>10.117000000000001</c:v>
                </c:pt>
                <c:pt idx="6">
                  <c:v>6.5730000000000004</c:v>
                </c:pt>
                <c:pt idx="7">
                  <c:v>5.1369999999999996</c:v>
                </c:pt>
                <c:pt idx="8">
                  <c:v>7.3120000000000003</c:v>
                </c:pt>
                <c:pt idx="9">
                  <c:v>4.8259999999999996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일식</c:v>
                </c:pt>
                <c:pt idx="6">
                  <c:v>중식</c:v>
                </c:pt>
                <c:pt idx="7">
                  <c:v>패스트푸드점</c:v>
                </c:pt>
                <c:pt idx="8">
                  <c:v>주점</c:v>
                </c:pt>
                <c:pt idx="9">
                  <c:v>문구용품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642.16200000000003</c:v>
                </c:pt>
                <c:pt idx="1">
                  <c:v>548.06899999999996</c:v>
                </c:pt>
                <c:pt idx="2">
                  <c:v>461.15600000000001</c:v>
                </c:pt>
                <c:pt idx="3">
                  <c:v>105.54600000000001</c:v>
                </c:pt>
                <c:pt idx="4">
                  <c:v>86.378</c:v>
                </c:pt>
                <c:pt idx="5">
                  <c:v>94.16</c:v>
                </c:pt>
                <c:pt idx="6">
                  <c:v>86.197000000000003</c:v>
                </c:pt>
                <c:pt idx="7">
                  <c:v>72.771000000000001</c:v>
                </c:pt>
                <c:pt idx="8">
                  <c:v>68.763000000000005</c:v>
                </c:pt>
                <c:pt idx="9">
                  <c:v>65.817999999999998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일식</c:v>
                </c:pt>
                <c:pt idx="6">
                  <c:v>중식</c:v>
                </c:pt>
                <c:pt idx="7">
                  <c:v>패스트푸드점</c:v>
                </c:pt>
                <c:pt idx="8">
                  <c:v>주점</c:v>
                </c:pt>
                <c:pt idx="9">
                  <c:v>문구용품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76.763999999999996</c:v>
                </c:pt>
                <c:pt idx="1">
                  <c:v>62.89</c:v>
                </c:pt>
                <c:pt idx="2">
                  <c:v>54.920999999999999</c:v>
                </c:pt>
                <c:pt idx="3">
                  <c:v>11.718</c:v>
                </c:pt>
                <c:pt idx="4">
                  <c:v>11.811999999999999</c:v>
                </c:pt>
                <c:pt idx="5">
                  <c:v>13.308</c:v>
                </c:pt>
                <c:pt idx="6">
                  <c:v>9.9819999999999993</c:v>
                </c:pt>
                <c:pt idx="7">
                  <c:v>3.6640000000000001</c:v>
                </c:pt>
                <c:pt idx="8">
                  <c:v>5.4610000000000003</c:v>
                </c:pt>
                <c:pt idx="9">
                  <c:v>8.8490000000000002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04F-4D3C-8D84-E7527E413086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04F-4D3C-8D84-E7527E413086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04F-4D3C-8D84-E7527E413086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04F-4D3C-8D84-E7527E413086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04F-4D3C-8D84-E7527E413086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04F-4D3C-8D84-E7527E413086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04F-4D3C-8D84-E7527E413086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004F-4D3C-8D84-E7527E413086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004F-4D3C-8D84-E7527E413086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004F-4D3C-8D84-E7527E413086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004F-4D3C-8D84-E7527E413086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004F-4D3C-8D84-E7527E413086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004F-4D3C-8D84-E7527E413086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004F-4D3C-8D84-E7527E413086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004F-4D3C-8D84-E7527E413086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004F-4D3C-8D84-E7527E413086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004F-4D3C-8D84-E7527E413086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004F-4D3C-8D84-E7527E413086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004F-4D3C-8D84-E7527E413086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004F-4D3C-8D84-E7527E413086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004F-4D3C-8D84-E7527E413086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004F-4D3C-8D84-E7527E413086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004F-4D3C-8D84-E7527E413086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004F-4D3C-8D84-E7527E413086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004F-4D3C-8D84-E7527E413086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004F-4D3C-8D84-E7527E413086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004F-4D3C-8D84-E7527E413086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004F-4D3C-8D84-E7527E413086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004F-4D3C-8D84-E7527E413086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259.89</c:v>
                </c:pt>
                <c:pt idx="1">
                  <c:v>252.16</c:v>
                </c:pt>
                <c:pt idx="2">
                  <c:v>69.040000000000006</c:v>
                </c:pt>
                <c:pt idx="3">
                  <c:v>88.94</c:v>
                </c:pt>
                <c:pt idx="4">
                  <c:v>59.76</c:v>
                </c:pt>
                <c:pt idx="5">
                  <c:v>92.27</c:v>
                </c:pt>
                <c:pt idx="6">
                  <c:v>131.91</c:v>
                </c:pt>
                <c:pt idx="7">
                  <c:v>322.11</c:v>
                </c:pt>
                <c:pt idx="8">
                  <c:v>190.86</c:v>
                </c:pt>
                <c:pt idx="9">
                  <c:v>88.29</c:v>
                </c:pt>
                <c:pt idx="10">
                  <c:v>83.04</c:v>
                </c:pt>
                <c:pt idx="11">
                  <c:v>82.45</c:v>
                </c:pt>
                <c:pt idx="12">
                  <c:v>127.03</c:v>
                </c:pt>
                <c:pt idx="13">
                  <c:v>252.32</c:v>
                </c:pt>
                <c:pt idx="14">
                  <c:v>280.11</c:v>
                </c:pt>
                <c:pt idx="15">
                  <c:v>133.33000000000001</c:v>
                </c:pt>
                <c:pt idx="16">
                  <c:v>106.97</c:v>
                </c:pt>
                <c:pt idx="17">
                  <c:v>210.2</c:v>
                </c:pt>
                <c:pt idx="18">
                  <c:v>357.87</c:v>
                </c:pt>
                <c:pt idx="19">
                  <c:v>297.41000000000003</c:v>
                </c:pt>
                <c:pt idx="20">
                  <c:v>103</c:v>
                </c:pt>
                <c:pt idx="21">
                  <c:v>246.77</c:v>
                </c:pt>
                <c:pt idx="22">
                  <c:v>204.93</c:v>
                </c:pt>
                <c:pt idx="23">
                  <c:v>40.43</c:v>
                </c:pt>
                <c:pt idx="24">
                  <c:v>49.14</c:v>
                </c:pt>
                <c:pt idx="25">
                  <c:v>75.959999999999994</c:v>
                </c:pt>
                <c:pt idx="26">
                  <c:v>74.45</c:v>
                </c:pt>
                <c:pt idx="27">
                  <c:v>96.49</c:v>
                </c:pt>
                <c:pt idx="28">
                  <c:v>251.84</c:v>
                </c:pt>
                <c:pt idx="29">
                  <c:v>244.64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004F-4D3C-8D84-E7527E413086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004F-4D3C-8D84-E7527E413086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004F-4D3C-8D84-E7527E413086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004F-4D3C-8D84-E7527E413086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004F-4D3C-8D84-E7527E413086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004F-4D3C-8D84-E7527E413086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004F-4D3C-8D84-E7527E413086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004F-4D3C-8D84-E7527E413086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004F-4D3C-8D84-E7527E413086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004F-4D3C-8D84-E7527E413086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004F-4D3C-8D84-E7527E413086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004F-4D3C-8D84-E7527E413086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004F-4D3C-8D84-E7527E413086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004F-4D3C-8D84-E7527E413086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004F-4D3C-8D84-E7527E413086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004F-4D3C-8D84-E7527E413086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004F-4D3C-8D84-E7527E413086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004F-4D3C-8D84-E7527E413086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004F-4D3C-8D84-E7527E413086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004F-4D3C-8D84-E7527E413086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004F-4D3C-8D84-E7527E413086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004F-4D3C-8D84-E7527E413086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004F-4D3C-8D84-E7527E413086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004F-4D3C-8D84-E7527E413086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004F-4D3C-8D84-E7527E413086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004F-4D3C-8D84-E7527E413086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004F-4D3C-8D84-E7527E413086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004F-4D3C-8D84-E7527E413086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004F-4D3C-8D84-E7527E413086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12935</c:v>
                </c:pt>
                <c:pt idx="1">
                  <c:v>13261</c:v>
                </c:pt>
                <c:pt idx="2">
                  <c:v>4055</c:v>
                </c:pt>
                <c:pt idx="3">
                  <c:v>3891</c:v>
                </c:pt>
                <c:pt idx="4">
                  <c:v>2333</c:v>
                </c:pt>
                <c:pt idx="5">
                  <c:v>4094</c:v>
                </c:pt>
                <c:pt idx="6">
                  <c:v>6197</c:v>
                </c:pt>
                <c:pt idx="7">
                  <c:v>18156</c:v>
                </c:pt>
                <c:pt idx="8">
                  <c:v>10714</c:v>
                </c:pt>
                <c:pt idx="9">
                  <c:v>4367</c:v>
                </c:pt>
                <c:pt idx="10">
                  <c:v>4666</c:v>
                </c:pt>
                <c:pt idx="11">
                  <c:v>4565</c:v>
                </c:pt>
                <c:pt idx="12">
                  <c:v>6404</c:v>
                </c:pt>
                <c:pt idx="13">
                  <c:v>14177</c:v>
                </c:pt>
                <c:pt idx="14">
                  <c:v>15227</c:v>
                </c:pt>
                <c:pt idx="15">
                  <c:v>7189</c:v>
                </c:pt>
                <c:pt idx="16">
                  <c:v>4659</c:v>
                </c:pt>
                <c:pt idx="17">
                  <c:v>11732</c:v>
                </c:pt>
                <c:pt idx="18">
                  <c:v>19751</c:v>
                </c:pt>
                <c:pt idx="19">
                  <c:v>16202</c:v>
                </c:pt>
                <c:pt idx="20">
                  <c:v>5313</c:v>
                </c:pt>
                <c:pt idx="21">
                  <c:v>14464</c:v>
                </c:pt>
                <c:pt idx="22">
                  <c:v>12127</c:v>
                </c:pt>
                <c:pt idx="23">
                  <c:v>1662</c:v>
                </c:pt>
                <c:pt idx="24">
                  <c:v>2746</c:v>
                </c:pt>
                <c:pt idx="25">
                  <c:v>3938</c:v>
                </c:pt>
                <c:pt idx="26">
                  <c:v>3533</c:v>
                </c:pt>
                <c:pt idx="27">
                  <c:v>4117</c:v>
                </c:pt>
                <c:pt idx="28">
                  <c:v>12307</c:v>
                </c:pt>
                <c:pt idx="29">
                  <c:v>13420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양식</cx:pt>
          <cx:pt idx="3">간이음식점</cx:pt>
          <cx:pt idx="4">편의점</cx:pt>
          <cx:pt idx="5">일식</cx:pt>
          <cx:pt idx="6">중식</cx:pt>
          <cx:pt idx="7">패스트푸드점</cx:pt>
          <cx:pt idx="8">주점</cx:pt>
          <cx:pt idx="9">문구용품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787.60000000000002</cx:pt>
          <cx:pt idx="1">658</cx:pt>
          <cx:pt idx="2">557.29999999999995</cx:pt>
          <cx:pt idx="3">128.19999999999999</cx:pt>
          <cx:pt idx="4">119.2</cx:pt>
          <cx:pt idx="5">117.09999999999999</cx:pt>
          <cx:pt idx="6">101.09999999999999</cx:pt>
          <cx:pt idx="7">81.200000000000003</cx:pt>
          <cx:pt idx="8">81</cx:pt>
          <cx:pt idx="9">78.799999999999997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양식</cx:pt>
          <cx:pt idx="3">편의점</cx:pt>
          <cx:pt idx="4">중식</cx:pt>
          <cx:pt idx="5">간이음식점</cx:pt>
          <cx:pt idx="6">잡화점</cx:pt>
          <cx:pt idx="7">제과점,아이스크림점</cx:pt>
          <cx:pt idx="8">문구용품</cx:pt>
          <cx:pt idx="9">PC방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5.9000000000000004</cx:pt>
          <cx:pt idx="1">5.5</cx:pt>
          <cx:pt idx="2">4.0999999999999996</cx:pt>
          <cx:pt idx="3">3.6000000000000001</cx:pt>
          <cx:pt idx="4">1.7</cx:pt>
          <cx:pt idx="5">1.5</cx:pt>
          <cx:pt idx="6">0.80000000000000004</cx:pt>
          <cx:pt idx="7">0.80000000000000004</cx:pt>
          <cx:pt idx="8">0.69999999999999996</cx:pt>
          <cx:pt idx="9">0.59999999999999998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행리단길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행리단길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3,090,025명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5.1%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8일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(269,863명)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(14,292명)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8.5%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3,087백만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32.9%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10.1%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2,807,442명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2,940,720명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4.7% ▲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3,090,025명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10.1%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2,313백만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2,804백만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21.3%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3,087백만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33.5%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행리단길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행리단길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3,090,025명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5.1%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8일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(269,863명)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14,292명)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8.5%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64.1%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197,050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5.8%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4.4%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6.0%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(3.0%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(15.7%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6일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4.4%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193,127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181,257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58.7%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212,909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41.3%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926,388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3.1% ▼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1,981,914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11.1%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181,715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9.9% ▼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87.2%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2,892,973명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3.7%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197,050명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30.6%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1,143,283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163,326명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3,090,025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193,127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1,094,168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156,310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행리단길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3,087백만원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(169,713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10.1%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999원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4.8% ▲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25.7%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10월8일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81.5%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778,745,000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(20,395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661,107,000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(42,281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가방,핸드백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289,375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(28.6%)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(18.7%)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(18.4%)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(23.9%)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(23.2%)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(18.0%)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32.9%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731백만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(23.7%)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1,016백만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(32.9%)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757백만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(24.5%)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432백만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(14.0%)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117백만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(3.8%)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(1.0%)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12.4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PC방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완구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PC방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완구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15,828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18,231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20,659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276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(17,468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295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(14,293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2,515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(137,946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(21.3%)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(19.9%)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(14.8%)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18,263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12,532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167,496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2,205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(25.7%)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(21.5%)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(18.2%)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3,059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46315253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14456589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136,280,143원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6,681건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20,399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192,917,625원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10,607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18,188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118,993,000원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5,960건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19,964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114개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0.00059개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0.00005개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91개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0.00008개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0.00047개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0.00018개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75개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0.00039개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8,161개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0.04226개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247개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0.00128개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312개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0.00162개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0.00018개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8.3%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0.0015개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화홍문공영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457대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영화동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208대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 (1,276대)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0.00041대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83.9%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0.0184대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2278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Pretendard</vt:lpstr>
      <vt:lpstr>Calibri Light</vt:lpstr>
      <vt:lpstr>Calibri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2025-11-04T03:50:02Z</dcterms:modified>
</cp:coreProperties>
</file>