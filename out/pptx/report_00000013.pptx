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3.6875</c:v>
                </c:pt>
                <c:pt idx="1">
                  <c:v>2.3311000000000002</c:v>
                </c:pt>
                <c:pt idx="2">
                  <c:v>3.2997999999999998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-36.78</c:v>
                </c:pt>
                <c:pt idx="2">
                  <c:v>41.56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5.5789999999999997</c:v>
                </c:pt>
                <c:pt idx="1">
                  <c:v>4.4880000000000004</c:v>
                </c:pt>
                <c:pt idx="2">
                  <c:v>6.9989999999999997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-19.559999999999999</c:v>
                </c:pt>
                <c:pt idx="2">
                  <c:v>55.95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CD-4C8E-A242-E95908494E27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0.5121</c:v>
                </c:pt>
                <c:pt idx="1">
                  <c:v>0.59889999999999999</c:v>
                </c:pt>
                <c:pt idx="2">
                  <c:v>0.51790000000000003</c:v>
                </c:pt>
                <c:pt idx="3">
                  <c:v>0.5948</c:v>
                </c:pt>
                <c:pt idx="4">
                  <c:v>0.6613</c:v>
                </c:pt>
                <c:pt idx="5">
                  <c:v>0.4148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563</c:v>
                </c:pt>
                <c:pt idx="1">
                  <c:v>739</c:v>
                </c:pt>
                <c:pt idx="2">
                  <c:v>797</c:v>
                </c:pt>
                <c:pt idx="3">
                  <c:v>1009</c:v>
                </c:pt>
                <c:pt idx="4">
                  <c:v>1141</c:v>
                </c:pt>
                <c:pt idx="5">
                  <c:v>1271</c:v>
                </c:pt>
                <c:pt idx="6">
                  <c:v>1567</c:v>
                </c:pt>
                <c:pt idx="7">
                  <c:v>1934</c:v>
                </c:pt>
                <c:pt idx="8">
                  <c:v>2575</c:v>
                </c:pt>
                <c:pt idx="9">
                  <c:v>3490</c:v>
                </c:pt>
                <c:pt idx="10">
                  <c:v>4189</c:v>
                </c:pt>
                <c:pt idx="11">
                  <c:v>4011</c:v>
                </c:pt>
                <c:pt idx="12">
                  <c:v>2544</c:v>
                </c:pt>
                <c:pt idx="13">
                  <c:v>1659</c:v>
                </c:pt>
                <c:pt idx="14">
                  <c:v>1071</c:v>
                </c:pt>
                <c:pt idx="15">
                  <c:v>819</c:v>
                </c:pt>
                <c:pt idx="16">
                  <c:v>643</c:v>
                </c:pt>
                <c:pt idx="17">
                  <c:v>473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3.2997999999999998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7E2DA0-201B-43FE-8844-781EDF743FF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EE500CE-0E12-4773-96FC-7D028AAF3F7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1.5738000000000001</c:v>
                </c:pt>
                <c:pt idx="1">
                  <c:v>1.726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992A9B4-1DA1-45FE-802E-6901F36ED37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5EEC58F-8E44-484F-A0B0-41BD208A591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3.0565000000000002</c:v>
                </c:pt>
                <c:pt idx="1">
                  <c:v>0.24329999999999999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EDD554-683C-4AD6-A2A9-CC5FEC7A79C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0DC4401-4B4E-4FFD-BAE3-4C3CB36FDDA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158B86A-08E7-483E-84DC-54E7A2E85A4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0.49569999999999997</c:v>
                </c:pt>
                <c:pt idx="1">
                  <c:v>0.38929999999999998</c:v>
                </c:pt>
                <c:pt idx="2">
                  <c:v>2.4148000000000001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15738</c:v>
                </c:pt>
                <c:pt idx="1">
                  <c:v>17260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8B-425F-9D5A-6090516E08F6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5121</c:v>
                </c:pt>
                <c:pt idx="1">
                  <c:v>5989</c:v>
                </c:pt>
                <c:pt idx="2">
                  <c:v>5179</c:v>
                </c:pt>
                <c:pt idx="3">
                  <c:v>5948</c:v>
                </c:pt>
                <c:pt idx="4">
                  <c:v>6613</c:v>
                </c:pt>
                <c:pt idx="5">
                  <c:v>4148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5.37</c:v>
                </c:pt>
                <c:pt idx="1">
                  <c:v>70.680000000000007</c:v>
                </c:pt>
                <c:pt idx="2">
                  <c:v>57.37</c:v>
                </c:pt>
                <c:pt idx="3">
                  <c:v>43.91</c:v>
                </c:pt>
                <c:pt idx="4">
                  <c:v>44.51</c:v>
                </c:pt>
                <c:pt idx="5">
                  <c:v>40.99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3.2997999999999998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5.6300000000000003E-2</c:v>
                </c:pt>
                <c:pt idx="1">
                  <c:v>7.3899999999999993E-2</c:v>
                </c:pt>
                <c:pt idx="2">
                  <c:v>7.9699999999999993E-2</c:v>
                </c:pt>
                <c:pt idx="3">
                  <c:v>0.1009</c:v>
                </c:pt>
                <c:pt idx="4">
                  <c:v>0.11409999999999999</c:v>
                </c:pt>
                <c:pt idx="5">
                  <c:v>0.12709999999999999</c:v>
                </c:pt>
                <c:pt idx="6">
                  <c:v>0.15670000000000001</c:v>
                </c:pt>
                <c:pt idx="7">
                  <c:v>0.19339999999999999</c:v>
                </c:pt>
                <c:pt idx="8">
                  <c:v>0.25750000000000001</c:v>
                </c:pt>
                <c:pt idx="9">
                  <c:v>0.34899999999999998</c:v>
                </c:pt>
                <c:pt idx="10">
                  <c:v>0.41889999999999999</c:v>
                </c:pt>
                <c:pt idx="11">
                  <c:v>0.40110000000000001</c:v>
                </c:pt>
                <c:pt idx="12">
                  <c:v>0.25440000000000002</c:v>
                </c:pt>
                <c:pt idx="13">
                  <c:v>0.16589999999999999</c:v>
                </c:pt>
                <c:pt idx="14">
                  <c:v>0.1071</c:v>
                </c:pt>
                <c:pt idx="15">
                  <c:v>8.1900000000000001E-2</c:v>
                </c:pt>
                <c:pt idx="16">
                  <c:v>6.4299999999999996E-2</c:v>
                </c:pt>
                <c:pt idx="17">
                  <c:v>4.7300000000000002E-2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8.906E-2</c:v>
                </c:pt>
                <c:pt idx="1">
                  <c:v>7.6109999999999997E-2</c:v>
                </c:pt>
                <c:pt idx="2">
                  <c:v>4.9570000000000003E-2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2.9059999999999999E-2</c:v>
                </c:pt>
                <c:pt idx="1">
                  <c:v>1.4200000000000001E-2</c:v>
                </c:pt>
                <c:pt idx="2">
                  <c:v>3.8929999999999999E-2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0.25062000000000001</c:v>
                </c:pt>
                <c:pt idx="1">
                  <c:v>0.14280000000000001</c:v>
                </c:pt>
                <c:pt idx="2">
                  <c:v>0.24148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2.29E-2</c:v>
                </c:pt>
                <c:pt idx="1">
                  <c:v>1.6140000000000002E-2</c:v>
                </c:pt>
                <c:pt idx="2">
                  <c:v>2.4330000000000001E-2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0.34586</c:v>
                </c:pt>
                <c:pt idx="1">
                  <c:v>0.21698000000000001</c:v>
                </c:pt>
                <c:pt idx="2">
                  <c:v>0.30564999999999998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23398</c:v>
                </c:pt>
                <c:pt idx="1">
                  <c:v>20199</c:v>
                </c:pt>
                <c:pt idx="2">
                  <c:v>21408</c:v>
                </c:pt>
                <c:pt idx="3">
                  <c:v>20528</c:v>
                </c:pt>
                <c:pt idx="4">
                  <c:v>21130</c:v>
                </c:pt>
                <c:pt idx="5">
                  <c:v>24638</c:v>
                </c:pt>
                <c:pt idx="6">
                  <c:v>29520</c:v>
                </c:pt>
                <c:pt idx="7">
                  <c:v>32998</c:v>
                </c:pt>
                <c:pt idx="8">
                  <c:v>19790</c:v>
                </c:pt>
                <c:pt idx="9">
                  <c:v>21874</c:v>
                </c:pt>
                <c:pt idx="10">
                  <c:v>21429</c:v>
                </c:pt>
                <c:pt idx="11">
                  <c:v>21892</c:v>
                </c:pt>
                <c:pt idx="12">
                  <c:v>26676</c:v>
                </c:pt>
                <c:pt idx="13">
                  <c:v>26038</c:v>
                </c:pt>
                <c:pt idx="14">
                  <c:v>18752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97C096-5764-43FD-92FD-91D02A6D6F3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4.109</c:v>
                </c:pt>
                <c:pt idx="1">
                  <c:v>2.8889999999999998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60대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2.1539999999999999</c:v>
                </c:pt>
                <c:pt idx="1">
                  <c:v>1.8480000000000001</c:v>
                </c:pt>
                <c:pt idx="2">
                  <c:v>1.2789999999999999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1.181</c:v>
                </c:pt>
                <c:pt idx="1">
                  <c:v>5.3849999999999998</c:v>
                </c:pt>
                <c:pt idx="2">
                  <c:v>0.433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3.8969999999999998</c:v>
                </c:pt>
                <c:pt idx="1">
                  <c:v>3.1019999999999999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6.9989999999999997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3.8969999999999998</c:v>
                </c:pt>
                <c:pt idx="1">
                  <c:v>3.1019999999999999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</c:v>
                </c:pt>
                <c:pt idx="1">
                  <c:v>288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3.4794642857142857</c:v>
                </c:pt>
                <c:pt idx="1">
                  <c:v>1.0770833333333334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2.794</c:v>
                </c:pt>
                <c:pt idx="1">
                  <c:v>1.3149999999999999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1.1020000000000001</c:v>
                </c:pt>
                <c:pt idx="1">
                  <c:v>1.7869999999999999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0.13900000000000001</c:v>
                </c:pt>
                <c:pt idx="7">
                  <c:v>4.2999999999999997E-2</c:v>
                </c:pt>
                <c:pt idx="8">
                  <c:v>0.98299999999999998</c:v>
                </c:pt>
                <c:pt idx="9">
                  <c:v>0.46400000000000002</c:v>
                </c:pt>
                <c:pt idx="10">
                  <c:v>0.25600000000000001</c:v>
                </c:pt>
                <c:pt idx="11">
                  <c:v>0.23699999999999999</c:v>
                </c:pt>
                <c:pt idx="12">
                  <c:v>0.41299999999999998</c:v>
                </c:pt>
                <c:pt idx="13">
                  <c:v>0.79400000000000004</c:v>
                </c:pt>
                <c:pt idx="14">
                  <c:v>0</c:v>
                </c:pt>
                <c:pt idx="15">
                  <c:v>0.56999999999999995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2.7E-2</c:v>
                </c:pt>
                <c:pt idx="5">
                  <c:v>0</c:v>
                </c:pt>
                <c:pt idx="6">
                  <c:v>0.40200000000000002</c:v>
                </c:pt>
                <c:pt idx="7">
                  <c:v>0.19800000000000001</c:v>
                </c:pt>
                <c:pt idx="8">
                  <c:v>0.379</c:v>
                </c:pt>
                <c:pt idx="9">
                  <c:v>0.85799999999999998</c:v>
                </c:pt>
                <c:pt idx="10">
                  <c:v>0.38700000000000001</c:v>
                </c:pt>
                <c:pt idx="11">
                  <c:v>0.59599999999999997</c:v>
                </c:pt>
                <c:pt idx="12">
                  <c:v>0.189</c:v>
                </c:pt>
                <c:pt idx="13">
                  <c:v>0</c:v>
                </c:pt>
                <c:pt idx="14">
                  <c:v>6.7000000000000004E-2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27000</c:v>
                </c:pt>
                <c:pt idx="5">
                  <c:v>0</c:v>
                </c:pt>
                <c:pt idx="6">
                  <c:v>402000</c:v>
                </c:pt>
                <c:pt idx="7">
                  <c:v>198000</c:v>
                </c:pt>
                <c:pt idx="8">
                  <c:v>379000</c:v>
                </c:pt>
                <c:pt idx="9">
                  <c:v>858000</c:v>
                </c:pt>
                <c:pt idx="10">
                  <c:v>387000</c:v>
                </c:pt>
                <c:pt idx="11">
                  <c:v>596000</c:v>
                </c:pt>
                <c:pt idx="12">
                  <c:v>189000</c:v>
                </c:pt>
                <c:pt idx="13">
                  <c:v>0</c:v>
                </c:pt>
                <c:pt idx="14">
                  <c:v>67000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139000</c:v>
                </c:pt>
                <c:pt idx="7">
                  <c:v>43000</c:v>
                </c:pt>
                <c:pt idx="8">
                  <c:v>983000</c:v>
                </c:pt>
                <c:pt idx="9">
                  <c:v>464000</c:v>
                </c:pt>
                <c:pt idx="10">
                  <c:v>256000</c:v>
                </c:pt>
                <c:pt idx="11">
                  <c:v>237000</c:v>
                </c:pt>
                <c:pt idx="12">
                  <c:v>413000</c:v>
                </c:pt>
                <c:pt idx="13">
                  <c:v>794000</c:v>
                </c:pt>
                <c:pt idx="14">
                  <c:v>0</c:v>
                </c:pt>
                <c:pt idx="15">
                  <c:v>570000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0.749</c:v>
                </c:pt>
                <c:pt idx="1">
                  <c:v>0.432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3.1160000000000001</c:v>
                </c:pt>
                <c:pt idx="1">
                  <c:v>2.2690000000000001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한식</c:v>
                </c:pt>
                <c:pt idx="1">
                  <c:v>음료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3.2000000000000001E-2</c:v>
                </c:pt>
                <c:pt idx="1">
                  <c:v>0.40100000000000002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8B-498C-B00A-18E230154DFD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8B-498C-B00A-18E230154DFD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8B-498C-B00A-18E230154DFD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08B-498C-B00A-18E230154DFD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08B-498C-B00A-18E230154DFD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08B-498C-B00A-18E230154DFD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08B-498C-B00A-18E230154DFD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08B-498C-B00A-18E230154DFD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08B-498C-B00A-18E230154DFD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08B-498C-B00A-18E230154DFD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08B-498C-B00A-18E230154DFD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08B-498C-B00A-18E230154DFD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08B-498C-B00A-18E230154DFD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08B-498C-B00A-18E230154DFD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3.81</c:v>
                </c:pt>
                <c:pt idx="1">
                  <c:v>2.14</c:v>
                </c:pt>
                <c:pt idx="2">
                  <c:v>2.92</c:v>
                </c:pt>
                <c:pt idx="3">
                  <c:v>1.35</c:v>
                </c:pt>
                <c:pt idx="4">
                  <c:v>3.51</c:v>
                </c:pt>
                <c:pt idx="5">
                  <c:v>4.8099999999999996</c:v>
                </c:pt>
                <c:pt idx="6">
                  <c:v>9.1199999999999992</c:v>
                </c:pt>
                <c:pt idx="7">
                  <c:v>7</c:v>
                </c:pt>
                <c:pt idx="8">
                  <c:v>3.49</c:v>
                </c:pt>
                <c:pt idx="9">
                  <c:v>3.03</c:v>
                </c:pt>
                <c:pt idx="10">
                  <c:v>1.85</c:v>
                </c:pt>
                <c:pt idx="11">
                  <c:v>5.7</c:v>
                </c:pt>
                <c:pt idx="12">
                  <c:v>5.58</c:v>
                </c:pt>
                <c:pt idx="13">
                  <c:v>6.32</c:v>
                </c:pt>
                <c:pt idx="14">
                  <c:v>3.17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B08B-498C-B00A-18E230154DFD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B08B-498C-B00A-18E230154DF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B08B-498C-B00A-18E230154DF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B08B-498C-B00A-18E230154DF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B08B-498C-B00A-18E230154DF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B08B-498C-B00A-18E230154DFD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B08B-498C-B00A-18E230154DFD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B08B-498C-B00A-18E230154DFD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B08B-498C-B00A-18E230154DFD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B08B-498C-B00A-18E230154DFD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B08B-498C-B00A-18E230154DFD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B08B-498C-B00A-18E230154DFD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B08B-498C-B00A-18E230154DFD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B08B-498C-B00A-18E230154DFD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251</c:v>
                </c:pt>
                <c:pt idx="1">
                  <c:v>101</c:v>
                </c:pt>
                <c:pt idx="2">
                  <c:v>107</c:v>
                </c:pt>
                <c:pt idx="3">
                  <c:v>96</c:v>
                </c:pt>
                <c:pt idx="4">
                  <c:v>150</c:v>
                </c:pt>
                <c:pt idx="5">
                  <c:v>160</c:v>
                </c:pt>
                <c:pt idx="6">
                  <c:v>453</c:v>
                </c:pt>
                <c:pt idx="7">
                  <c:v>400</c:v>
                </c:pt>
                <c:pt idx="8">
                  <c:v>150</c:v>
                </c:pt>
                <c:pt idx="9">
                  <c:v>182</c:v>
                </c:pt>
                <c:pt idx="10">
                  <c:v>155</c:v>
                </c:pt>
                <c:pt idx="11">
                  <c:v>234</c:v>
                </c:pt>
                <c:pt idx="12">
                  <c:v>282</c:v>
                </c:pt>
                <c:pt idx="13">
                  <c:v>347</c:v>
                </c:pt>
                <c:pt idx="14">
                  <c:v>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3.8999999999999999</cx:pt>
          <cx:pt idx="1">3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음료</cx:pt>
          <cx:pt idx="1">한식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0.10000000000000001</cx:pt>
          <cx:pt idx="1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여민각_행궁광장 구간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여민각_행궁광장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32,998명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41.6%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(32,998명)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(4,189명)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55.9%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36,875명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23,311명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36.8%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32,998명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10.5%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19.6%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25.5%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여민각_행궁광장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여민각_행궁광장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32,998명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41.6%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(32,998명)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4,189명)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2,433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43.2%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40.1%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(5.4%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(70.7%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32,998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32,998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4,957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34.9%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24,148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3,893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174.2%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85.3%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30,565명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40.9%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160,821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22,974명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32,998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32,998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156,451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22,350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여민각_행궁광장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(400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55.9%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212원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10.2%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3,899,000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3,103,000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(287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35,126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(68.0%)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(32.0%)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(61.9%)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(38.1%)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30.8%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(14.2%)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(30.8%)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(18.3%)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(26.4%)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17,116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17,427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20,619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(100.0%)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17,609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13,545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(56.9%)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(43.1%)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8625679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3532721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3,949,143원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188건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20,974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6,999,000원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17,498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4,163,143원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223건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18,705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0.00106개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0.00176개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4,715개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0.14289개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0.00527개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155개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0.00470개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290.6%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0.0064개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0.01852대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386.2%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0.0486대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2283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2025-11-04T03:27:23Z</dcterms:modified>
</cp:coreProperties>
</file>