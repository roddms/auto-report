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67.606300000000005</c:v>
                </c:pt>
                <c:pt idx="1">
                  <c:v>62.699100000000001</c:v>
                </c:pt>
                <c:pt idx="2">
                  <c:v>84.065600000000003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-7.26</c:v>
                </c:pt>
                <c:pt idx="2">
                  <c:v>34.08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197.54400000000001</c:v>
                </c:pt>
                <c:pt idx="1">
                  <c:v>180.07499999999999</c:v>
                </c:pt>
                <c:pt idx="2">
                  <c:v>204.185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-8.84</c:v>
                </c:pt>
                <c:pt idx="2">
                  <c:v>13.39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04-4A94-9482-39A70CB91BD7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12.4003</c:v>
                </c:pt>
                <c:pt idx="1">
                  <c:v>15.017300000000001</c:v>
                </c:pt>
                <c:pt idx="2">
                  <c:v>14.2737</c:v>
                </c:pt>
                <c:pt idx="3">
                  <c:v>17.600999999999999</c:v>
                </c:pt>
                <c:pt idx="4">
                  <c:v>16.459099999999999</c:v>
                </c:pt>
                <c:pt idx="5">
                  <c:v>8.3142999999999994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31703</c:v>
                </c:pt>
                <c:pt idx="1">
                  <c:v>31825</c:v>
                </c:pt>
                <c:pt idx="2">
                  <c:v>32029</c:v>
                </c:pt>
                <c:pt idx="3">
                  <c:v>32027</c:v>
                </c:pt>
                <c:pt idx="4">
                  <c:v>32068</c:v>
                </c:pt>
                <c:pt idx="5">
                  <c:v>32609</c:v>
                </c:pt>
                <c:pt idx="6">
                  <c:v>34289</c:v>
                </c:pt>
                <c:pt idx="7">
                  <c:v>36588</c:v>
                </c:pt>
                <c:pt idx="8">
                  <c:v>39665</c:v>
                </c:pt>
                <c:pt idx="9">
                  <c:v>43666</c:v>
                </c:pt>
                <c:pt idx="10">
                  <c:v>46030</c:v>
                </c:pt>
                <c:pt idx="11">
                  <c:v>44477</c:v>
                </c:pt>
                <c:pt idx="12">
                  <c:v>39670</c:v>
                </c:pt>
                <c:pt idx="13">
                  <c:v>38135</c:v>
                </c:pt>
                <c:pt idx="14">
                  <c:v>35932</c:v>
                </c:pt>
                <c:pt idx="15">
                  <c:v>34581</c:v>
                </c:pt>
                <c:pt idx="16">
                  <c:v>33503</c:v>
                </c:pt>
                <c:pt idx="17">
                  <c:v>31305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84.065600000000003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D646E01-1615-4529-8EA0-450ECDF3CA4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6FC33BE-191C-4629-8659-97BE4D54393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42.629600000000003</c:v>
                </c:pt>
                <c:pt idx="1">
                  <c:v>41.436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23A4066-A410-4B12-950A-C4B0A79A9FE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077CDC-7BD8-4C04-B74F-360A38B2718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81.389600000000002</c:v>
                </c:pt>
                <c:pt idx="1">
                  <c:v>2.6760999999999999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6F7AE72-E329-4220-8CD3-E6E2BD63D8E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7492D0F-B5B6-4BBC-98CF-6E151B425E6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EEA1180-D3EA-4DAE-93F7-05DBBB0D6B7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55.058100000000003</c:v>
                </c:pt>
                <c:pt idx="1">
                  <c:v>7.2817999999999996</c:v>
                </c:pt>
                <c:pt idx="2">
                  <c:v>21.7257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426296</c:v>
                </c:pt>
                <c:pt idx="1">
                  <c:v>414360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F0-4B97-8EEC-1E274230075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124003</c:v>
                </c:pt>
                <c:pt idx="1">
                  <c:v>150173</c:v>
                </c:pt>
                <c:pt idx="2">
                  <c:v>142737</c:v>
                </c:pt>
                <c:pt idx="3">
                  <c:v>176010</c:v>
                </c:pt>
                <c:pt idx="4">
                  <c:v>164591</c:v>
                </c:pt>
                <c:pt idx="5">
                  <c:v>83143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23.31</c:v>
                </c:pt>
                <c:pt idx="1">
                  <c:v>35.47</c:v>
                </c:pt>
                <c:pt idx="2">
                  <c:v>27.08</c:v>
                </c:pt>
                <c:pt idx="3">
                  <c:v>29.58</c:v>
                </c:pt>
                <c:pt idx="4">
                  <c:v>44.48</c:v>
                </c:pt>
                <c:pt idx="5">
                  <c:v>55.41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84.065600000000003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3.1703000000000001</c:v>
                </c:pt>
                <c:pt idx="1">
                  <c:v>3.1825000000000001</c:v>
                </c:pt>
                <c:pt idx="2">
                  <c:v>3.2029000000000001</c:v>
                </c:pt>
                <c:pt idx="3">
                  <c:v>3.2027000000000001</c:v>
                </c:pt>
                <c:pt idx="4">
                  <c:v>3.2067999999999999</c:v>
                </c:pt>
                <c:pt idx="5">
                  <c:v>3.2608999999999999</c:v>
                </c:pt>
                <c:pt idx="6">
                  <c:v>3.4289000000000001</c:v>
                </c:pt>
                <c:pt idx="7">
                  <c:v>3.6587999999999998</c:v>
                </c:pt>
                <c:pt idx="8">
                  <c:v>3.9664999999999999</c:v>
                </c:pt>
                <c:pt idx="9">
                  <c:v>4.3666</c:v>
                </c:pt>
                <c:pt idx="10">
                  <c:v>4.6029999999999998</c:v>
                </c:pt>
                <c:pt idx="11">
                  <c:v>4.4477000000000002</c:v>
                </c:pt>
                <c:pt idx="12">
                  <c:v>3.9670000000000001</c:v>
                </c:pt>
                <c:pt idx="13">
                  <c:v>3.8134999999999999</c:v>
                </c:pt>
                <c:pt idx="14">
                  <c:v>3.5931999999999999</c:v>
                </c:pt>
                <c:pt idx="15">
                  <c:v>3.4581</c:v>
                </c:pt>
                <c:pt idx="16">
                  <c:v>3.3502999999999998</c:v>
                </c:pt>
                <c:pt idx="17">
                  <c:v>3.1305000000000001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4.1969200000000004</c:v>
                </c:pt>
                <c:pt idx="1">
                  <c:v>4.3622100000000001</c:v>
                </c:pt>
                <c:pt idx="2">
                  <c:v>5.5058100000000003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0.69713999999999998</c:v>
                </c:pt>
                <c:pt idx="1">
                  <c:v>0.52029999999999998</c:v>
                </c:pt>
                <c:pt idx="2">
                  <c:v>0.72818000000000005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1.8665700000000001</c:v>
                </c:pt>
                <c:pt idx="1">
                  <c:v>1.3874</c:v>
                </c:pt>
                <c:pt idx="2">
                  <c:v>2.1725699999999999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0.21129999999999999</c:v>
                </c:pt>
                <c:pt idx="1">
                  <c:v>0.19835</c:v>
                </c:pt>
                <c:pt idx="2">
                  <c:v>0.26761000000000001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6.5493300000000003</c:v>
                </c:pt>
                <c:pt idx="1">
                  <c:v>6.0715700000000004</c:v>
                </c:pt>
                <c:pt idx="2">
                  <c:v>8.1389600000000009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797023</c:v>
                </c:pt>
                <c:pt idx="1">
                  <c:v>742583</c:v>
                </c:pt>
                <c:pt idx="2">
                  <c:v>735226</c:v>
                </c:pt>
                <c:pt idx="3">
                  <c:v>730389</c:v>
                </c:pt>
                <c:pt idx="4">
                  <c:v>727783</c:v>
                </c:pt>
                <c:pt idx="5">
                  <c:v>740332</c:v>
                </c:pt>
                <c:pt idx="6">
                  <c:v>810410</c:v>
                </c:pt>
                <c:pt idx="7">
                  <c:v>840656</c:v>
                </c:pt>
                <c:pt idx="8">
                  <c:v>735434</c:v>
                </c:pt>
                <c:pt idx="9">
                  <c:v>726023</c:v>
                </c:pt>
                <c:pt idx="10">
                  <c:v>740907</c:v>
                </c:pt>
                <c:pt idx="11">
                  <c:v>756035</c:v>
                </c:pt>
                <c:pt idx="12">
                  <c:v>811344</c:v>
                </c:pt>
                <c:pt idx="13">
                  <c:v>798215</c:v>
                </c:pt>
                <c:pt idx="14">
                  <c:v>750966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6BDA356-8CCA-455C-B464-BC3A4C15BD5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126.767</c:v>
                </c:pt>
                <c:pt idx="1">
                  <c:v>77.417000000000002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64.225999999999999</c:v>
                </c:pt>
                <c:pt idx="1">
                  <c:v>44.014000000000003</c:v>
                </c:pt>
                <c:pt idx="2">
                  <c:v>38.567999999999998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71.692999999999998</c:v>
                </c:pt>
                <c:pt idx="1">
                  <c:v>121.295</c:v>
                </c:pt>
                <c:pt idx="2">
                  <c:v>11.196999999999999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62.389000000000003</c:v>
                </c:pt>
                <c:pt idx="1">
                  <c:v>21.169</c:v>
                </c:pt>
                <c:pt idx="2">
                  <c:v>18.548999999999999</c:v>
                </c:pt>
                <c:pt idx="3">
                  <c:v>14.494</c:v>
                </c:pt>
                <c:pt idx="4">
                  <c:v>11.734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204.185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62.389000000000003</c:v>
                </c:pt>
                <c:pt idx="1">
                  <c:v>21.169</c:v>
                </c:pt>
                <c:pt idx="2">
                  <c:v>18.548999999999999</c:v>
                </c:pt>
                <c:pt idx="3">
                  <c:v>14.494</c:v>
                </c:pt>
                <c:pt idx="4">
                  <c:v>11.734</c:v>
                </c:pt>
                <c:pt idx="5">
                  <c:v>10.885</c:v>
                </c:pt>
                <c:pt idx="6">
                  <c:v>10.64</c:v>
                </c:pt>
                <c:pt idx="7">
                  <c:v>7.5970000000000004</c:v>
                </c:pt>
                <c:pt idx="8">
                  <c:v>6.8520000000000003</c:v>
                </c:pt>
                <c:pt idx="9">
                  <c:v>6.7919999999999998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1279</c:v>
                </c:pt>
                <c:pt idx="1">
                  <c:v>2019</c:v>
                </c:pt>
                <c:pt idx="2">
                  <c:v>2046</c:v>
                </c:pt>
                <c:pt idx="3">
                  <c:v>59</c:v>
                </c:pt>
                <c:pt idx="4">
                  <c:v>293</c:v>
                </c:pt>
                <c:pt idx="5">
                  <c:v>282</c:v>
                </c:pt>
                <c:pt idx="6">
                  <c:v>618</c:v>
                </c:pt>
                <c:pt idx="7">
                  <c:v>181</c:v>
                </c:pt>
                <c:pt idx="8">
                  <c:v>368</c:v>
                </c:pt>
                <c:pt idx="9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축산물</c:v>
                </c:pt>
                <c:pt idx="1">
                  <c:v>단란주점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종합의류</c:v>
                </c:pt>
                <c:pt idx="6">
                  <c:v>한식</c:v>
                </c:pt>
                <c:pt idx="7">
                  <c:v>중식</c:v>
                </c:pt>
                <c:pt idx="8">
                  <c:v>마트</c:v>
                </c:pt>
                <c:pt idx="9">
                  <c:v>양식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24.566101694915254</c:v>
                </c:pt>
                <c:pt idx="1">
                  <c:v>18.548148148148147</c:v>
                </c:pt>
                <c:pt idx="2">
                  <c:v>7.3937499999999998</c:v>
                </c:pt>
                <c:pt idx="3">
                  <c:v>6.4104166666666664</c:v>
                </c:pt>
                <c:pt idx="4">
                  <c:v>6.0642857142857141</c:v>
                </c:pt>
                <c:pt idx="5">
                  <c:v>4.9238095238095241</c:v>
                </c:pt>
                <c:pt idx="6">
                  <c:v>4.8779515246286165</c:v>
                </c:pt>
                <c:pt idx="7">
                  <c:v>4.1972375690607739</c:v>
                </c:pt>
                <c:pt idx="8">
                  <c:v>4.0047781569965872</c:v>
                </c:pt>
                <c:pt idx="9">
                  <c:v>3.8599290780141846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32.180999999999997</c:v>
                </c:pt>
                <c:pt idx="1">
                  <c:v>11.007</c:v>
                </c:pt>
                <c:pt idx="2">
                  <c:v>13.744</c:v>
                </c:pt>
                <c:pt idx="3">
                  <c:v>12.145</c:v>
                </c:pt>
                <c:pt idx="4">
                  <c:v>8.9149999999999991</c:v>
                </c:pt>
                <c:pt idx="5">
                  <c:v>6.931</c:v>
                </c:pt>
                <c:pt idx="6">
                  <c:v>5.7839999999999998</c:v>
                </c:pt>
                <c:pt idx="7">
                  <c:v>6.0789999999999997</c:v>
                </c:pt>
                <c:pt idx="8">
                  <c:v>4.3730000000000002</c:v>
                </c:pt>
                <c:pt idx="9">
                  <c:v>3.6949999999999998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30.207999999999998</c:v>
                </c:pt>
                <c:pt idx="1">
                  <c:v>10.161</c:v>
                </c:pt>
                <c:pt idx="2">
                  <c:v>4.8049999999999997</c:v>
                </c:pt>
                <c:pt idx="3">
                  <c:v>2.3479999999999999</c:v>
                </c:pt>
                <c:pt idx="4">
                  <c:v>2.819</c:v>
                </c:pt>
                <c:pt idx="5">
                  <c:v>3.9540000000000002</c:v>
                </c:pt>
                <c:pt idx="6">
                  <c:v>4.8570000000000002</c:v>
                </c:pt>
                <c:pt idx="7">
                  <c:v>1.518</c:v>
                </c:pt>
                <c:pt idx="8">
                  <c:v>2.4790000000000001</c:v>
                </c:pt>
                <c:pt idx="9">
                  <c:v>3.097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0.373</c:v>
                </c:pt>
                <c:pt idx="2">
                  <c:v>0.125</c:v>
                </c:pt>
                <c:pt idx="3">
                  <c:v>0.24</c:v>
                </c:pt>
                <c:pt idx="4">
                  <c:v>0.40500000000000003</c:v>
                </c:pt>
                <c:pt idx="5">
                  <c:v>1.996</c:v>
                </c:pt>
                <c:pt idx="6">
                  <c:v>2.9889999999999999</c:v>
                </c:pt>
                <c:pt idx="7">
                  <c:v>5.6630000000000003</c:v>
                </c:pt>
                <c:pt idx="8">
                  <c:v>3.149</c:v>
                </c:pt>
                <c:pt idx="9">
                  <c:v>3.9289999999999998</c:v>
                </c:pt>
                <c:pt idx="10">
                  <c:v>1.4830000000000001</c:v>
                </c:pt>
                <c:pt idx="11">
                  <c:v>8.1359999999999992</c:v>
                </c:pt>
                <c:pt idx="12">
                  <c:v>9.3699999999999992</c:v>
                </c:pt>
                <c:pt idx="13">
                  <c:v>8.4990000000000006</c:v>
                </c:pt>
                <c:pt idx="14">
                  <c:v>4.4939999999999998</c:v>
                </c:pt>
                <c:pt idx="15">
                  <c:v>4.5140000000000002</c:v>
                </c:pt>
                <c:pt idx="16">
                  <c:v>0.56100000000000005</c:v>
                </c:pt>
                <c:pt idx="17">
                  <c:v>1.1439999999999999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0.02</c:v>
                </c:pt>
                <c:pt idx="3">
                  <c:v>0.48099999999999998</c:v>
                </c:pt>
                <c:pt idx="4">
                  <c:v>0.48</c:v>
                </c:pt>
                <c:pt idx="5">
                  <c:v>0.183</c:v>
                </c:pt>
                <c:pt idx="6">
                  <c:v>1.2310000000000001</c:v>
                </c:pt>
                <c:pt idx="7">
                  <c:v>2.3879999999999999</c:v>
                </c:pt>
                <c:pt idx="8">
                  <c:v>2.8290000000000002</c:v>
                </c:pt>
                <c:pt idx="9">
                  <c:v>3.5760000000000001</c:v>
                </c:pt>
                <c:pt idx="10">
                  <c:v>2.3410000000000002</c:v>
                </c:pt>
                <c:pt idx="11">
                  <c:v>3.1150000000000002</c:v>
                </c:pt>
                <c:pt idx="12">
                  <c:v>1.514</c:v>
                </c:pt>
                <c:pt idx="13">
                  <c:v>0.999</c:v>
                </c:pt>
                <c:pt idx="14">
                  <c:v>1.079</c:v>
                </c:pt>
                <c:pt idx="15">
                  <c:v>0.55700000000000005</c:v>
                </c:pt>
                <c:pt idx="16">
                  <c:v>0.33700000000000002</c:v>
                </c:pt>
                <c:pt idx="17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0.127</c:v>
                </c:pt>
                <c:pt idx="1">
                  <c:v>0.245</c:v>
                </c:pt>
                <c:pt idx="2">
                  <c:v>0.10100000000000001</c:v>
                </c:pt>
                <c:pt idx="3">
                  <c:v>0.20200000000000001</c:v>
                </c:pt>
                <c:pt idx="4">
                  <c:v>0.36899999999999999</c:v>
                </c:pt>
                <c:pt idx="5">
                  <c:v>0.89800000000000002</c:v>
                </c:pt>
                <c:pt idx="6">
                  <c:v>1.5229999999999999</c:v>
                </c:pt>
                <c:pt idx="7">
                  <c:v>1.1060000000000001</c:v>
                </c:pt>
                <c:pt idx="8">
                  <c:v>1.3540000000000001</c:v>
                </c:pt>
                <c:pt idx="9">
                  <c:v>1.6679999999999999</c:v>
                </c:pt>
                <c:pt idx="10">
                  <c:v>1.534</c:v>
                </c:pt>
                <c:pt idx="11">
                  <c:v>1.2989999999999999</c:v>
                </c:pt>
                <c:pt idx="12">
                  <c:v>1.2749999999999999</c:v>
                </c:pt>
                <c:pt idx="13">
                  <c:v>0.36</c:v>
                </c:pt>
                <c:pt idx="14">
                  <c:v>1.0780000000000001</c:v>
                </c:pt>
                <c:pt idx="15">
                  <c:v>0.66100000000000003</c:v>
                </c:pt>
                <c:pt idx="16">
                  <c:v>0.64</c:v>
                </c:pt>
                <c:pt idx="17">
                  <c:v>0.11700000000000001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7.702</c:v>
                </c:pt>
                <c:pt idx="8">
                  <c:v>0.108</c:v>
                </c:pt>
                <c:pt idx="9">
                  <c:v>0.745</c:v>
                </c:pt>
                <c:pt idx="10">
                  <c:v>0.37</c:v>
                </c:pt>
                <c:pt idx="11">
                  <c:v>4.5380000000000003</c:v>
                </c:pt>
                <c:pt idx="12">
                  <c:v>0.93</c:v>
                </c:pt>
                <c:pt idx="13">
                  <c:v>0</c:v>
                </c:pt>
                <c:pt idx="14">
                  <c:v>0.10100000000000001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0.17599999999999999</c:v>
                </c:pt>
                <c:pt idx="4">
                  <c:v>0.09</c:v>
                </c:pt>
                <c:pt idx="5">
                  <c:v>7.6269999999999998</c:v>
                </c:pt>
                <c:pt idx="6">
                  <c:v>8.5000000000000006E-2</c:v>
                </c:pt>
                <c:pt idx="7">
                  <c:v>0.46400000000000002</c:v>
                </c:pt>
                <c:pt idx="8">
                  <c:v>0.13100000000000001</c:v>
                </c:pt>
                <c:pt idx="9">
                  <c:v>0.45600000000000002</c:v>
                </c:pt>
                <c:pt idx="10">
                  <c:v>0.14699999999999999</c:v>
                </c:pt>
                <c:pt idx="11">
                  <c:v>1.2549999999999999</c:v>
                </c:pt>
                <c:pt idx="12">
                  <c:v>0.23499999999999999</c:v>
                </c:pt>
                <c:pt idx="13">
                  <c:v>0.69599999999999995</c:v>
                </c:pt>
                <c:pt idx="14">
                  <c:v>0.27100000000000002</c:v>
                </c:pt>
                <c:pt idx="15">
                  <c:v>4.2999999999999997E-2</c:v>
                </c:pt>
                <c:pt idx="16">
                  <c:v>5.8999999999999997E-2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20000</c:v>
                </c:pt>
                <c:pt idx="3">
                  <c:v>481000</c:v>
                </c:pt>
                <c:pt idx="4">
                  <c:v>480000</c:v>
                </c:pt>
                <c:pt idx="5">
                  <c:v>183000</c:v>
                </c:pt>
                <c:pt idx="6">
                  <c:v>1231000</c:v>
                </c:pt>
                <c:pt idx="7">
                  <c:v>2388000</c:v>
                </c:pt>
                <c:pt idx="8">
                  <c:v>2829000</c:v>
                </c:pt>
                <c:pt idx="9">
                  <c:v>3576000</c:v>
                </c:pt>
                <c:pt idx="10">
                  <c:v>2341000</c:v>
                </c:pt>
                <c:pt idx="11">
                  <c:v>3115000</c:v>
                </c:pt>
                <c:pt idx="12">
                  <c:v>1514000</c:v>
                </c:pt>
                <c:pt idx="13">
                  <c:v>999000</c:v>
                </c:pt>
                <c:pt idx="14">
                  <c:v>1079000</c:v>
                </c:pt>
                <c:pt idx="15">
                  <c:v>557000</c:v>
                </c:pt>
                <c:pt idx="16">
                  <c:v>337000</c:v>
                </c:pt>
                <c:pt idx="17">
                  <c:v>39000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127000</c:v>
                </c:pt>
                <c:pt idx="1">
                  <c:v>245000</c:v>
                </c:pt>
                <c:pt idx="2">
                  <c:v>101000</c:v>
                </c:pt>
                <c:pt idx="3">
                  <c:v>202000</c:v>
                </c:pt>
                <c:pt idx="4">
                  <c:v>369000</c:v>
                </c:pt>
                <c:pt idx="5">
                  <c:v>898000</c:v>
                </c:pt>
                <c:pt idx="6">
                  <c:v>1523000</c:v>
                </c:pt>
                <c:pt idx="7">
                  <c:v>1106000</c:v>
                </c:pt>
                <c:pt idx="8">
                  <c:v>1354000</c:v>
                </c:pt>
                <c:pt idx="9">
                  <c:v>1668000</c:v>
                </c:pt>
                <c:pt idx="10">
                  <c:v>1534000</c:v>
                </c:pt>
                <c:pt idx="11">
                  <c:v>1299000</c:v>
                </c:pt>
                <c:pt idx="12">
                  <c:v>1275000</c:v>
                </c:pt>
                <c:pt idx="13">
                  <c:v>360000</c:v>
                </c:pt>
                <c:pt idx="14">
                  <c:v>1078000</c:v>
                </c:pt>
                <c:pt idx="15">
                  <c:v>661000</c:v>
                </c:pt>
                <c:pt idx="16">
                  <c:v>640000</c:v>
                </c:pt>
                <c:pt idx="17">
                  <c:v>117000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373000</c:v>
                </c:pt>
                <c:pt idx="2">
                  <c:v>125000</c:v>
                </c:pt>
                <c:pt idx="3">
                  <c:v>240000</c:v>
                </c:pt>
                <c:pt idx="4">
                  <c:v>405000</c:v>
                </c:pt>
                <c:pt idx="5">
                  <c:v>1996000</c:v>
                </c:pt>
                <c:pt idx="6">
                  <c:v>2989000</c:v>
                </c:pt>
                <c:pt idx="7">
                  <c:v>5663000</c:v>
                </c:pt>
                <c:pt idx="8">
                  <c:v>3149000</c:v>
                </c:pt>
                <c:pt idx="9">
                  <c:v>3929000</c:v>
                </c:pt>
                <c:pt idx="10">
                  <c:v>1483000</c:v>
                </c:pt>
                <c:pt idx="11">
                  <c:v>8136000</c:v>
                </c:pt>
                <c:pt idx="12">
                  <c:v>9370000</c:v>
                </c:pt>
                <c:pt idx="13">
                  <c:v>8499000</c:v>
                </c:pt>
                <c:pt idx="14">
                  <c:v>4494000</c:v>
                </c:pt>
                <c:pt idx="15">
                  <c:v>4514000</c:v>
                </c:pt>
                <c:pt idx="16">
                  <c:v>561000</c:v>
                </c:pt>
                <c:pt idx="17">
                  <c:v>1144000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48000</c:v>
                </c:pt>
                <c:pt idx="1">
                  <c:v>0</c:v>
                </c:pt>
                <c:pt idx="2">
                  <c:v>0</c:v>
                </c:pt>
                <c:pt idx="3">
                  <c:v>16000</c:v>
                </c:pt>
                <c:pt idx="4">
                  <c:v>642000</c:v>
                </c:pt>
                <c:pt idx="5">
                  <c:v>567000</c:v>
                </c:pt>
                <c:pt idx="6">
                  <c:v>434000</c:v>
                </c:pt>
                <c:pt idx="7">
                  <c:v>807000</c:v>
                </c:pt>
                <c:pt idx="8">
                  <c:v>650000</c:v>
                </c:pt>
                <c:pt idx="9">
                  <c:v>1004000</c:v>
                </c:pt>
                <c:pt idx="10">
                  <c:v>319000</c:v>
                </c:pt>
                <c:pt idx="11">
                  <c:v>402000</c:v>
                </c:pt>
                <c:pt idx="12">
                  <c:v>2119000</c:v>
                </c:pt>
                <c:pt idx="13">
                  <c:v>791000</c:v>
                </c:pt>
                <c:pt idx="14">
                  <c:v>844000</c:v>
                </c:pt>
                <c:pt idx="15">
                  <c:v>450000</c:v>
                </c:pt>
                <c:pt idx="16">
                  <c:v>482000</c:v>
                </c:pt>
                <c:pt idx="17">
                  <c:v>317000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176000</c:v>
                </c:pt>
                <c:pt idx="4">
                  <c:v>90000</c:v>
                </c:pt>
                <c:pt idx="5">
                  <c:v>7627000</c:v>
                </c:pt>
                <c:pt idx="6">
                  <c:v>85000</c:v>
                </c:pt>
                <c:pt idx="7">
                  <c:v>464000</c:v>
                </c:pt>
                <c:pt idx="8">
                  <c:v>131000</c:v>
                </c:pt>
                <c:pt idx="9">
                  <c:v>456000</c:v>
                </c:pt>
                <c:pt idx="10">
                  <c:v>147000</c:v>
                </c:pt>
                <c:pt idx="11">
                  <c:v>1255000</c:v>
                </c:pt>
                <c:pt idx="12">
                  <c:v>235000</c:v>
                </c:pt>
                <c:pt idx="13">
                  <c:v>696000</c:v>
                </c:pt>
                <c:pt idx="14">
                  <c:v>271000</c:v>
                </c:pt>
                <c:pt idx="15">
                  <c:v>43000</c:v>
                </c:pt>
                <c:pt idx="16">
                  <c:v>59000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21.738</c:v>
                </c:pt>
                <c:pt idx="1">
                  <c:v>4.3639999999999999</c:v>
                </c:pt>
                <c:pt idx="2">
                  <c:v>8.6379999999999999</c:v>
                </c:pt>
                <c:pt idx="3">
                  <c:v>3.3580000000000001</c:v>
                </c:pt>
                <c:pt idx="4">
                  <c:v>3.2120000000000002</c:v>
                </c:pt>
                <c:pt idx="5">
                  <c:v>1.4870000000000001</c:v>
                </c:pt>
                <c:pt idx="6">
                  <c:v>2.37</c:v>
                </c:pt>
                <c:pt idx="7">
                  <c:v>2.8980000000000001</c:v>
                </c:pt>
                <c:pt idx="8">
                  <c:v>5.617</c:v>
                </c:pt>
                <c:pt idx="9">
                  <c:v>3.6280000000000001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38.19</c:v>
                </c:pt>
                <c:pt idx="1">
                  <c:v>14.74</c:v>
                </c:pt>
                <c:pt idx="2">
                  <c:v>8.9550000000000001</c:v>
                </c:pt>
                <c:pt idx="3">
                  <c:v>7.7809999999999997</c:v>
                </c:pt>
                <c:pt idx="4">
                  <c:v>8.5220000000000002</c:v>
                </c:pt>
                <c:pt idx="5">
                  <c:v>9.2349999999999994</c:v>
                </c:pt>
                <c:pt idx="6">
                  <c:v>8.14</c:v>
                </c:pt>
                <c:pt idx="7">
                  <c:v>4.4169999999999998</c:v>
                </c:pt>
                <c:pt idx="8">
                  <c:v>1.2350000000000001</c:v>
                </c:pt>
                <c:pt idx="9">
                  <c:v>2.6190000000000002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편의점</c:v>
                </c:pt>
                <c:pt idx="3">
                  <c:v>축산물</c:v>
                </c:pt>
                <c:pt idx="4">
                  <c:v>마트</c:v>
                </c:pt>
                <c:pt idx="5">
                  <c:v>양식</c:v>
                </c:pt>
                <c:pt idx="6">
                  <c:v>간이음식점</c:v>
                </c:pt>
                <c:pt idx="7">
                  <c:v>중식</c:v>
                </c:pt>
                <c:pt idx="8">
                  <c:v>종합생활용품</c:v>
                </c:pt>
                <c:pt idx="9">
                  <c:v>일식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2.4609999999999999</c:v>
                </c:pt>
                <c:pt idx="1">
                  <c:v>2.0649999999999999</c:v>
                </c:pt>
                <c:pt idx="2">
                  <c:v>0.95599999999999996</c:v>
                </c:pt>
                <c:pt idx="3">
                  <c:v>3.355</c:v>
                </c:pt>
                <c:pt idx="4">
                  <c:v>0</c:v>
                </c:pt>
                <c:pt idx="5">
                  <c:v>0.16200000000000001</c:v>
                </c:pt>
                <c:pt idx="6">
                  <c:v>0.13100000000000001</c:v>
                </c:pt>
                <c:pt idx="7">
                  <c:v>0.28199999999999997</c:v>
                </c:pt>
                <c:pt idx="8">
                  <c:v>0</c:v>
                </c:pt>
                <c:pt idx="9">
                  <c:v>0.54600000000000004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20-499A-90F5-79E6BEECCC4A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20-499A-90F5-79E6BEECCC4A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20-499A-90F5-79E6BEECCC4A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120-499A-90F5-79E6BEECCC4A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120-499A-90F5-79E6BEECCC4A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120-499A-90F5-79E6BEECCC4A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20-499A-90F5-79E6BEECCC4A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120-499A-90F5-79E6BEECCC4A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120-499A-90F5-79E6BEECCC4A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A120-499A-90F5-79E6BEECCC4A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A120-499A-90F5-79E6BEECCC4A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120-499A-90F5-79E6BEECCC4A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A120-499A-90F5-79E6BEECCC4A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A120-499A-90F5-79E6BEECCC4A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194.52</c:v>
                </c:pt>
                <c:pt idx="1">
                  <c:v>112.51</c:v>
                </c:pt>
                <c:pt idx="2">
                  <c:v>120.54</c:v>
                </c:pt>
                <c:pt idx="3">
                  <c:v>98.61</c:v>
                </c:pt>
                <c:pt idx="4">
                  <c:v>152.83000000000001</c:v>
                </c:pt>
                <c:pt idx="5">
                  <c:v>168.45</c:v>
                </c:pt>
                <c:pt idx="6">
                  <c:v>274.83999999999997</c:v>
                </c:pt>
                <c:pt idx="7">
                  <c:v>204.19</c:v>
                </c:pt>
                <c:pt idx="8">
                  <c:v>162.71</c:v>
                </c:pt>
                <c:pt idx="9">
                  <c:v>140.07</c:v>
                </c:pt>
                <c:pt idx="10">
                  <c:v>165.57</c:v>
                </c:pt>
                <c:pt idx="11">
                  <c:v>193.67</c:v>
                </c:pt>
                <c:pt idx="12">
                  <c:v>241.12</c:v>
                </c:pt>
                <c:pt idx="13">
                  <c:v>244.48</c:v>
                </c:pt>
                <c:pt idx="14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A120-499A-90F5-79E6BEECCC4A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A120-499A-90F5-79E6BEECCC4A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A120-499A-90F5-79E6BEECCC4A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A120-499A-90F5-79E6BEECCC4A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A120-499A-90F5-79E6BEECCC4A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A120-499A-90F5-79E6BEECCC4A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A120-499A-90F5-79E6BEECCC4A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A120-499A-90F5-79E6BEECCC4A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A120-499A-90F5-79E6BEECCC4A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A120-499A-90F5-79E6BEECCC4A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A120-499A-90F5-79E6BEECCC4A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A120-499A-90F5-79E6BEECCC4A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A120-499A-90F5-79E6BEECCC4A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A120-499A-90F5-79E6BEECCC4A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8966</c:v>
                </c:pt>
                <c:pt idx="1">
                  <c:v>5882</c:v>
                </c:pt>
                <c:pt idx="2">
                  <c:v>5840</c:v>
                </c:pt>
                <c:pt idx="3">
                  <c:v>4953</c:v>
                </c:pt>
                <c:pt idx="4">
                  <c:v>6187</c:v>
                </c:pt>
                <c:pt idx="5">
                  <c:v>7577</c:v>
                </c:pt>
                <c:pt idx="6">
                  <c:v>12006</c:v>
                </c:pt>
                <c:pt idx="7">
                  <c:v>9186</c:v>
                </c:pt>
                <c:pt idx="8">
                  <c:v>6554</c:v>
                </c:pt>
                <c:pt idx="9">
                  <c:v>6105</c:v>
                </c:pt>
                <c:pt idx="10">
                  <c:v>6085</c:v>
                </c:pt>
                <c:pt idx="11">
                  <c:v>7564</c:v>
                </c:pt>
                <c:pt idx="12">
                  <c:v>9851</c:v>
                </c:pt>
                <c:pt idx="13">
                  <c:v>10671</c:v>
                </c:pt>
                <c:pt idx="14">
                  <c:v>6641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편의점</cx:pt>
          <cx:pt idx="3">축산물</cx:pt>
          <cx:pt idx="4">마트</cx:pt>
          <cx:pt idx="5">양식</cx:pt>
          <cx:pt idx="6">간이음식점</cx:pt>
          <cx:pt idx="7">중식</cx:pt>
          <cx:pt idx="8">종합생활용품</cx:pt>
          <cx:pt idx="9">일식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60.799999999999997</cx:pt>
          <cx:pt idx="1">20.699999999999999</cx:pt>
          <cx:pt idx="2">17.600000000000001</cx:pt>
          <cx:pt idx="3">14.5</cx:pt>
          <cx:pt idx="4">11.1</cx:pt>
          <cx:pt idx="5">10.800000000000001</cx:pt>
          <cx:pt idx="6">10.5</cx:pt>
          <cx:pt idx="7">7.4000000000000004</cx:pt>
          <cx:pt idx="8">6.7999999999999998</cx:pt>
          <cx:pt idx="9">6.7999999999999998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편의점</cx:pt>
          <cx:pt idx="2">마트</cx:pt>
          <cx:pt idx="3">종합식품</cx:pt>
          <cx:pt idx="4">패스트푸드점</cx:pt>
          <cx:pt idx="5">음료</cx:pt>
          <cx:pt idx="6">유흥음식/주점</cx:pt>
          <cx:pt idx="7">잡화점</cx:pt>
          <cx:pt idx="8">중식</cx:pt>
          <cx:pt idx="9">간이음식점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1.6000000000000001</cx:pt>
          <cx:pt idx="1">0.90000000000000002</cx:pt>
          <cx:pt idx="2">0.59999999999999998</cx:pt>
          <cx:pt idx="3">0.5</cx:pt>
          <cx:pt idx="4">0.5</cx:pt>
          <cx:pt idx="5">0.40000000000000002</cx:pt>
          <cx:pt idx="6">0.40000000000000002</cx:pt>
          <cx:pt idx="7">0.29999999999999999</cx:pt>
          <cx:pt idx="8">0.20000000000000001</cx:pt>
          <cx:pt idx="9">0.10000000000000001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 정조대왕 능행차 공동재현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 정조대왕 능행차 공동재현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840,656명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34.1%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(840,656명)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(46,030명)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204백만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31.7%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13.4%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676,063명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626,991명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840,656명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24.3%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3.4%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 정조대왕 능행차 공동재현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 정조대왕 능행차 공동재현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840,656명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34.1%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(840,656명)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46,030명)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26,761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32.0%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36.3%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1.4%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(23.3%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(55.4%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840,656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840,656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550,581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26.2%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217,257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56.6%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72,818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40.0%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93.6%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813,896명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34.1%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26,761명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5,283,746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754,821명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840,656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840,656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5,318,924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759,846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 정조대왕 능행차 공동재현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204백만원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(9,186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13.4%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15.4%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57,070,000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(1,216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21,169,000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(2,021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유흥음식/주점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(25.4%)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(10.8%)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(9.6%)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(13.1%)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(6.3%)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(10.9%)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(18.9%)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(14.3%)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(2.2%)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종합생활용품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18,906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24,410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26,346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(3,792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(425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(4,969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22,487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15,967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8,823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(30.7%)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05775602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1112288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160,329,143원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7,344건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21,830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204,185,000원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9,186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22,228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187,514,714원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7,639건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24,548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389개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0.00046개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416개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0.00049개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17,604개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0.02094개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708개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0.00084개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0.00045개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1.3%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제5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103대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제1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제2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제3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50대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제4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 (1,609대)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0.00191대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16.5%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0.0117대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2292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2025-11-04T03:21:32Z</dcterms:modified>
</cp:coreProperties>
</file>