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10.8574</c:v>
                </c:pt>
                <c:pt idx="1">
                  <c:v>8.6102000000000007</c:v>
                </c:pt>
                <c:pt idx="2">
                  <c:v>14.7836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-20.7</c:v>
                </c:pt>
                <c:pt idx="2">
                  <c:v>71.7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57.26</c:v>
                </c:pt>
                <c:pt idx="1">
                  <c:v>48.7</c:v>
                </c:pt>
                <c:pt idx="2">
                  <c:v>45.149000000000001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-14.95</c:v>
                </c:pt>
                <c:pt idx="2">
                  <c:v>-7.29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22-4E1D-AC23-6894A783F1F8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3.0116999999999998</c:v>
                </c:pt>
                <c:pt idx="1">
                  <c:v>2.8736000000000002</c:v>
                </c:pt>
                <c:pt idx="2">
                  <c:v>2.359</c:v>
                </c:pt>
                <c:pt idx="3">
                  <c:v>2.5649000000000002</c:v>
                </c:pt>
                <c:pt idx="4">
                  <c:v>2.7574000000000001</c:v>
                </c:pt>
                <c:pt idx="5">
                  <c:v>1.2170000000000001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2804</c:v>
                </c:pt>
                <c:pt idx="1">
                  <c:v>2930</c:v>
                </c:pt>
                <c:pt idx="2">
                  <c:v>3055</c:v>
                </c:pt>
                <c:pt idx="3">
                  <c:v>3497</c:v>
                </c:pt>
                <c:pt idx="4">
                  <c:v>4025</c:v>
                </c:pt>
                <c:pt idx="5">
                  <c:v>5001</c:v>
                </c:pt>
                <c:pt idx="6">
                  <c:v>6501</c:v>
                </c:pt>
                <c:pt idx="7">
                  <c:v>8463</c:v>
                </c:pt>
                <c:pt idx="8">
                  <c:v>11217</c:v>
                </c:pt>
                <c:pt idx="9">
                  <c:v>14129</c:v>
                </c:pt>
                <c:pt idx="10">
                  <c:v>15529</c:v>
                </c:pt>
                <c:pt idx="11">
                  <c:v>14112</c:v>
                </c:pt>
                <c:pt idx="12">
                  <c:v>10002</c:v>
                </c:pt>
                <c:pt idx="13">
                  <c:v>8452</c:v>
                </c:pt>
                <c:pt idx="14">
                  <c:v>6742</c:v>
                </c:pt>
                <c:pt idx="15">
                  <c:v>5296</c:v>
                </c:pt>
                <c:pt idx="16">
                  <c:v>4108</c:v>
                </c:pt>
                <c:pt idx="17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14.7836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44AAA35-B9F9-468B-8EA0-A8971987268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4694AC3-F362-4A48-9C05-181DB3AE928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7.3705999999999996</c:v>
                </c:pt>
                <c:pt idx="1">
                  <c:v>7.4130000000000003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2244B1-F962-4305-932C-FC53FB09A33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A880DA1-7FA5-4843-ADFF-293011D533E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13.773899999999999</c:v>
                </c:pt>
                <c:pt idx="1">
                  <c:v>1.0098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9A98A44-6960-4227-8D3F-3104AF55780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D63EFB6-3A08-408E-B945-AFB1945D6AE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E27FA-55EF-4E5D-9062-196C684C55B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3.8473999999999999</c:v>
                </c:pt>
                <c:pt idx="1">
                  <c:v>1.2035</c:v>
                </c:pt>
                <c:pt idx="2">
                  <c:v>9.7327999999999992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73706</c:v>
                </c:pt>
                <c:pt idx="1">
                  <c:v>74130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94-4C8D-B642-CAABA1D58409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30117</c:v>
                </c:pt>
                <c:pt idx="1">
                  <c:v>28736</c:v>
                </c:pt>
                <c:pt idx="2">
                  <c:v>23590</c:v>
                </c:pt>
                <c:pt idx="3">
                  <c:v>25649</c:v>
                </c:pt>
                <c:pt idx="4">
                  <c:v>27574</c:v>
                </c:pt>
                <c:pt idx="5">
                  <c:v>12170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22.43</c:v>
                </c:pt>
                <c:pt idx="1">
                  <c:v>80.48</c:v>
                </c:pt>
                <c:pt idx="2">
                  <c:v>125.74</c:v>
                </c:pt>
                <c:pt idx="3">
                  <c:v>80.95</c:v>
                </c:pt>
                <c:pt idx="4">
                  <c:v>90.55</c:v>
                </c:pt>
                <c:pt idx="5">
                  <c:v>87.66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14.7836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0.28039999999999998</c:v>
                </c:pt>
                <c:pt idx="1">
                  <c:v>0.29299999999999998</c:v>
                </c:pt>
                <c:pt idx="2">
                  <c:v>0.30549999999999999</c:v>
                </c:pt>
                <c:pt idx="3">
                  <c:v>0.34970000000000001</c:v>
                </c:pt>
                <c:pt idx="4">
                  <c:v>0.40250000000000002</c:v>
                </c:pt>
                <c:pt idx="5">
                  <c:v>0.50009999999999999</c:v>
                </c:pt>
                <c:pt idx="6">
                  <c:v>0.65010000000000001</c:v>
                </c:pt>
                <c:pt idx="7">
                  <c:v>0.84630000000000005</c:v>
                </c:pt>
                <c:pt idx="8">
                  <c:v>1.1216999999999999</c:v>
                </c:pt>
                <c:pt idx="9">
                  <c:v>1.4129</c:v>
                </c:pt>
                <c:pt idx="10">
                  <c:v>1.5528999999999999</c:v>
                </c:pt>
                <c:pt idx="11">
                  <c:v>1.4112</c:v>
                </c:pt>
                <c:pt idx="12">
                  <c:v>1.0002</c:v>
                </c:pt>
                <c:pt idx="13">
                  <c:v>0.84519999999999995</c:v>
                </c:pt>
                <c:pt idx="14">
                  <c:v>0.67420000000000002</c:v>
                </c:pt>
                <c:pt idx="15">
                  <c:v>0.52959999999999996</c:v>
                </c:pt>
                <c:pt idx="16">
                  <c:v>0.4108</c:v>
                </c:pt>
                <c:pt idx="17">
                  <c:v>0.31719999999999998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0.33343</c:v>
                </c:pt>
                <c:pt idx="1">
                  <c:v>0.27556999999999998</c:v>
                </c:pt>
                <c:pt idx="2">
                  <c:v>0.38474000000000003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7.0870000000000002E-2</c:v>
                </c:pt>
                <c:pt idx="1">
                  <c:v>5.2999999999999999E-2</c:v>
                </c:pt>
                <c:pt idx="2">
                  <c:v>0.12035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0.68144000000000005</c:v>
                </c:pt>
                <c:pt idx="1">
                  <c:v>0.53244999999999998</c:v>
                </c:pt>
                <c:pt idx="2">
                  <c:v>0.97328000000000003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7.102E-2</c:v>
                </c:pt>
                <c:pt idx="1">
                  <c:v>6.087E-2</c:v>
                </c:pt>
                <c:pt idx="2">
                  <c:v>0.10098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1.0147200000000001</c:v>
                </c:pt>
                <c:pt idx="1">
                  <c:v>0.80015999999999998</c:v>
                </c:pt>
                <c:pt idx="2">
                  <c:v>1.3773899999999999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126761</c:v>
                </c:pt>
                <c:pt idx="1">
                  <c:v>88266</c:v>
                </c:pt>
                <c:pt idx="2">
                  <c:v>88697</c:v>
                </c:pt>
                <c:pt idx="3">
                  <c:v>83310</c:v>
                </c:pt>
                <c:pt idx="4">
                  <c:v>91672</c:v>
                </c:pt>
                <c:pt idx="5">
                  <c:v>102769</c:v>
                </c:pt>
                <c:pt idx="6">
                  <c:v>156289</c:v>
                </c:pt>
                <c:pt idx="7">
                  <c:v>147836</c:v>
                </c:pt>
                <c:pt idx="8">
                  <c:v>91645</c:v>
                </c:pt>
                <c:pt idx="9">
                  <c:v>92998</c:v>
                </c:pt>
                <c:pt idx="10">
                  <c:v>93365</c:v>
                </c:pt>
                <c:pt idx="11">
                  <c:v>103757</c:v>
                </c:pt>
                <c:pt idx="12">
                  <c:v>141122</c:v>
                </c:pt>
                <c:pt idx="13">
                  <c:v>146891</c:v>
                </c:pt>
                <c:pt idx="14">
                  <c:v>104611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E410420-58F8-4141-9D6B-509B76FA62B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24.832000000000001</c:v>
                </c:pt>
                <c:pt idx="1">
                  <c:v>20.317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13.166</c:v>
                </c:pt>
                <c:pt idx="1">
                  <c:v>12.297000000000001</c:v>
                </c:pt>
                <c:pt idx="2">
                  <c:v>11.038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7.0640000000000001</c:v>
                </c:pt>
                <c:pt idx="1">
                  <c:v>34.694000000000003</c:v>
                </c:pt>
                <c:pt idx="2">
                  <c:v>3.3929999999999998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12.914999999999999</c:v>
                </c:pt>
                <c:pt idx="1">
                  <c:v>10.32</c:v>
                </c:pt>
                <c:pt idx="2">
                  <c:v>9.42</c:v>
                </c:pt>
                <c:pt idx="3">
                  <c:v>3.2869999999999999</c:v>
                </c:pt>
                <c:pt idx="4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45.149000000000001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  <c:pt idx="5">
                  <c:v>간이음식점</c:v>
                </c:pt>
                <c:pt idx="6">
                  <c:v>패스트푸드점</c:v>
                </c:pt>
                <c:pt idx="7">
                  <c:v>종합의류</c:v>
                </c:pt>
                <c:pt idx="8">
                  <c:v>제과점,아이스크림점</c:v>
                </c:pt>
                <c:pt idx="9">
                  <c:v>완구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12.914999999999999</c:v>
                </c:pt>
                <c:pt idx="1">
                  <c:v>10.32</c:v>
                </c:pt>
                <c:pt idx="2">
                  <c:v>9.42</c:v>
                </c:pt>
                <c:pt idx="3">
                  <c:v>3.2869999999999999</c:v>
                </c:pt>
                <c:pt idx="4">
                  <c:v>2.57</c:v>
                </c:pt>
                <c:pt idx="5">
                  <c:v>1.9319999999999999</c:v>
                </c:pt>
                <c:pt idx="6">
                  <c:v>1.1910000000000001</c:v>
                </c:pt>
                <c:pt idx="7">
                  <c:v>1.034</c:v>
                </c:pt>
                <c:pt idx="8">
                  <c:v>0.755</c:v>
                </c:pt>
                <c:pt idx="9">
                  <c:v>0.61799999999999999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  <c:pt idx="5">
                  <c:v>간이음식점</c:v>
                </c:pt>
                <c:pt idx="6">
                  <c:v>패스트푸드점</c:v>
                </c:pt>
                <c:pt idx="7">
                  <c:v>종합의류</c:v>
                </c:pt>
                <c:pt idx="8">
                  <c:v>제과점,아이스크림점</c:v>
                </c:pt>
                <c:pt idx="9">
                  <c:v>완구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1087</c:v>
                </c:pt>
                <c:pt idx="1">
                  <c:v>272</c:v>
                </c:pt>
                <c:pt idx="2">
                  <c:v>256</c:v>
                </c:pt>
                <c:pt idx="3">
                  <c:v>59</c:v>
                </c:pt>
                <c:pt idx="4">
                  <c:v>352</c:v>
                </c:pt>
                <c:pt idx="5">
                  <c:v>192</c:v>
                </c:pt>
                <c:pt idx="6">
                  <c:v>32</c:v>
                </c:pt>
                <c:pt idx="7">
                  <c:v>21</c:v>
                </c:pt>
                <c:pt idx="8">
                  <c:v>53</c:v>
                </c:pt>
                <c:pt idx="9">
                  <c:v>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일식</c:v>
                </c:pt>
                <c:pt idx="1">
                  <c:v>종합의류</c:v>
                </c:pt>
                <c:pt idx="2">
                  <c:v>양식</c:v>
                </c:pt>
                <c:pt idx="3">
                  <c:v>패스트푸드점</c:v>
                </c:pt>
                <c:pt idx="4">
                  <c:v>한식</c:v>
                </c:pt>
                <c:pt idx="5">
                  <c:v>제과점,아이스크림점</c:v>
                </c:pt>
                <c:pt idx="6">
                  <c:v>문구용품</c:v>
                </c:pt>
                <c:pt idx="7">
                  <c:v>음료</c:v>
                </c:pt>
                <c:pt idx="8">
                  <c:v>악세서리</c:v>
                </c:pt>
                <c:pt idx="9">
                  <c:v>간이음식점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5.5711864406779661</c:v>
                </c:pt>
                <c:pt idx="1">
                  <c:v>4.9238095238095241</c:v>
                </c:pt>
                <c:pt idx="2">
                  <c:v>3.7941176470588234</c:v>
                </c:pt>
                <c:pt idx="3">
                  <c:v>3.7218749999999998</c:v>
                </c:pt>
                <c:pt idx="4">
                  <c:v>3.6796875</c:v>
                </c:pt>
                <c:pt idx="5">
                  <c:v>1.4245283018867925</c:v>
                </c:pt>
                <c:pt idx="6">
                  <c:v>1.3139534883720929</c:v>
                </c:pt>
                <c:pt idx="7">
                  <c:v>1.188132474701012</c:v>
                </c:pt>
                <c:pt idx="8">
                  <c:v>1.1291666666666667</c:v>
                </c:pt>
                <c:pt idx="9">
                  <c:v>1.0062500000000001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  <c:pt idx="5">
                  <c:v>간이음식점</c:v>
                </c:pt>
                <c:pt idx="6">
                  <c:v>패스트푸드점</c:v>
                </c:pt>
                <c:pt idx="7">
                  <c:v>종합의류</c:v>
                </c:pt>
                <c:pt idx="8">
                  <c:v>제과점,아이스크림점</c:v>
                </c:pt>
                <c:pt idx="9">
                  <c:v>완구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6.9290000000000003</c:v>
                </c:pt>
                <c:pt idx="1">
                  <c:v>6.5529999999999999</c:v>
                </c:pt>
                <c:pt idx="2">
                  <c:v>4.4820000000000002</c:v>
                </c:pt>
                <c:pt idx="3">
                  <c:v>2.0859999999999999</c:v>
                </c:pt>
                <c:pt idx="4">
                  <c:v>1.8320000000000001</c:v>
                </c:pt>
                <c:pt idx="5">
                  <c:v>0.47399999999999998</c:v>
                </c:pt>
                <c:pt idx="6">
                  <c:v>0.40500000000000003</c:v>
                </c:pt>
                <c:pt idx="7">
                  <c:v>0.63900000000000001</c:v>
                </c:pt>
                <c:pt idx="8">
                  <c:v>0.312</c:v>
                </c:pt>
                <c:pt idx="9">
                  <c:v>0.36799999999999999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  <c:pt idx="5">
                  <c:v>간이음식점</c:v>
                </c:pt>
                <c:pt idx="6">
                  <c:v>패스트푸드점</c:v>
                </c:pt>
                <c:pt idx="7">
                  <c:v>종합의류</c:v>
                </c:pt>
                <c:pt idx="8">
                  <c:v>제과점,아이스크림점</c:v>
                </c:pt>
                <c:pt idx="9">
                  <c:v>완구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5.9870000000000001</c:v>
                </c:pt>
                <c:pt idx="1">
                  <c:v>3.7669999999999999</c:v>
                </c:pt>
                <c:pt idx="2">
                  <c:v>4.9379999999999997</c:v>
                </c:pt>
                <c:pt idx="3">
                  <c:v>1.2</c:v>
                </c:pt>
                <c:pt idx="4">
                  <c:v>0.73799999999999999</c:v>
                </c:pt>
                <c:pt idx="5">
                  <c:v>1.458</c:v>
                </c:pt>
                <c:pt idx="6">
                  <c:v>0.78600000000000003</c:v>
                </c:pt>
                <c:pt idx="7">
                  <c:v>0.39400000000000002</c:v>
                </c:pt>
                <c:pt idx="8">
                  <c:v>0.443</c:v>
                </c:pt>
                <c:pt idx="9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2.9000000000000001E-2</c:v>
                </c:pt>
                <c:pt idx="5">
                  <c:v>0</c:v>
                </c:pt>
                <c:pt idx="6">
                  <c:v>0.58399999999999996</c:v>
                </c:pt>
                <c:pt idx="7">
                  <c:v>1.948</c:v>
                </c:pt>
                <c:pt idx="8">
                  <c:v>1.7170000000000001</c:v>
                </c:pt>
                <c:pt idx="9">
                  <c:v>1.4790000000000001</c:v>
                </c:pt>
                <c:pt idx="10">
                  <c:v>1.155</c:v>
                </c:pt>
                <c:pt idx="11">
                  <c:v>2.3170000000000002</c:v>
                </c:pt>
                <c:pt idx="12">
                  <c:v>1.278</c:v>
                </c:pt>
                <c:pt idx="13">
                  <c:v>0.80800000000000005</c:v>
                </c:pt>
                <c:pt idx="14">
                  <c:v>0.88500000000000001</c:v>
                </c:pt>
                <c:pt idx="15">
                  <c:v>0.52400000000000002</c:v>
                </c:pt>
                <c:pt idx="16">
                  <c:v>0.192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0.23799999999999999</c:v>
                </c:pt>
                <c:pt idx="6">
                  <c:v>1.3129999999999999</c:v>
                </c:pt>
                <c:pt idx="7">
                  <c:v>0.96899999999999997</c:v>
                </c:pt>
                <c:pt idx="8">
                  <c:v>2.02</c:v>
                </c:pt>
                <c:pt idx="9">
                  <c:v>0.59799999999999998</c:v>
                </c:pt>
                <c:pt idx="10">
                  <c:v>0.252</c:v>
                </c:pt>
                <c:pt idx="11">
                  <c:v>0.44500000000000001</c:v>
                </c:pt>
                <c:pt idx="12">
                  <c:v>2.6</c:v>
                </c:pt>
                <c:pt idx="13">
                  <c:v>0.70199999999999996</c:v>
                </c:pt>
                <c:pt idx="14">
                  <c:v>1.1830000000000001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0.14399999999999999</c:v>
                </c:pt>
                <c:pt idx="6">
                  <c:v>0.378</c:v>
                </c:pt>
                <c:pt idx="7">
                  <c:v>0.53300000000000003</c:v>
                </c:pt>
                <c:pt idx="8">
                  <c:v>1.6E-2</c:v>
                </c:pt>
                <c:pt idx="9">
                  <c:v>0.86</c:v>
                </c:pt>
                <c:pt idx="10">
                  <c:v>7.4999999999999997E-2</c:v>
                </c:pt>
                <c:pt idx="11">
                  <c:v>0.80400000000000005</c:v>
                </c:pt>
                <c:pt idx="12">
                  <c:v>1.1080000000000001</c:v>
                </c:pt>
                <c:pt idx="13">
                  <c:v>2.1539999999999999</c:v>
                </c:pt>
                <c:pt idx="14">
                  <c:v>1.5529999999999999</c:v>
                </c:pt>
                <c:pt idx="15">
                  <c:v>1.119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1.002</c:v>
                </c:pt>
                <c:pt idx="14">
                  <c:v>0.22700000000000001</c:v>
                </c:pt>
                <c:pt idx="15">
                  <c:v>0.222</c:v>
                </c:pt>
                <c:pt idx="16">
                  <c:v>0.54900000000000004</c:v>
                </c:pt>
                <c:pt idx="17">
                  <c:v>0.54600000000000004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9.0999999999999998E-2</c:v>
                </c:pt>
                <c:pt idx="2">
                  <c:v>0</c:v>
                </c:pt>
                <c:pt idx="3">
                  <c:v>0</c:v>
                </c:pt>
                <c:pt idx="4">
                  <c:v>2.7E-2</c:v>
                </c:pt>
                <c:pt idx="5">
                  <c:v>8.2000000000000003E-2</c:v>
                </c:pt>
                <c:pt idx="6">
                  <c:v>0.36299999999999999</c:v>
                </c:pt>
                <c:pt idx="7">
                  <c:v>0.10100000000000001</c:v>
                </c:pt>
                <c:pt idx="8">
                  <c:v>0.27</c:v>
                </c:pt>
                <c:pt idx="9">
                  <c:v>0.63800000000000001</c:v>
                </c:pt>
                <c:pt idx="10">
                  <c:v>0.308</c:v>
                </c:pt>
                <c:pt idx="11">
                  <c:v>0.33</c:v>
                </c:pt>
                <c:pt idx="12">
                  <c:v>3.6999999999999998E-2</c:v>
                </c:pt>
                <c:pt idx="13">
                  <c:v>2.1999999999999999E-2</c:v>
                </c:pt>
                <c:pt idx="14">
                  <c:v>9.9000000000000005E-2</c:v>
                </c:pt>
                <c:pt idx="15">
                  <c:v>4.8000000000000001E-2</c:v>
                </c:pt>
                <c:pt idx="16">
                  <c:v>0.08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29000</c:v>
                </c:pt>
                <c:pt idx="5">
                  <c:v>0</c:v>
                </c:pt>
                <c:pt idx="6">
                  <c:v>584000</c:v>
                </c:pt>
                <c:pt idx="7">
                  <c:v>1948000</c:v>
                </c:pt>
                <c:pt idx="8">
                  <c:v>1717000</c:v>
                </c:pt>
                <c:pt idx="9">
                  <c:v>1479000</c:v>
                </c:pt>
                <c:pt idx="10">
                  <c:v>1155000</c:v>
                </c:pt>
                <c:pt idx="11">
                  <c:v>2317000</c:v>
                </c:pt>
                <c:pt idx="12">
                  <c:v>1278000</c:v>
                </c:pt>
                <c:pt idx="13">
                  <c:v>808000</c:v>
                </c:pt>
                <c:pt idx="14">
                  <c:v>885000</c:v>
                </c:pt>
                <c:pt idx="15">
                  <c:v>524000</c:v>
                </c:pt>
                <c:pt idx="16">
                  <c:v>192000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91000</c:v>
                </c:pt>
                <c:pt idx="2">
                  <c:v>0</c:v>
                </c:pt>
                <c:pt idx="3">
                  <c:v>0</c:v>
                </c:pt>
                <c:pt idx="4">
                  <c:v>27000</c:v>
                </c:pt>
                <c:pt idx="5">
                  <c:v>82000</c:v>
                </c:pt>
                <c:pt idx="6">
                  <c:v>363000</c:v>
                </c:pt>
                <c:pt idx="7">
                  <c:v>101000</c:v>
                </c:pt>
                <c:pt idx="8">
                  <c:v>270000</c:v>
                </c:pt>
                <c:pt idx="9">
                  <c:v>638000</c:v>
                </c:pt>
                <c:pt idx="10">
                  <c:v>308000</c:v>
                </c:pt>
                <c:pt idx="11">
                  <c:v>330000</c:v>
                </c:pt>
                <c:pt idx="12">
                  <c:v>37000</c:v>
                </c:pt>
                <c:pt idx="13">
                  <c:v>22000</c:v>
                </c:pt>
                <c:pt idx="14">
                  <c:v>99000</c:v>
                </c:pt>
                <c:pt idx="15">
                  <c:v>48000</c:v>
                </c:pt>
                <c:pt idx="16">
                  <c:v>80000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238000</c:v>
                </c:pt>
                <c:pt idx="6">
                  <c:v>1313000</c:v>
                </c:pt>
                <c:pt idx="7">
                  <c:v>969000</c:v>
                </c:pt>
                <c:pt idx="8">
                  <c:v>2020000</c:v>
                </c:pt>
                <c:pt idx="9">
                  <c:v>598000</c:v>
                </c:pt>
                <c:pt idx="10">
                  <c:v>252000</c:v>
                </c:pt>
                <c:pt idx="11">
                  <c:v>445000</c:v>
                </c:pt>
                <c:pt idx="12">
                  <c:v>2600000</c:v>
                </c:pt>
                <c:pt idx="13">
                  <c:v>702000</c:v>
                </c:pt>
                <c:pt idx="14">
                  <c:v>1183000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144000</c:v>
                </c:pt>
                <c:pt idx="6">
                  <c:v>378000</c:v>
                </c:pt>
                <c:pt idx="7">
                  <c:v>533000</c:v>
                </c:pt>
                <c:pt idx="8">
                  <c:v>16000</c:v>
                </c:pt>
                <c:pt idx="9">
                  <c:v>860000</c:v>
                </c:pt>
                <c:pt idx="10">
                  <c:v>75000</c:v>
                </c:pt>
                <c:pt idx="11">
                  <c:v>804000</c:v>
                </c:pt>
                <c:pt idx="12">
                  <c:v>1108000</c:v>
                </c:pt>
                <c:pt idx="13">
                  <c:v>2154000</c:v>
                </c:pt>
                <c:pt idx="14">
                  <c:v>1553000</c:v>
                </c:pt>
                <c:pt idx="15">
                  <c:v>1119000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91000</c:v>
                </c:pt>
                <c:pt idx="2">
                  <c:v>0</c:v>
                </c:pt>
                <c:pt idx="3">
                  <c:v>0</c:v>
                </c:pt>
                <c:pt idx="4">
                  <c:v>27000</c:v>
                </c:pt>
                <c:pt idx="5">
                  <c:v>82000</c:v>
                </c:pt>
                <c:pt idx="6">
                  <c:v>363000</c:v>
                </c:pt>
                <c:pt idx="7">
                  <c:v>101000</c:v>
                </c:pt>
                <c:pt idx="8">
                  <c:v>270000</c:v>
                </c:pt>
                <c:pt idx="9">
                  <c:v>638000</c:v>
                </c:pt>
                <c:pt idx="10">
                  <c:v>308000</c:v>
                </c:pt>
                <c:pt idx="11">
                  <c:v>330000</c:v>
                </c:pt>
                <c:pt idx="12">
                  <c:v>37000</c:v>
                </c:pt>
                <c:pt idx="13">
                  <c:v>22000</c:v>
                </c:pt>
                <c:pt idx="14">
                  <c:v>99000</c:v>
                </c:pt>
                <c:pt idx="15">
                  <c:v>48000</c:v>
                </c:pt>
                <c:pt idx="16">
                  <c:v>80000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  <c:pt idx="5">
                  <c:v>간이음식점</c:v>
                </c:pt>
                <c:pt idx="6">
                  <c:v>패스트푸드점</c:v>
                </c:pt>
                <c:pt idx="7">
                  <c:v>종합의류</c:v>
                </c:pt>
                <c:pt idx="8">
                  <c:v>제과점,아이스크림점</c:v>
                </c:pt>
                <c:pt idx="9">
                  <c:v>완구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1.7390000000000001</c:v>
                </c:pt>
                <c:pt idx="1">
                  <c:v>1.4870000000000001</c:v>
                </c:pt>
                <c:pt idx="2">
                  <c:v>1.681</c:v>
                </c:pt>
                <c:pt idx="3">
                  <c:v>0.57499999999999996</c:v>
                </c:pt>
                <c:pt idx="4">
                  <c:v>0.83</c:v>
                </c:pt>
                <c:pt idx="5">
                  <c:v>0.17</c:v>
                </c:pt>
                <c:pt idx="6">
                  <c:v>6.4000000000000001E-2</c:v>
                </c:pt>
                <c:pt idx="7">
                  <c:v>0</c:v>
                </c:pt>
                <c:pt idx="8">
                  <c:v>3.5000000000000003E-2</c:v>
                </c:pt>
                <c:pt idx="9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  <c:pt idx="5">
                  <c:v>간이음식점</c:v>
                </c:pt>
                <c:pt idx="6">
                  <c:v>패스트푸드점</c:v>
                </c:pt>
                <c:pt idx="7">
                  <c:v>종합의류</c:v>
                </c:pt>
                <c:pt idx="8">
                  <c:v>제과점,아이스크림점</c:v>
                </c:pt>
                <c:pt idx="9">
                  <c:v>완구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10.097</c:v>
                </c:pt>
                <c:pt idx="1">
                  <c:v>8.6709999999999994</c:v>
                </c:pt>
                <c:pt idx="2">
                  <c:v>7.0359999999999996</c:v>
                </c:pt>
                <c:pt idx="3">
                  <c:v>2.1659999999999999</c:v>
                </c:pt>
                <c:pt idx="4">
                  <c:v>1.468</c:v>
                </c:pt>
                <c:pt idx="5">
                  <c:v>1.7350000000000001</c:v>
                </c:pt>
                <c:pt idx="6">
                  <c:v>0.93500000000000005</c:v>
                </c:pt>
                <c:pt idx="7">
                  <c:v>1.034</c:v>
                </c:pt>
                <c:pt idx="8">
                  <c:v>0.52900000000000003</c:v>
                </c:pt>
                <c:pt idx="9">
                  <c:v>0.28199999999999997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음료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편의점</c:v>
                </c:pt>
                <c:pt idx="5">
                  <c:v>간이음식점</c:v>
                </c:pt>
                <c:pt idx="6">
                  <c:v>패스트푸드점</c:v>
                </c:pt>
                <c:pt idx="7">
                  <c:v>종합의류</c:v>
                </c:pt>
                <c:pt idx="8">
                  <c:v>제과점,아이스크림점</c:v>
                </c:pt>
                <c:pt idx="9">
                  <c:v>완구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1.079</c:v>
                </c:pt>
                <c:pt idx="1">
                  <c:v>0.16200000000000001</c:v>
                </c:pt>
                <c:pt idx="2">
                  <c:v>0.70299999999999996</c:v>
                </c:pt>
                <c:pt idx="3">
                  <c:v>0.54600000000000004</c:v>
                </c:pt>
                <c:pt idx="4">
                  <c:v>0.27200000000000002</c:v>
                </c:pt>
                <c:pt idx="5">
                  <c:v>2.7E-2</c:v>
                </c:pt>
                <c:pt idx="6">
                  <c:v>0.192</c:v>
                </c:pt>
                <c:pt idx="7">
                  <c:v>0</c:v>
                </c:pt>
                <c:pt idx="8">
                  <c:v>0.192</c:v>
                </c:pt>
                <c:pt idx="9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F00-4B77-841B-DB5B8CE372A1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F00-4B77-841B-DB5B8CE372A1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F00-4B77-841B-DB5B8CE372A1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F00-4B77-841B-DB5B8CE372A1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F00-4B77-841B-DB5B8CE372A1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F00-4B77-841B-DB5B8CE372A1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F00-4B77-841B-DB5B8CE372A1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F00-4B77-841B-DB5B8CE372A1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F00-4B77-841B-DB5B8CE372A1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F00-4B77-841B-DB5B8CE372A1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F00-4B77-841B-DB5B8CE372A1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F00-4B77-841B-DB5B8CE372A1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F00-4B77-841B-DB5B8CE372A1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F00-4B77-841B-DB5B8CE372A1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58.63</c:v>
                </c:pt>
                <c:pt idx="1">
                  <c:v>13.41</c:v>
                </c:pt>
                <c:pt idx="2">
                  <c:v>15.51</c:v>
                </c:pt>
                <c:pt idx="3">
                  <c:v>9.15</c:v>
                </c:pt>
                <c:pt idx="4">
                  <c:v>21.68</c:v>
                </c:pt>
                <c:pt idx="5">
                  <c:v>33.119999999999997</c:v>
                </c:pt>
                <c:pt idx="6">
                  <c:v>71.959999999999994</c:v>
                </c:pt>
                <c:pt idx="7">
                  <c:v>45.15</c:v>
                </c:pt>
                <c:pt idx="8">
                  <c:v>12.99</c:v>
                </c:pt>
                <c:pt idx="9">
                  <c:v>18.59</c:v>
                </c:pt>
                <c:pt idx="10">
                  <c:v>15.85</c:v>
                </c:pt>
                <c:pt idx="11">
                  <c:v>26.07</c:v>
                </c:pt>
                <c:pt idx="12">
                  <c:v>54.03</c:v>
                </c:pt>
                <c:pt idx="13">
                  <c:v>53.67</c:v>
                </c:pt>
                <c:pt idx="14">
                  <c:v>26.2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1F00-4B77-841B-DB5B8CE372A1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1F00-4B77-841B-DB5B8CE372A1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1F00-4B77-841B-DB5B8CE372A1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1F00-4B77-841B-DB5B8CE372A1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1F00-4B77-841B-DB5B8CE372A1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1F00-4B77-841B-DB5B8CE372A1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1F00-4B77-841B-DB5B8CE372A1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1F00-4B77-841B-DB5B8CE372A1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1F00-4B77-841B-DB5B8CE372A1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1F00-4B77-841B-DB5B8CE372A1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1F00-4B77-841B-DB5B8CE372A1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1F00-4B77-841B-DB5B8CE372A1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1F00-4B77-841B-DB5B8CE372A1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1F00-4B77-841B-DB5B8CE372A1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2853</c:v>
                </c:pt>
                <c:pt idx="1">
                  <c:v>826</c:v>
                </c:pt>
                <c:pt idx="2">
                  <c:v>800</c:v>
                </c:pt>
                <c:pt idx="3">
                  <c:v>528</c:v>
                </c:pt>
                <c:pt idx="4">
                  <c:v>938</c:v>
                </c:pt>
                <c:pt idx="5">
                  <c:v>1454</c:v>
                </c:pt>
                <c:pt idx="6">
                  <c:v>3437</c:v>
                </c:pt>
                <c:pt idx="7">
                  <c:v>2729</c:v>
                </c:pt>
                <c:pt idx="8">
                  <c:v>916</c:v>
                </c:pt>
                <c:pt idx="9">
                  <c:v>959</c:v>
                </c:pt>
                <c:pt idx="10">
                  <c:v>836</c:v>
                </c:pt>
                <c:pt idx="11">
                  <c:v>1300</c:v>
                </c:pt>
                <c:pt idx="12">
                  <c:v>2428</c:v>
                </c:pt>
                <c:pt idx="13">
                  <c:v>2759</c:v>
                </c:pt>
                <c:pt idx="14">
                  <c:v>1406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음료</cx:pt>
          <cx:pt idx="1">양식</cx:pt>
          <cx:pt idx="2">한식</cx:pt>
          <cx:pt idx="3">일식</cx:pt>
          <cx:pt idx="4">편의점</cx:pt>
          <cx:pt idx="5">간이음식점</cx:pt>
          <cx:pt idx="6">패스트푸드점</cx:pt>
          <cx:pt idx="7">종합의류</cx:pt>
          <cx:pt idx="8">제과점,아이스크림점</cx:pt>
          <cx:pt idx="9">문구용품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12.800000000000001</cx:pt>
          <cx:pt idx="1">10.199999999999999</cx:pt>
          <cx:pt idx="2">9.4000000000000004</cx:pt>
          <cx:pt idx="3">3.2999999999999998</cx:pt>
          <cx:pt idx="4">2.5</cx:pt>
          <cx:pt idx="5">1.8999999999999999</cx:pt>
          <cx:pt idx="6">1.2</cx:pt>
          <cx:pt idx="7">1</cx:pt>
          <cx:pt idx="8">0.80000000000000004</cx:pt>
          <cx:pt idx="9">0.59999999999999998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음료</cx:pt>
          <cx:pt idx="1">양식</cx:pt>
          <cx:pt idx="2">완구</cx:pt>
          <cx:pt idx="3">편의점</cx:pt>
          <cx:pt idx="4">간이음식점</cx:pt>
          <cx:pt idx="5">일식</cx:pt>
          <cx:pt idx="6">한식</cx:pt>
          <cx:pt idx="7">문구용품</cx:pt>
          <cx:pt idx="8">악세서리</cx:pt>
          <cx:pt idx="9">종합의류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0.10000000000000001</cx:pt>
          <cx:pt idx="1">0.10000000000000001</cx:pt>
          <cx:pt idx="2">0.10000000000000001</cx:pt>
          <cx:pt idx="3">0</cx:pt>
          <cx:pt idx="4">0</cx:pt>
          <cx:pt idx="5">0</cx:pt>
          <cx:pt idx="6">0</cx:pt>
          <cx:pt idx="7">0</cx:pt>
          <cx:pt idx="8">0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장안문_여민각 구간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장안문_여민각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147,836명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71.7%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(147,836명)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(15,529명)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28.6%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음료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108,574명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86,102명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147,836명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36.2%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14.9%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21.2%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장안문_여민각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장안문_여민각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147,836명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71.7%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(147,836명)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15,529명)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10,098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66.3%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0.3%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(22.4%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(125.7%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147,836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147,836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12.0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38,474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39.6%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97,328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82.8%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12,035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127.1%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86.3%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137,739명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72.1%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10,098명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65.9%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737,764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105,395명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147,836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147,836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774,389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110,627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장안문_여민각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(2,729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305원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46.0%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음료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12,916,000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(1,087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12,916,000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(1,087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53,042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(27.9%)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(26.4%)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(18.0%)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(29.5%)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(24.3%)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(18.5%)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(24.5%)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(29.2%)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(27.2%)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(3.5%)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(0.3%)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12,867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17,611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16,471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(549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(1,970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(33.5%)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(23.3%)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완구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(23.3%)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16,825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5,444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2,663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(28.6%)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(22.9%)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(21.0%)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06197466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22951720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31,922,143원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1,548건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20,622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45,149,000원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2,729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16,544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29,627,429원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1,515건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19,558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0.00053개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0.00011개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0.00037개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0.00018개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0.00041개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7,015개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0.04745개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229개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0.00155개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0.00208개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0.00019개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9.3%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0.0018개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 (1,276대)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0.00863대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173.9%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0.0274대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2289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2025-11-04T03:25:58Z</dcterms:modified>
</cp:coreProperties>
</file>