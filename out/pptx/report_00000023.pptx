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1737.9436000000001</c:v>
                </c:pt>
                <c:pt idx="1">
                  <c:v>1754.0017</c:v>
                </c:pt>
                <c:pt idx="2">
                  <c:v>1698.9839999999999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0.92</c:v>
                </c:pt>
                <c:pt idx="2">
                  <c:v>-3.14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7306.8130000000001</c:v>
                </c:pt>
                <c:pt idx="1">
                  <c:v>8831.4480000000003</c:v>
                </c:pt>
                <c:pt idx="2">
                  <c:v>7231.4380000000001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20.87</c:v>
                </c:pt>
                <c:pt idx="2">
                  <c:v>-18.12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112-4AF7-8048-555B64CE8403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215.6232</c:v>
                </c:pt>
                <c:pt idx="1">
                  <c:v>247.85910000000001</c:v>
                </c:pt>
                <c:pt idx="2">
                  <c:v>261.17419999999998</c:v>
                </c:pt>
                <c:pt idx="3">
                  <c:v>360.2054</c:v>
                </c:pt>
                <c:pt idx="4">
                  <c:v>387.10559999999998</c:v>
                </c:pt>
                <c:pt idx="5">
                  <c:v>227.01669999999999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42769.125</c:v>
                </c:pt>
                <c:pt idx="1">
                  <c:v>42418.5625</c:v>
                </c:pt>
                <c:pt idx="2">
                  <c:v>42933.8125</c:v>
                </c:pt>
                <c:pt idx="3">
                  <c:v>42848.1875</c:v>
                </c:pt>
                <c:pt idx="4">
                  <c:v>42994.8125</c:v>
                </c:pt>
                <c:pt idx="5">
                  <c:v>43669.5</c:v>
                </c:pt>
                <c:pt idx="6">
                  <c:v>44444.1875</c:v>
                </c:pt>
                <c:pt idx="7">
                  <c:v>44805</c:v>
                </c:pt>
                <c:pt idx="8">
                  <c:v>44902.5625</c:v>
                </c:pt>
                <c:pt idx="9">
                  <c:v>45206.125</c:v>
                </c:pt>
                <c:pt idx="10">
                  <c:v>45620.5</c:v>
                </c:pt>
                <c:pt idx="11">
                  <c:v>46333.0625</c:v>
                </c:pt>
                <c:pt idx="12">
                  <c:v>47163.8125</c:v>
                </c:pt>
                <c:pt idx="13">
                  <c:v>47648.4375</c:v>
                </c:pt>
                <c:pt idx="14">
                  <c:v>47078</c:v>
                </c:pt>
                <c:pt idx="15">
                  <c:v>45621.9375</c:v>
                </c:pt>
                <c:pt idx="16">
                  <c:v>44259.9375</c:v>
                </c:pt>
                <c:pt idx="17">
                  <c:v>42075.875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108.9944</c:v>
                </c:pt>
                <c:pt idx="1">
                  <c:v>111.8827</c:v>
                </c:pt>
                <c:pt idx="2">
                  <c:v>102.73560000000001</c:v>
                </c:pt>
                <c:pt idx="3">
                  <c:v>101.2145</c:v>
                </c:pt>
                <c:pt idx="4">
                  <c:v>102.76009999999999</c:v>
                </c:pt>
                <c:pt idx="5">
                  <c:v>104.0231</c:v>
                </c:pt>
                <c:pt idx="6">
                  <c:v>108.1142</c:v>
                </c:pt>
                <c:pt idx="7">
                  <c:v>108.69329999999999</c:v>
                </c:pt>
                <c:pt idx="8">
                  <c:v>104.8582</c:v>
                </c:pt>
                <c:pt idx="9">
                  <c:v>101.3077</c:v>
                </c:pt>
                <c:pt idx="10">
                  <c:v>102.05670000000001</c:v>
                </c:pt>
                <c:pt idx="11">
                  <c:v>108.41840000000001</c:v>
                </c:pt>
                <c:pt idx="12">
                  <c:v>108.84010000000001</c:v>
                </c:pt>
                <c:pt idx="13">
                  <c:v>104.6794</c:v>
                </c:pt>
                <c:pt idx="14">
                  <c:v>109.0831</c:v>
                </c:pt>
                <c:pt idx="15">
                  <c:v>111.32250000000001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25911E6-ACF2-4253-B7DA-EF965E1C8D9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5108A8E-AA94-4216-90C7-4864CF5F414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859.82470000000001</c:v>
                </c:pt>
                <c:pt idx="1">
                  <c:v>839.15930000000003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43E5199-1122-4E04-9A44-E862F5A05CD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ABBEB3F-EBE6-48DB-8104-8A88A39DFFC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1515.8623</c:v>
                </c:pt>
                <c:pt idx="1">
                  <c:v>183.1223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EDA0E67-6A9C-43EF-9BD3-5F9CCD6A9D5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D2FCE85-3D89-44DB-BBA1-323ACFBF59C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41E793D-80A4-4E75-B8A6-DCF4F5008B8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1035.7311999999999</c:v>
                </c:pt>
                <c:pt idx="1">
                  <c:v>114.3242</c:v>
                </c:pt>
                <c:pt idx="2">
                  <c:v>548.92830000000004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8598247</c:v>
                </c:pt>
                <c:pt idx="1">
                  <c:v>8391593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849-4E0A-AE00-F883E9EA372A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2156232</c:v>
                </c:pt>
                <c:pt idx="1">
                  <c:v>2478591</c:v>
                </c:pt>
                <c:pt idx="2">
                  <c:v>2611742</c:v>
                </c:pt>
                <c:pt idx="3">
                  <c:v>3602054</c:v>
                </c:pt>
                <c:pt idx="4">
                  <c:v>3871056</c:v>
                </c:pt>
                <c:pt idx="5">
                  <c:v>2270167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-7.88</c:v>
                </c:pt>
                <c:pt idx="1">
                  <c:v>-2.93</c:v>
                </c:pt>
                <c:pt idx="2">
                  <c:v>-2.69</c:v>
                </c:pt>
                <c:pt idx="3">
                  <c:v>-4.66</c:v>
                </c:pt>
                <c:pt idx="4">
                  <c:v>-1.69</c:v>
                </c:pt>
                <c:pt idx="5">
                  <c:v>1.05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108.9944</c:v>
                </c:pt>
                <c:pt idx="1">
                  <c:v>111.8827</c:v>
                </c:pt>
                <c:pt idx="2">
                  <c:v>102.73560000000001</c:v>
                </c:pt>
                <c:pt idx="3">
                  <c:v>101.2145</c:v>
                </c:pt>
                <c:pt idx="4">
                  <c:v>102.76009999999999</c:v>
                </c:pt>
                <c:pt idx="5">
                  <c:v>104.0231</c:v>
                </c:pt>
                <c:pt idx="6">
                  <c:v>108.1142</c:v>
                </c:pt>
                <c:pt idx="7">
                  <c:v>108.69329999999999</c:v>
                </c:pt>
                <c:pt idx="8">
                  <c:v>104.8582</c:v>
                </c:pt>
                <c:pt idx="9">
                  <c:v>101.3077</c:v>
                </c:pt>
                <c:pt idx="10">
                  <c:v>102.05670000000001</c:v>
                </c:pt>
                <c:pt idx="11">
                  <c:v>108.41840000000001</c:v>
                </c:pt>
                <c:pt idx="12">
                  <c:v>108.84010000000001</c:v>
                </c:pt>
                <c:pt idx="13">
                  <c:v>104.6794</c:v>
                </c:pt>
                <c:pt idx="14">
                  <c:v>109.0831</c:v>
                </c:pt>
                <c:pt idx="15">
                  <c:v>111.32250000000001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4.2428499999999998</c:v>
                </c:pt>
                <c:pt idx="1">
                  <c:v>4.1904899999999996</c:v>
                </c:pt>
                <c:pt idx="2">
                  <c:v>4.2276499999999997</c:v>
                </c:pt>
                <c:pt idx="3">
                  <c:v>4.1953300000000002</c:v>
                </c:pt>
                <c:pt idx="4">
                  <c:v>4.18933</c:v>
                </c:pt>
                <c:pt idx="5">
                  <c:v>4.2534099999999997</c:v>
                </c:pt>
                <c:pt idx="6">
                  <c:v>4.3060900000000002</c:v>
                </c:pt>
                <c:pt idx="7">
                  <c:v>4.3387399999999996</c:v>
                </c:pt>
                <c:pt idx="8">
                  <c:v>4.3447899999999997</c:v>
                </c:pt>
                <c:pt idx="9">
                  <c:v>4.3734799999999998</c:v>
                </c:pt>
                <c:pt idx="10">
                  <c:v>4.42293</c:v>
                </c:pt>
                <c:pt idx="11">
                  <c:v>4.5099499999999999</c:v>
                </c:pt>
                <c:pt idx="12">
                  <c:v>4.6089000000000002</c:v>
                </c:pt>
                <c:pt idx="13">
                  <c:v>4.6538300000000001</c:v>
                </c:pt>
                <c:pt idx="14">
                  <c:v>4.6292400000000002</c:v>
                </c:pt>
                <c:pt idx="15">
                  <c:v>4.5222100000000003</c:v>
                </c:pt>
                <c:pt idx="16">
                  <c:v>4.4096299999999999</c:v>
                </c:pt>
                <c:pt idx="17">
                  <c:v>4.1925800000000004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4.3336833333333331</c:v>
                </c:pt>
                <c:pt idx="1">
                  <c:v>4.327466666666667</c:v>
                </c:pt>
                <c:pt idx="2">
                  <c:v>4.4029333333333334</c:v>
                </c:pt>
                <c:pt idx="3">
                  <c:v>4.4339666666666666</c:v>
                </c:pt>
                <c:pt idx="4">
                  <c:v>4.4830666666666668</c:v>
                </c:pt>
                <c:pt idx="5">
                  <c:v>4.5561833333333333</c:v>
                </c:pt>
                <c:pt idx="6">
                  <c:v>4.6749666666666663</c:v>
                </c:pt>
                <c:pt idx="7">
                  <c:v>4.7167666666666666</c:v>
                </c:pt>
                <c:pt idx="8">
                  <c:v>4.7327000000000004</c:v>
                </c:pt>
                <c:pt idx="9">
                  <c:v>4.7658333333333331</c:v>
                </c:pt>
                <c:pt idx="10">
                  <c:v>4.793916666666667</c:v>
                </c:pt>
                <c:pt idx="11">
                  <c:v>4.8388999999999998</c:v>
                </c:pt>
                <c:pt idx="12">
                  <c:v>4.8955166666666665</c:v>
                </c:pt>
                <c:pt idx="13">
                  <c:v>4.9498666666666669</c:v>
                </c:pt>
                <c:pt idx="14">
                  <c:v>4.8387333333333329</c:v>
                </c:pt>
                <c:pt idx="15">
                  <c:v>4.6288333333333336</c:v>
                </c:pt>
                <c:pt idx="16">
                  <c:v>4.4532666666666669</c:v>
                </c:pt>
                <c:pt idx="17">
                  <c:v>4.2325999999999997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107.19043000000001</c:v>
                </c:pt>
                <c:pt idx="1">
                  <c:v>108.95706</c:v>
                </c:pt>
                <c:pt idx="2">
                  <c:v>103.57312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15.221030000000001</c:v>
                </c:pt>
                <c:pt idx="1">
                  <c:v>13.256360000000001</c:v>
                </c:pt>
                <c:pt idx="2">
                  <c:v>11.43242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51.382910000000003</c:v>
                </c:pt>
                <c:pt idx="1">
                  <c:v>53.186819999999997</c:v>
                </c:pt>
                <c:pt idx="2">
                  <c:v>54.892829999999996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15.911820000000001</c:v>
                </c:pt>
                <c:pt idx="1">
                  <c:v>17.392109999999999</c:v>
                </c:pt>
                <c:pt idx="2">
                  <c:v>18.31223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157.88256000000001</c:v>
                </c:pt>
                <c:pt idx="1">
                  <c:v>158.00810999999999</c:v>
                </c:pt>
                <c:pt idx="2">
                  <c:v>151.58623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69CE-4FD4-8C67-46B1A113FE61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69CE-4FD4-8C67-46B1A113FE61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69CE-4FD4-8C67-46B1A113FE61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69CE-4FD4-8C67-46B1A113FE61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69CE-4FD4-8C67-46B1A113FE61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69CE-4FD4-8C67-46B1A113FE61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1069962</c:v>
                </c:pt>
                <c:pt idx="1">
                  <c:v>1076925</c:v>
                </c:pt>
                <c:pt idx="2">
                  <c:v>1029926</c:v>
                </c:pt>
                <c:pt idx="3">
                  <c:v>1024560</c:v>
                </c:pt>
                <c:pt idx="4">
                  <c:v>1023004</c:v>
                </c:pt>
                <c:pt idx="5">
                  <c:v>1020022</c:v>
                </c:pt>
                <c:pt idx="6">
                  <c:v>1018490</c:v>
                </c:pt>
                <c:pt idx="7">
                  <c:v>1089944</c:v>
                </c:pt>
                <c:pt idx="8">
                  <c:v>1118827</c:v>
                </c:pt>
                <c:pt idx="9">
                  <c:v>1027356</c:v>
                </c:pt>
                <c:pt idx="10">
                  <c:v>1012145</c:v>
                </c:pt>
                <c:pt idx="11">
                  <c:v>1027601</c:v>
                </c:pt>
                <c:pt idx="12">
                  <c:v>1040231</c:v>
                </c:pt>
                <c:pt idx="13">
                  <c:v>1081142</c:v>
                </c:pt>
                <c:pt idx="14">
                  <c:v>1086933</c:v>
                </c:pt>
                <c:pt idx="15">
                  <c:v>1048582</c:v>
                </c:pt>
                <c:pt idx="16">
                  <c:v>1013077</c:v>
                </c:pt>
                <c:pt idx="17">
                  <c:v>1020567</c:v>
                </c:pt>
                <c:pt idx="18">
                  <c:v>1084184</c:v>
                </c:pt>
                <c:pt idx="19">
                  <c:v>1088401</c:v>
                </c:pt>
                <c:pt idx="20">
                  <c:v>1046794</c:v>
                </c:pt>
                <c:pt idx="21">
                  <c:v>1090831</c:v>
                </c:pt>
                <c:pt idx="22">
                  <c:v>1113225</c:v>
                </c:pt>
                <c:pt idx="23">
                  <c:v>1036599</c:v>
                </c:pt>
                <c:pt idx="24">
                  <c:v>1032901</c:v>
                </c:pt>
                <c:pt idx="25">
                  <c:v>1023958</c:v>
                </c:pt>
                <c:pt idx="26">
                  <c:v>1032437</c:v>
                </c:pt>
                <c:pt idx="27">
                  <c:v>1022712</c:v>
                </c:pt>
                <c:pt idx="28">
                  <c:v>1075807</c:v>
                </c:pt>
                <c:pt idx="29">
                  <c:v>1096425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DAA1F1A-5A71-416A-AE25-72486963335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4118.2629999999999</c:v>
                </c:pt>
                <c:pt idx="1">
                  <c:v>3113.1750000000002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50대</c:v>
                </c:pt>
                <c:pt idx="1">
                  <c:v>40대</c:v>
                </c:pt>
                <c:pt idx="2">
                  <c:v>60대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1850.088</c:v>
                </c:pt>
                <c:pt idx="1">
                  <c:v>1788.654</c:v>
                </c:pt>
                <c:pt idx="2">
                  <c:v>1476.8119999999999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2365.7310000000002</c:v>
                </c:pt>
                <c:pt idx="1">
                  <c:v>271.41899999999998</c:v>
                </c:pt>
                <c:pt idx="2">
                  <c:v>4594.2740000000003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1516.76</c:v>
                </c:pt>
                <c:pt idx="1">
                  <c:v>571.19299999999998</c:v>
                </c:pt>
                <c:pt idx="2">
                  <c:v>429.286</c:v>
                </c:pt>
                <c:pt idx="3">
                  <c:v>416.26900000000001</c:v>
                </c:pt>
                <c:pt idx="4">
                  <c:v>405.447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633.36199999999997</c:v>
                </c:pt>
                <c:pt idx="1">
                  <c:v>426.85599999999999</c:v>
                </c:pt>
                <c:pt idx="2">
                  <c:v>415.875</c:v>
                </c:pt>
                <c:pt idx="3">
                  <c:v>445.19600000000003</c:v>
                </c:pt>
                <c:pt idx="4">
                  <c:v>478.358</c:v>
                </c:pt>
                <c:pt idx="5">
                  <c:v>611.64700000000005</c:v>
                </c:pt>
                <c:pt idx="6">
                  <c:v>600.101</c:v>
                </c:pt>
                <c:pt idx="7">
                  <c:v>718.57399999999996</c:v>
                </c:pt>
                <c:pt idx="8">
                  <c:v>476.52300000000002</c:v>
                </c:pt>
                <c:pt idx="9">
                  <c:v>161.99600000000001</c:v>
                </c:pt>
                <c:pt idx="10">
                  <c:v>265.642</c:v>
                </c:pt>
                <c:pt idx="11">
                  <c:v>405.76600000000002</c:v>
                </c:pt>
                <c:pt idx="12">
                  <c:v>400.79399999999998</c:v>
                </c:pt>
                <c:pt idx="13">
                  <c:v>400.94600000000003</c:v>
                </c:pt>
                <c:pt idx="14">
                  <c:v>454.32100000000003</c:v>
                </c:pt>
                <c:pt idx="15">
                  <c:v>335.48099999999999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  <c:pt idx="5">
                  <c:v>편의점</c:v>
                </c:pt>
                <c:pt idx="6">
                  <c:v>주유소</c:v>
                </c:pt>
                <c:pt idx="7">
                  <c:v>가공식품</c:v>
                </c:pt>
                <c:pt idx="8">
                  <c:v>종합의류</c:v>
                </c:pt>
                <c:pt idx="9">
                  <c:v>수산물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1516.76</c:v>
                </c:pt>
                <c:pt idx="1">
                  <c:v>571.19299999999998</c:v>
                </c:pt>
                <c:pt idx="2">
                  <c:v>429.286</c:v>
                </c:pt>
                <c:pt idx="3">
                  <c:v>416.26900000000001</c:v>
                </c:pt>
                <c:pt idx="4">
                  <c:v>405.447</c:v>
                </c:pt>
                <c:pt idx="5">
                  <c:v>375.59</c:v>
                </c:pt>
                <c:pt idx="6">
                  <c:v>357.1</c:v>
                </c:pt>
                <c:pt idx="7">
                  <c:v>319.387</c:v>
                </c:pt>
                <c:pt idx="8">
                  <c:v>315</c:v>
                </c:pt>
                <c:pt idx="9">
                  <c:v>246.727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  <c:pt idx="5">
                  <c:v>편의점</c:v>
                </c:pt>
                <c:pt idx="6">
                  <c:v>주유소</c:v>
                </c:pt>
                <c:pt idx="7">
                  <c:v>가공식품</c:v>
                </c:pt>
                <c:pt idx="8">
                  <c:v>종합의류</c:v>
                </c:pt>
                <c:pt idx="9">
                  <c:v>수산물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39356</c:v>
                </c:pt>
                <c:pt idx="1">
                  <c:v>12414</c:v>
                </c:pt>
                <c:pt idx="2">
                  <c:v>26790</c:v>
                </c:pt>
                <c:pt idx="3">
                  <c:v>1214</c:v>
                </c:pt>
                <c:pt idx="4">
                  <c:v>13633</c:v>
                </c:pt>
                <c:pt idx="5">
                  <c:v>43566</c:v>
                </c:pt>
                <c:pt idx="6">
                  <c:v>7350</c:v>
                </c:pt>
                <c:pt idx="7">
                  <c:v>20832</c:v>
                </c:pt>
                <c:pt idx="8">
                  <c:v>4177</c:v>
                </c:pt>
                <c:pt idx="9">
                  <c:v>10853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귀금속/시계</c:v>
                </c:pt>
                <c:pt idx="1">
                  <c:v>차량정비/부품</c:v>
                </c:pt>
                <c:pt idx="2">
                  <c:v>오토바이</c:v>
                </c:pt>
                <c:pt idx="3">
                  <c:v>비기계류제조및도매</c:v>
                </c:pt>
                <c:pt idx="4">
                  <c:v>안경</c:v>
                </c:pt>
                <c:pt idx="5">
                  <c:v>단란주점</c:v>
                </c:pt>
                <c:pt idx="6">
                  <c:v>가전제품</c:v>
                </c:pt>
                <c:pt idx="7">
                  <c:v>스포츠용품</c:v>
                </c:pt>
                <c:pt idx="8">
                  <c:v>유흥음식/주점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41.659009009009011</c:v>
                </c:pt>
                <c:pt idx="1">
                  <c:v>34.289044481054368</c:v>
                </c:pt>
                <c:pt idx="2">
                  <c:v>30.18888888888889</c:v>
                </c:pt>
                <c:pt idx="3">
                  <c:v>21.431249999999999</c:v>
                </c:pt>
                <c:pt idx="4">
                  <c:v>18.491803278688526</c:v>
                </c:pt>
                <c:pt idx="5">
                  <c:v>17.991591928251122</c:v>
                </c:pt>
                <c:pt idx="6">
                  <c:v>15.101333333333333</c:v>
                </c:pt>
                <c:pt idx="7">
                  <c:v>14.394705882352941</c:v>
                </c:pt>
                <c:pt idx="8">
                  <c:v>13.716666666666667</c:v>
                </c:pt>
                <c:pt idx="9">
                  <c:v>12.279946879150067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  <c:pt idx="5">
                  <c:v>편의점</c:v>
                </c:pt>
                <c:pt idx="6">
                  <c:v>주유소</c:v>
                </c:pt>
                <c:pt idx="7">
                  <c:v>가공식품</c:v>
                </c:pt>
                <c:pt idx="8">
                  <c:v>종합의류</c:v>
                </c:pt>
                <c:pt idx="9">
                  <c:v>수산물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961.327</c:v>
                </c:pt>
                <c:pt idx="1">
                  <c:v>258.90499999999997</c:v>
                </c:pt>
                <c:pt idx="2">
                  <c:v>200.10300000000001</c:v>
                </c:pt>
                <c:pt idx="3">
                  <c:v>324.88499999999999</c:v>
                </c:pt>
                <c:pt idx="4">
                  <c:v>221.19</c:v>
                </c:pt>
                <c:pt idx="5">
                  <c:v>244.15</c:v>
                </c:pt>
                <c:pt idx="6">
                  <c:v>246.309</c:v>
                </c:pt>
                <c:pt idx="7">
                  <c:v>146.72900000000001</c:v>
                </c:pt>
                <c:pt idx="8">
                  <c:v>129.09399999999999</c:v>
                </c:pt>
                <c:pt idx="9">
                  <c:v>97.856999999999999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  <c:pt idx="5">
                  <c:v>편의점</c:v>
                </c:pt>
                <c:pt idx="6">
                  <c:v>주유소</c:v>
                </c:pt>
                <c:pt idx="7">
                  <c:v>가공식품</c:v>
                </c:pt>
                <c:pt idx="8">
                  <c:v>종합의류</c:v>
                </c:pt>
                <c:pt idx="9">
                  <c:v>수산물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555.43399999999997</c:v>
                </c:pt>
                <c:pt idx="1">
                  <c:v>312.28699999999998</c:v>
                </c:pt>
                <c:pt idx="2">
                  <c:v>229.18299999999999</c:v>
                </c:pt>
                <c:pt idx="3">
                  <c:v>91.382999999999996</c:v>
                </c:pt>
                <c:pt idx="4">
                  <c:v>184.25899999999999</c:v>
                </c:pt>
                <c:pt idx="5">
                  <c:v>131.44</c:v>
                </c:pt>
                <c:pt idx="6">
                  <c:v>110.79</c:v>
                </c:pt>
                <c:pt idx="7">
                  <c:v>172.65899999999999</c:v>
                </c:pt>
                <c:pt idx="8">
                  <c:v>185.90299999999999</c:v>
                </c:pt>
                <c:pt idx="9">
                  <c:v>148.87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3.17</c:v>
                </c:pt>
                <c:pt idx="1">
                  <c:v>3.8809999999999998</c:v>
                </c:pt>
                <c:pt idx="2">
                  <c:v>4.3449999999999998</c:v>
                </c:pt>
                <c:pt idx="3">
                  <c:v>9.5050000000000008</c:v>
                </c:pt>
                <c:pt idx="4">
                  <c:v>17.077000000000002</c:v>
                </c:pt>
                <c:pt idx="5">
                  <c:v>58.826999999999998</c:v>
                </c:pt>
                <c:pt idx="6">
                  <c:v>141.02500000000001</c:v>
                </c:pt>
                <c:pt idx="7">
                  <c:v>169.964</c:v>
                </c:pt>
                <c:pt idx="8">
                  <c:v>117.265</c:v>
                </c:pt>
                <c:pt idx="9">
                  <c:v>76.207999999999998</c:v>
                </c:pt>
                <c:pt idx="10">
                  <c:v>70</c:v>
                </c:pt>
                <c:pt idx="11">
                  <c:v>97.36</c:v>
                </c:pt>
                <c:pt idx="12">
                  <c:v>195.697</c:v>
                </c:pt>
                <c:pt idx="13">
                  <c:v>190.05699999999999</c:v>
                </c:pt>
                <c:pt idx="14">
                  <c:v>158.88900000000001</c:v>
                </c:pt>
                <c:pt idx="15">
                  <c:v>88.472999999999999</c:v>
                </c:pt>
                <c:pt idx="16">
                  <c:v>49.674999999999997</c:v>
                </c:pt>
                <c:pt idx="17">
                  <c:v>21.779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5.8999999999999997E-2</c:v>
                </c:pt>
                <c:pt idx="1">
                  <c:v>5.4139999999999997</c:v>
                </c:pt>
                <c:pt idx="2">
                  <c:v>7.9009999999999998</c:v>
                </c:pt>
                <c:pt idx="3">
                  <c:v>31.28</c:v>
                </c:pt>
                <c:pt idx="4">
                  <c:v>52.658999999999999</c:v>
                </c:pt>
                <c:pt idx="5">
                  <c:v>65.396000000000001</c:v>
                </c:pt>
                <c:pt idx="6">
                  <c:v>58.115000000000002</c:v>
                </c:pt>
                <c:pt idx="7">
                  <c:v>61.469000000000001</c:v>
                </c:pt>
                <c:pt idx="8">
                  <c:v>63.548000000000002</c:v>
                </c:pt>
                <c:pt idx="9">
                  <c:v>78.063999999999993</c:v>
                </c:pt>
                <c:pt idx="10">
                  <c:v>63.061999999999998</c:v>
                </c:pt>
                <c:pt idx="11">
                  <c:v>42.372999999999998</c:v>
                </c:pt>
                <c:pt idx="12">
                  <c:v>20.494</c:v>
                </c:pt>
                <c:pt idx="13">
                  <c:v>17.132999999999999</c:v>
                </c:pt>
                <c:pt idx="14">
                  <c:v>3.02</c:v>
                </c:pt>
                <c:pt idx="15">
                  <c:v>0.624</c:v>
                </c:pt>
                <c:pt idx="16">
                  <c:v>0.58099999999999996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0.13200000000000001</c:v>
                </c:pt>
                <c:pt idx="1">
                  <c:v>0.504</c:v>
                </c:pt>
                <c:pt idx="2">
                  <c:v>5.3460000000000001</c:v>
                </c:pt>
                <c:pt idx="3">
                  <c:v>19.5</c:v>
                </c:pt>
                <c:pt idx="4">
                  <c:v>36.65</c:v>
                </c:pt>
                <c:pt idx="5">
                  <c:v>37.707999999999998</c:v>
                </c:pt>
                <c:pt idx="6">
                  <c:v>36.69</c:v>
                </c:pt>
                <c:pt idx="7">
                  <c:v>34.683999999999997</c:v>
                </c:pt>
                <c:pt idx="8">
                  <c:v>41.677</c:v>
                </c:pt>
                <c:pt idx="9">
                  <c:v>35.914999999999999</c:v>
                </c:pt>
                <c:pt idx="10">
                  <c:v>43.145000000000003</c:v>
                </c:pt>
                <c:pt idx="11">
                  <c:v>44.116</c:v>
                </c:pt>
                <c:pt idx="12">
                  <c:v>35.331000000000003</c:v>
                </c:pt>
                <c:pt idx="13">
                  <c:v>23.315000000000001</c:v>
                </c:pt>
                <c:pt idx="14">
                  <c:v>20.094000000000001</c:v>
                </c:pt>
                <c:pt idx="15">
                  <c:v>11.138999999999999</c:v>
                </c:pt>
                <c:pt idx="16">
                  <c:v>2.6859999999999999</c:v>
                </c:pt>
                <c:pt idx="17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15.754</c:v>
                </c:pt>
                <c:pt idx="3">
                  <c:v>12.348000000000001</c:v>
                </c:pt>
                <c:pt idx="4">
                  <c:v>35.542000000000002</c:v>
                </c:pt>
                <c:pt idx="5">
                  <c:v>69.64</c:v>
                </c:pt>
                <c:pt idx="6">
                  <c:v>22.077000000000002</c:v>
                </c:pt>
                <c:pt idx="7">
                  <c:v>35.679000000000002</c:v>
                </c:pt>
                <c:pt idx="8">
                  <c:v>59.128</c:v>
                </c:pt>
                <c:pt idx="9">
                  <c:v>48.085000000000001</c:v>
                </c:pt>
                <c:pt idx="10">
                  <c:v>50.44</c:v>
                </c:pt>
                <c:pt idx="11">
                  <c:v>28.369</c:v>
                </c:pt>
                <c:pt idx="12">
                  <c:v>13.816000000000001</c:v>
                </c:pt>
                <c:pt idx="13">
                  <c:v>25.391999999999999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6.9210000000000003</c:v>
                </c:pt>
                <c:pt idx="3">
                  <c:v>23.141999999999999</c:v>
                </c:pt>
                <c:pt idx="4">
                  <c:v>47.737000000000002</c:v>
                </c:pt>
                <c:pt idx="5">
                  <c:v>49.021000000000001</c:v>
                </c:pt>
                <c:pt idx="6">
                  <c:v>49.731999999999999</c:v>
                </c:pt>
                <c:pt idx="7">
                  <c:v>30.198</c:v>
                </c:pt>
                <c:pt idx="8">
                  <c:v>53.362000000000002</c:v>
                </c:pt>
                <c:pt idx="9">
                  <c:v>40.332000000000001</c:v>
                </c:pt>
                <c:pt idx="10">
                  <c:v>30.526</c:v>
                </c:pt>
                <c:pt idx="11">
                  <c:v>29.141999999999999</c:v>
                </c:pt>
                <c:pt idx="12">
                  <c:v>13.571999999999999</c:v>
                </c:pt>
                <c:pt idx="13">
                  <c:v>12.544</c:v>
                </c:pt>
                <c:pt idx="14">
                  <c:v>6.0179999999999998</c:v>
                </c:pt>
                <c:pt idx="15">
                  <c:v>6.548</c:v>
                </c:pt>
                <c:pt idx="16">
                  <c:v>1.633</c:v>
                </c:pt>
                <c:pt idx="17">
                  <c:v>4.1440000000000001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6919000</c:v>
                </c:pt>
                <c:pt idx="1">
                  <c:v>7349000</c:v>
                </c:pt>
                <c:pt idx="2">
                  <c:v>9331000</c:v>
                </c:pt>
                <c:pt idx="3">
                  <c:v>11750000</c:v>
                </c:pt>
                <c:pt idx="4">
                  <c:v>12522000</c:v>
                </c:pt>
                <c:pt idx="5">
                  <c:v>11731000</c:v>
                </c:pt>
                <c:pt idx="6">
                  <c:v>15610000</c:v>
                </c:pt>
                <c:pt idx="7">
                  <c:v>16283000</c:v>
                </c:pt>
                <c:pt idx="8">
                  <c:v>14500000</c:v>
                </c:pt>
                <c:pt idx="9">
                  <c:v>16783000</c:v>
                </c:pt>
                <c:pt idx="10">
                  <c:v>18823000</c:v>
                </c:pt>
                <c:pt idx="11">
                  <c:v>27665000</c:v>
                </c:pt>
                <c:pt idx="12">
                  <c:v>31341000</c:v>
                </c:pt>
                <c:pt idx="13">
                  <c:v>29744000</c:v>
                </c:pt>
                <c:pt idx="14">
                  <c:v>29745000</c:v>
                </c:pt>
                <c:pt idx="15">
                  <c:v>31595000</c:v>
                </c:pt>
                <c:pt idx="16">
                  <c:v>21550000</c:v>
                </c:pt>
                <c:pt idx="17">
                  <c:v>18300000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3170000</c:v>
                </c:pt>
                <c:pt idx="1">
                  <c:v>3881000</c:v>
                </c:pt>
                <c:pt idx="2">
                  <c:v>4345000</c:v>
                </c:pt>
                <c:pt idx="3">
                  <c:v>9505000</c:v>
                </c:pt>
                <c:pt idx="4">
                  <c:v>17077000</c:v>
                </c:pt>
                <c:pt idx="5">
                  <c:v>58827000</c:v>
                </c:pt>
                <c:pt idx="6">
                  <c:v>141025000</c:v>
                </c:pt>
                <c:pt idx="7">
                  <c:v>169964000</c:v>
                </c:pt>
                <c:pt idx="8">
                  <c:v>117265000</c:v>
                </c:pt>
                <c:pt idx="9">
                  <c:v>76208000</c:v>
                </c:pt>
                <c:pt idx="10">
                  <c:v>70000000</c:v>
                </c:pt>
                <c:pt idx="11">
                  <c:v>97360000</c:v>
                </c:pt>
                <c:pt idx="12">
                  <c:v>195697000</c:v>
                </c:pt>
                <c:pt idx="13">
                  <c:v>190057000</c:v>
                </c:pt>
                <c:pt idx="14">
                  <c:v>158889000</c:v>
                </c:pt>
                <c:pt idx="15">
                  <c:v>88473000</c:v>
                </c:pt>
                <c:pt idx="16">
                  <c:v>49675000</c:v>
                </c:pt>
                <c:pt idx="17">
                  <c:v>21779000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132000</c:v>
                </c:pt>
                <c:pt idx="1">
                  <c:v>504000</c:v>
                </c:pt>
                <c:pt idx="2">
                  <c:v>5346000</c:v>
                </c:pt>
                <c:pt idx="3">
                  <c:v>19500000</c:v>
                </c:pt>
                <c:pt idx="4">
                  <c:v>36650000</c:v>
                </c:pt>
                <c:pt idx="5">
                  <c:v>37708000</c:v>
                </c:pt>
                <c:pt idx="6">
                  <c:v>36690000</c:v>
                </c:pt>
                <c:pt idx="7">
                  <c:v>34684000</c:v>
                </c:pt>
                <c:pt idx="8">
                  <c:v>41677000</c:v>
                </c:pt>
                <c:pt idx="9">
                  <c:v>35915000</c:v>
                </c:pt>
                <c:pt idx="10">
                  <c:v>43145000</c:v>
                </c:pt>
                <c:pt idx="11">
                  <c:v>44116000</c:v>
                </c:pt>
                <c:pt idx="12">
                  <c:v>35331000</c:v>
                </c:pt>
                <c:pt idx="13">
                  <c:v>23315000</c:v>
                </c:pt>
                <c:pt idx="14">
                  <c:v>20094000</c:v>
                </c:pt>
                <c:pt idx="15">
                  <c:v>11139000</c:v>
                </c:pt>
                <c:pt idx="16">
                  <c:v>2686000</c:v>
                </c:pt>
                <c:pt idx="17">
                  <c:v>570000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390000</c:v>
                </c:pt>
                <c:pt idx="1">
                  <c:v>1417000</c:v>
                </c:pt>
                <c:pt idx="2">
                  <c:v>7196000</c:v>
                </c:pt>
                <c:pt idx="3">
                  <c:v>15285000</c:v>
                </c:pt>
                <c:pt idx="4">
                  <c:v>27155000</c:v>
                </c:pt>
                <c:pt idx="5">
                  <c:v>37216000</c:v>
                </c:pt>
                <c:pt idx="6">
                  <c:v>33852000</c:v>
                </c:pt>
                <c:pt idx="7">
                  <c:v>36770000</c:v>
                </c:pt>
                <c:pt idx="8">
                  <c:v>43436000</c:v>
                </c:pt>
                <c:pt idx="9">
                  <c:v>36099000</c:v>
                </c:pt>
                <c:pt idx="10">
                  <c:v>33495000</c:v>
                </c:pt>
                <c:pt idx="11">
                  <c:v>22073000</c:v>
                </c:pt>
                <c:pt idx="12">
                  <c:v>9189000</c:v>
                </c:pt>
                <c:pt idx="13">
                  <c:v>5109000</c:v>
                </c:pt>
                <c:pt idx="14">
                  <c:v>4455000</c:v>
                </c:pt>
                <c:pt idx="15">
                  <c:v>2126000</c:v>
                </c:pt>
                <c:pt idx="16">
                  <c:v>1200000</c:v>
                </c:pt>
                <c:pt idx="17">
                  <c:v>944000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6921000</c:v>
                </c:pt>
                <c:pt idx="3">
                  <c:v>23142000</c:v>
                </c:pt>
                <c:pt idx="4">
                  <c:v>47737000</c:v>
                </c:pt>
                <c:pt idx="5">
                  <c:v>49021000</c:v>
                </c:pt>
                <c:pt idx="6">
                  <c:v>49732000</c:v>
                </c:pt>
                <c:pt idx="7">
                  <c:v>30198000</c:v>
                </c:pt>
                <c:pt idx="8">
                  <c:v>53362000</c:v>
                </c:pt>
                <c:pt idx="9">
                  <c:v>40332000</c:v>
                </c:pt>
                <c:pt idx="10">
                  <c:v>30526000</c:v>
                </c:pt>
                <c:pt idx="11">
                  <c:v>29142000</c:v>
                </c:pt>
                <c:pt idx="12">
                  <c:v>13572000</c:v>
                </c:pt>
                <c:pt idx="13">
                  <c:v>12544000</c:v>
                </c:pt>
                <c:pt idx="14">
                  <c:v>6018000</c:v>
                </c:pt>
                <c:pt idx="15">
                  <c:v>6548000</c:v>
                </c:pt>
                <c:pt idx="16">
                  <c:v>1633000</c:v>
                </c:pt>
                <c:pt idx="17">
                  <c:v>4144000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  <c:pt idx="5">
                  <c:v>편의점</c:v>
                </c:pt>
                <c:pt idx="6">
                  <c:v>주유소</c:v>
                </c:pt>
                <c:pt idx="7">
                  <c:v>가공식품</c:v>
                </c:pt>
                <c:pt idx="8">
                  <c:v>종합의류</c:v>
                </c:pt>
                <c:pt idx="9">
                  <c:v>수산물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450.863</c:v>
                </c:pt>
                <c:pt idx="1">
                  <c:v>196.87100000000001</c:v>
                </c:pt>
                <c:pt idx="2">
                  <c:v>280.87599999999998</c:v>
                </c:pt>
                <c:pt idx="3">
                  <c:v>97.617000000000004</c:v>
                </c:pt>
                <c:pt idx="4">
                  <c:v>123.358</c:v>
                </c:pt>
                <c:pt idx="5">
                  <c:v>207.51</c:v>
                </c:pt>
                <c:pt idx="6">
                  <c:v>134.85</c:v>
                </c:pt>
                <c:pt idx="7">
                  <c:v>87.391000000000005</c:v>
                </c:pt>
                <c:pt idx="8">
                  <c:v>61.292000000000002</c:v>
                </c:pt>
                <c:pt idx="9">
                  <c:v>61.194000000000003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  <c:pt idx="5">
                  <c:v>편의점</c:v>
                </c:pt>
                <c:pt idx="6">
                  <c:v>주유소</c:v>
                </c:pt>
                <c:pt idx="7">
                  <c:v>가공식품</c:v>
                </c:pt>
                <c:pt idx="8">
                  <c:v>종합의류</c:v>
                </c:pt>
                <c:pt idx="9">
                  <c:v>수산물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987.91499999999996</c:v>
                </c:pt>
                <c:pt idx="1">
                  <c:v>363.45800000000003</c:v>
                </c:pt>
                <c:pt idx="2">
                  <c:v>139.33500000000001</c:v>
                </c:pt>
                <c:pt idx="3">
                  <c:v>306.46300000000002</c:v>
                </c:pt>
                <c:pt idx="4">
                  <c:v>274.197</c:v>
                </c:pt>
                <c:pt idx="5">
                  <c:v>151.58500000000001</c:v>
                </c:pt>
                <c:pt idx="6">
                  <c:v>211.88</c:v>
                </c:pt>
                <c:pt idx="7">
                  <c:v>226.495</c:v>
                </c:pt>
                <c:pt idx="8">
                  <c:v>236.208</c:v>
                </c:pt>
                <c:pt idx="9">
                  <c:v>181.87100000000001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마트</c:v>
                </c:pt>
                <c:pt idx="3">
                  <c:v>차량정비/부품</c:v>
                </c:pt>
                <c:pt idx="4">
                  <c:v>양약국</c:v>
                </c:pt>
                <c:pt idx="5">
                  <c:v>편의점</c:v>
                </c:pt>
                <c:pt idx="6">
                  <c:v>주유소</c:v>
                </c:pt>
                <c:pt idx="7">
                  <c:v>가공식품</c:v>
                </c:pt>
                <c:pt idx="8">
                  <c:v>종합의류</c:v>
                </c:pt>
                <c:pt idx="9">
                  <c:v>수산물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77.98</c:v>
                </c:pt>
                <c:pt idx="1">
                  <c:v>10.863</c:v>
                </c:pt>
                <c:pt idx="2">
                  <c:v>9.0709999999999997</c:v>
                </c:pt>
                <c:pt idx="3">
                  <c:v>12.186</c:v>
                </c:pt>
                <c:pt idx="4">
                  <c:v>7.89</c:v>
                </c:pt>
                <c:pt idx="5">
                  <c:v>16.492000000000001</c:v>
                </c:pt>
                <c:pt idx="6">
                  <c:v>10.372</c:v>
                </c:pt>
                <c:pt idx="7">
                  <c:v>5.5010000000000003</c:v>
                </c:pt>
                <c:pt idx="8">
                  <c:v>17.498000000000001</c:v>
                </c:pt>
                <c:pt idx="9">
                  <c:v>3.6589999999999998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95-49F6-A155-F46E8246BA44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595-49F6-A155-F46E8246BA44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595-49F6-A155-F46E8246BA44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595-49F6-A155-F46E8246BA44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595-49F6-A155-F46E8246BA44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595-49F6-A155-F46E8246BA44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595-49F6-A155-F46E8246BA44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595-49F6-A155-F46E8246BA44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595-49F6-A155-F46E8246BA44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7595-49F6-A155-F46E8246BA44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7595-49F6-A155-F46E8246BA44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7595-49F6-A155-F46E8246BA44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7595-49F6-A155-F46E8246BA44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7595-49F6-A155-F46E8246BA44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7595-49F6-A155-F46E8246BA44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7595-49F6-A155-F46E8246BA44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7595-49F6-A155-F46E8246BA44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7595-49F6-A155-F46E8246BA44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7595-49F6-A155-F46E8246BA44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7595-49F6-A155-F46E8246BA44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7595-49F6-A155-F46E8246BA44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7595-49F6-A155-F46E8246BA44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7595-49F6-A155-F46E8246BA44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7595-49F6-A155-F46E8246BA44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7595-49F6-A155-F46E8246BA44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7595-49F6-A155-F46E8246BA44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7595-49F6-A155-F46E8246BA44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7595-49F6-A155-F46E8246BA44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7595-49F6-A155-F46E8246BA44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604.94000000000005</c:v>
                </c:pt>
                <c:pt idx="1">
                  <c:v>459.75</c:v>
                </c:pt>
                <c:pt idx="2">
                  <c:v>416.47</c:v>
                </c:pt>
                <c:pt idx="3">
                  <c:v>398.4</c:v>
                </c:pt>
                <c:pt idx="4">
                  <c:v>372.18</c:v>
                </c:pt>
                <c:pt idx="5">
                  <c:v>415.37</c:v>
                </c:pt>
                <c:pt idx="6">
                  <c:v>430.87</c:v>
                </c:pt>
                <c:pt idx="7">
                  <c:v>633.36</c:v>
                </c:pt>
                <c:pt idx="8">
                  <c:v>426.86</c:v>
                </c:pt>
                <c:pt idx="9">
                  <c:v>415.88</c:v>
                </c:pt>
                <c:pt idx="10">
                  <c:v>445.2</c:v>
                </c:pt>
                <c:pt idx="11">
                  <c:v>478.36</c:v>
                </c:pt>
                <c:pt idx="12">
                  <c:v>611.65</c:v>
                </c:pt>
                <c:pt idx="13">
                  <c:v>600.1</c:v>
                </c:pt>
                <c:pt idx="14">
                  <c:v>718.57</c:v>
                </c:pt>
                <c:pt idx="15">
                  <c:v>476.52</c:v>
                </c:pt>
                <c:pt idx="16">
                  <c:v>162</c:v>
                </c:pt>
                <c:pt idx="17">
                  <c:v>265.64</c:v>
                </c:pt>
                <c:pt idx="18">
                  <c:v>405.77</c:v>
                </c:pt>
                <c:pt idx="19">
                  <c:v>400.79</c:v>
                </c:pt>
                <c:pt idx="20">
                  <c:v>400.95</c:v>
                </c:pt>
                <c:pt idx="21">
                  <c:v>454.32</c:v>
                </c:pt>
                <c:pt idx="22">
                  <c:v>335.48</c:v>
                </c:pt>
                <c:pt idx="23">
                  <c:v>296.37</c:v>
                </c:pt>
                <c:pt idx="24">
                  <c:v>355.57</c:v>
                </c:pt>
                <c:pt idx="25">
                  <c:v>336.23</c:v>
                </c:pt>
                <c:pt idx="26">
                  <c:v>397.3</c:v>
                </c:pt>
                <c:pt idx="27">
                  <c:v>410.31</c:v>
                </c:pt>
                <c:pt idx="28">
                  <c:v>553.58000000000004</c:v>
                </c:pt>
                <c:pt idx="29">
                  <c:v>456.02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7595-49F6-A155-F46E8246BA44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7595-49F6-A155-F46E8246BA44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7595-49F6-A155-F46E8246BA44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7595-49F6-A155-F46E8246BA44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7595-49F6-A155-F46E8246BA44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7595-49F6-A155-F46E8246BA44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7595-49F6-A155-F46E8246BA44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7595-49F6-A155-F46E8246BA44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7595-49F6-A155-F46E8246BA44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7595-49F6-A155-F46E8246BA44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7595-49F6-A155-F46E8246BA44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7595-49F6-A155-F46E8246BA44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7595-49F6-A155-F46E8246BA44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7595-49F6-A155-F46E8246BA44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7595-49F6-A155-F46E8246BA44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7595-49F6-A155-F46E8246BA44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7595-49F6-A155-F46E8246BA44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7595-49F6-A155-F46E8246BA44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7595-49F6-A155-F46E8246BA44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7595-49F6-A155-F46E8246BA44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7595-49F6-A155-F46E8246BA44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7595-49F6-A155-F46E8246BA44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7595-49F6-A155-F46E8246BA44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7595-49F6-A155-F46E8246BA44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7595-49F6-A155-F46E8246BA44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7595-49F6-A155-F46E8246BA44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7595-49F6-A155-F46E8246BA44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7595-49F6-A155-F46E8246BA44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7595-49F6-A155-F46E8246BA44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20324</c:v>
                </c:pt>
                <c:pt idx="1">
                  <c:v>18817</c:v>
                </c:pt>
                <c:pt idx="2">
                  <c:v>14457</c:v>
                </c:pt>
                <c:pt idx="3">
                  <c:v>14934</c:v>
                </c:pt>
                <c:pt idx="4">
                  <c:v>11888</c:v>
                </c:pt>
                <c:pt idx="5">
                  <c:v>14740</c:v>
                </c:pt>
                <c:pt idx="6">
                  <c:v>16524</c:v>
                </c:pt>
                <c:pt idx="7">
                  <c:v>23920</c:v>
                </c:pt>
                <c:pt idx="8">
                  <c:v>17159</c:v>
                </c:pt>
                <c:pt idx="9">
                  <c:v>16110</c:v>
                </c:pt>
                <c:pt idx="10">
                  <c:v>16055</c:v>
                </c:pt>
                <c:pt idx="11">
                  <c:v>15803</c:v>
                </c:pt>
                <c:pt idx="12">
                  <c:v>18817</c:v>
                </c:pt>
                <c:pt idx="13">
                  <c:v>23805</c:v>
                </c:pt>
                <c:pt idx="14">
                  <c:v>28526</c:v>
                </c:pt>
                <c:pt idx="15">
                  <c:v>20196</c:v>
                </c:pt>
                <c:pt idx="16">
                  <c:v>6675</c:v>
                </c:pt>
                <c:pt idx="17">
                  <c:v>9921</c:v>
                </c:pt>
                <c:pt idx="18">
                  <c:v>16801</c:v>
                </c:pt>
                <c:pt idx="19">
                  <c:v>16047</c:v>
                </c:pt>
                <c:pt idx="20">
                  <c:v>12562</c:v>
                </c:pt>
                <c:pt idx="21">
                  <c:v>17310</c:v>
                </c:pt>
                <c:pt idx="22">
                  <c:v>15164</c:v>
                </c:pt>
                <c:pt idx="23">
                  <c:v>11170</c:v>
                </c:pt>
                <c:pt idx="24">
                  <c:v>13792</c:v>
                </c:pt>
                <c:pt idx="25">
                  <c:v>12223</c:v>
                </c:pt>
                <c:pt idx="26">
                  <c:v>13948</c:v>
                </c:pt>
                <c:pt idx="27">
                  <c:v>14652</c:v>
                </c:pt>
                <c:pt idx="28">
                  <c:v>19075</c:v>
                </c:pt>
                <c:pt idx="29">
                  <c:v>17971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축산물</cx:pt>
          <cx:pt idx="2">차량정비/부품</cx:pt>
          <cx:pt idx="3">양약국</cx:pt>
          <cx:pt idx="4">마트</cx:pt>
          <cx:pt idx="5">주유소</cx:pt>
          <cx:pt idx="6">편의점</cx:pt>
          <cx:pt idx="7">종합의류</cx:pt>
          <cx:pt idx="8">가공식품</cx:pt>
          <cx:pt idx="9">간이음식점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1467</cx:pt>
          <cx:pt idx="1">518.39999999999998</cx:pt>
          <cx:pt idx="2">412.19999999999999</cx:pt>
          <cx:pt idx="3">379.39999999999998</cx:pt>
          <cx:pt idx="4">362.19999999999999</cx:pt>
          <cx:pt idx="5">337.10000000000002</cx:pt>
          <cx:pt idx="6">336.5</cx:pt>
          <cx:pt idx="7">298.39999999999998</cx:pt>
          <cx:pt idx="8">295</cx:pt>
          <cx:pt idx="9">232.69999999999999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마트</cx:pt>
          <cx:pt idx="1">축산물</cx:pt>
          <cx:pt idx="2">한식</cx:pt>
          <cx:pt idx="3">중식</cx:pt>
          <cx:pt idx="4">편의점</cx:pt>
          <cx:pt idx="5">종합식품</cx:pt>
          <cx:pt idx="6">귀금속/시계</cx:pt>
          <cx:pt idx="7">양약국</cx:pt>
          <cx:pt idx="8">가공식품</cx:pt>
          <cx:pt idx="9">수산물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67.099999999999994</cx:pt>
          <cx:pt idx="1">52.799999999999997</cx:pt>
          <cx:pt idx="2">49.700000000000003</cx:pt>
          <cx:pt idx="3">40.899999999999999</cx:pt>
          <cx:pt idx="4">39.100000000000001</cx:pt>
          <cx:pt idx="5">37.799999999999997</cx:pt>
          <cx:pt idx="6">26.899999999999999</cx:pt>
          <cx:pt idx="7">26</cx:pt>
          <cx:pt idx="8">24.399999999999999</cx:pt>
          <cx:pt idx="9">20.600000000000001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화성외부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화성외부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16,989,840명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3.1%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(1,118,827명)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(47,648명)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7,231백만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26.0%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18.1%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17,379,436명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17,540,017명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16,989,840명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2.2%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7,307백만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8,831백만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7,231백만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1.0%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화성외부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화성외부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16,989,840명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3.1%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(1,118,827명)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47,648명)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1,831,223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2.6%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3.6%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1.2%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(7.9%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(1.1%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6.6%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30일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1,061,865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1,044,150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61.5%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1,091,390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10,357,312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4.9%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5,489,283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3.2%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1,143,242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13.8%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78.4%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15,158,623명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4.1%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1,831,223명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5.3%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7,262,889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1,037,556명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16,989,840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1,061,865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7,320,839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1,045,834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화성외부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7,231백만원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(274,871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18.1%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426원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15.5%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10월4일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1,473,197,000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(38,482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331,541,000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(39,260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귀금속/시계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428,176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(216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(23.3%)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차량정비/부품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(7.9%)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(17.8%)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(10.0%)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마트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(7.4%)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26.0%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308백만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(4.3%)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1,215백만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(16.8%)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1,789백만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(24.7%)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1,850백만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(25.6%)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1,477백만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(20.4%)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491백만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(6.8%)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차량정비/부품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차량정비/부품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22,390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28,690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29,882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2,366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(105,660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(9,083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4,594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(160,136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(13.2%)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26,461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24,459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254,098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20,764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(21.8%)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(7.7%)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차량정비/부품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6,724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86342041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94209200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442,567,571원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15,955건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27,739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451,964,875원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17,179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26,308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400,765,286원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14,690건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27,281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0.00049개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563개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127개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0.00006개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0.00006개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0.00053개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25,469개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0.02399개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1,065개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0.00100개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0.00045개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2.9%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교동공영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우만공원공영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119대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창룡공영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85대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 (1,732대)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7.5%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0.0108대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2284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2025-11-04T03:33:33Z</dcterms:modified>
</cp:coreProperties>
</file>