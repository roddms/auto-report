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Ex1.xml" ContentType="application/vnd.ms-office.chartex+xml"/>
  <Override PartName="/ppt/charts/chartEx2.xml" ContentType="application/vnd.ms-office.chartex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media/image11.svg" ContentType="image/svg+xml"/>
  <Override PartName="/ppt/media/image1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>
        <p:scale>
          <a:sx n="100" d="100"/>
          <a:sy n="100" d="100"/>
        </p:scale>
        <p:origin x="43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font" Target="fonts/font1.fntdata"/><Relationship Id="rId34" Type="http://schemas.openxmlformats.org/officeDocument/2006/relationships/font" Target="fonts/font2.fntdata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microsoft.com/office/2011/relationships/chartStyle" Target="style21.xml"/><Relationship Id="rId2" Type="http://schemas.microsoft.com/office/2011/relationships/chartColorStyle" Target="colors21.xml"/><Relationship Id="rId3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microsoft.com/office/2011/relationships/chartStyle" Target="style22.xml"/><Relationship Id="rId2" Type="http://schemas.microsoft.com/office/2011/relationships/chartColorStyle" Target="colors22.xml"/><Relationship Id="rId3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microsoft.com/office/2011/relationships/chartStyle" Target="style24.xml"/><Relationship Id="rId2" Type="http://schemas.microsoft.com/office/2011/relationships/chartColorStyle" Target="colors24.xml"/><Relationship Id="rId3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microsoft.com/office/2011/relationships/chartStyle" Target="style25.xml"/><Relationship Id="rId2" Type="http://schemas.microsoft.com/office/2011/relationships/chartColorStyle" Target="colors25.xml"/><Relationship Id="rId3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microsoft.com/office/2011/relationships/chartStyle" Target="style26.xml"/><Relationship Id="rId2" Type="http://schemas.microsoft.com/office/2011/relationships/chartColorStyle" Target="colors26.xml"/><Relationship Id="rId3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microsoft.com/office/2011/relationships/chartStyle" Target="style29.xml"/><Relationship Id="rId2" Type="http://schemas.microsoft.com/office/2011/relationships/chartColorStyle" Target="colors29.xml"/><Relationship Id="rId3" Type="http://schemas.openxmlformats.org/officeDocument/2006/relationships/package" Target="../embeddings/Microsoft_Excel_Worksheet28.xlsx"/></Relationships>
</file>

<file path=ppt/charts/_rels/chartEx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Relationship Id="rId2" Type="http://schemas.microsoft.com/office/2011/relationships/chartStyle" Target="style27.xml"/><Relationship Id="rId3" Type="http://schemas.microsoft.com/office/2011/relationships/chartColorStyle" Target="colors27.xml"/></Relationships>
</file>

<file path=ppt/charts/_rels/chartEx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Relationship Id="rId2" Type="http://schemas.microsoft.com/office/2011/relationships/chartStyle" Target="style28.xml"/><Relationship Id="rId3" Type="http://schemas.microsoft.com/office/2011/relationships/chartColorStyle" Target="colors2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175.01259999999999</c:v>
                </c:pt>
                <c:pt idx="1">
                  <c:v>178.11150000000001</c:v>
                </c:pt>
                <c:pt idx="2">
                  <c:v>183.26320000000001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1.77</c:v>
                </c:pt>
                <c:pt idx="2">
                  <c:v>2.89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1236.9939999999999</c:v>
                </c:pt>
                <c:pt idx="1">
                  <c:v>1626.1690000000001</c:v>
                </c:pt>
                <c:pt idx="2">
                  <c:v>1475.018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31.46</c:v>
                </c:pt>
                <c:pt idx="2">
                  <c:v>-9.2899999999999991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AEC-4ECC-86C4-4D6FF0513376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38.698799999999999</c:v>
                </c:pt>
                <c:pt idx="1">
                  <c:v>34.441299999999998</c:v>
                </c:pt>
                <c:pt idx="2">
                  <c:v>28.964200000000002</c:v>
                </c:pt>
                <c:pt idx="3">
                  <c:v>30.477900000000002</c:v>
                </c:pt>
                <c:pt idx="4">
                  <c:v>32.431399999999996</c:v>
                </c:pt>
                <c:pt idx="5">
                  <c:v>18.249700000000001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5385.125</c:v>
                </c:pt>
                <c:pt idx="1">
                  <c:v>5528.5</c:v>
                </c:pt>
                <c:pt idx="2">
                  <c:v>6023.875</c:v>
                </c:pt>
                <c:pt idx="3">
                  <c:v>6702.625</c:v>
                </c:pt>
                <c:pt idx="4">
                  <c:v>7683.75</c:v>
                </c:pt>
                <c:pt idx="5">
                  <c:v>9151.375</c:v>
                </c:pt>
                <c:pt idx="6">
                  <c:v>10954.625</c:v>
                </c:pt>
                <c:pt idx="7">
                  <c:v>12502.875</c:v>
                </c:pt>
                <c:pt idx="8">
                  <c:v>13895</c:v>
                </c:pt>
                <c:pt idx="9">
                  <c:v>15143.5</c:v>
                </c:pt>
                <c:pt idx="10">
                  <c:v>15923.875</c:v>
                </c:pt>
                <c:pt idx="11">
                  <c:v>16159.625</c:v>
                </c:pt>
                <c:pt idx="12">
                  <c:v>15761.5</c:v>
                </c:pt>
                <c:pt idx="13">
                  <c:v>15332</c:v>
                </c:pt>
                <c:pt idx="14">
                  <c:v>13874.125</c:v>
                </c:pt>
                <c:pt idx="15">
                  <c:v>11254.5</c:v>
                </c:pt>
                <c:pt idx="16">
                  <c:v>8330.125</c:v>
                </c:pt>
                <c:pt idx="17">
                  <c:v>6590.5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29.1615</c:v>
                </c:pt>
                <c:pt idx="1">
                  <c:v>26.1768</c:v>
                </c:pt>
                <c:pt idx="2">
                  <c:v>17.5379</c:v>
                </c:pt>
                <c:pt idx="3">
                  <c:v>17.8749</c:v>
                </c:pt>
                <c:pt idx="4">
                  <c:v>18.031099999999999</c:v>
                </c:pt>
                <c:pt idx="5">
                  <c:v>19.560500000000001</c:v>
                </c:pt>
                <c:pt idx="6">
                  <c:v>26.682400000000001</c:v>
                </c:pt>
                <c:pt idx="7">
                  <c:v>28.238099999999999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73A99945-7DA2-4B70-AE07-A5A1A1985CB3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4B322C7-2386-4A64-B5BC-A40FD93C9559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86.185699999999997</c:v>
                </c:pt>
                <c:pt idx="1">
                  <c:v>97.077500000000001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1AD83BA-1C28-41B4-9547-99323F525C42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5D56BEB-32AE-47E1-9423-86C72E2E1A85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172.04060000000001</c:v>
                </c:pt>
                <c:pt idx="1">
                  <c:v>11.223000000000001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31173255-E6F9-4773-A879-B3D4B9177152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D1A875C-C995-445F-89BF-456A980C14BD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D16EED01-7B6A-47E3-A733-F643812C8890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61.9298</c:v>
                </c:pt>
                <c:pt idx="1">
                  <c:v>11.467599999999999</c:v>
                </c:pt>
                <c:pt idx="2">
                  <c:v>109.866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861857</c:v>
                </c:pt>
                <c:pt idx="1">
                  <c:v>970775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5B9BD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6FB-4BD9-A109-BDFBEB8C09A8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386988</c:v>
                </c:pt>
                <c:pt idx="1">
                  <c:v>344413</c:v>
                </c:pt>
                <c:pt idx="2">
                  <c:v>289642</c:v>
                </c:pt>
                <c:pt idx="3">
                  <c:v>304779</c:v>
                </c:pt>
                <c:pt idx="4">
                  <c:v>324314</c:v>
                </c:pt>
                <c:pt idx="5">
                  <c:v>182497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-9.23</c:v>
                </c:pt>
                <c:pt idx="1">
                  <c:v>8.0500000000000007</c:v>
                </c:pt>
                <c:pt idx="2">
                  <c:v>12.43</c:v>
                </c:pt>
                <c:pt idx="3">
                  <c:v>-2.4500000000000002</c:v>
                </c:pt>
                <c:pt idx="4">
                  <c:v>3.75</c:v>
                </c:pt>
                <c:pt idx="5">
                  <c:v>18.96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Sheet1!$A$2:$A$9</c:f>
              <c:strCache>
                <c:ptCount val="8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29.1615</c:v>
                </c:pt>
                <c:pt idx="1">
                  <c:v>26.1768</c:v>
                </c:pt>
                <c:pt idx="2">
                  <c:v>17.5379</c:v>
                </c:pt>
                <c:pt idx="3">
                  <c:v>17.8749</c:v>
                </c:pt>
                <c:pt idx="4">
                  <c:v>18.031099999999999</c:v>
                </c:pt>
                <c:pt idx="5">
                  <c:v>19.560500000000001</c:v>
                </c:pt>
                <c:pt idx="6">
                  <c:v>26.682400000000001</c:v>
                </c:pt>
                <c:pt idx="7">
                  <c:v>28.238099999999999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0.52778000000000003</c:v>
                </c:pt>
                <c:pt idx="1">
                  <c:v>0.53986000000000001</c:v>
                </c:pt>
                <c:pt idx="2">
                  <c:v>0.59216000000000002</c:v>
                </c:pt>
                <c:pt idx="3">
                  <c:v>0.64483999999999997</c:v>
                </c:pt>
                <c:pt idx="4">
                  <c:v>0.72311999999999999</c:v>
                </c:pt>
                <c:pt idx="5">
                  <c:v>0.83694000000000002</c:v>
                </c:pt>
                <c:pt idx="6">
                  <c:v>0.96911999999999998</c:v>
                </c:pt>
                <c:pt idx="7">
                  <c:v>1.0665199999999999</c:v>
                </c:pt>
                <c:pt idx="8">
                  <c:v>1.1355200000000001</c:v>
                </c:pt>
                <c:pt idx="9">
                  <c:v>1.17486</c:v>
                </c:pt>
                <c:pt idx="10">
                  <c:v>1.20374</c:v>
                </c:pt>
                <c:pt idx="11">
                  <c:v>1.2264999999999999</c:v>
                </c:pt>
                <c:pt idx="12">
                  <c:v>1.25048</c:v>
                </c:pt>
                <c:pt idx="13">
                  <c:v>1.26342</c:v>
                </c:pt>
                <c:pt idx="14">
                  <c:v>1.1874</c:v>
                </c:pt>
                <c:pt idx="15">
                  <c:v>1.00318</c:v>
                </c:pt>
                <c:pt idx="16">
                  <c:v>0.78090000000000004</c:v>
                </c:pt>
                <c:pt idx="17">
                  <c:v>0.63439999999999996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0.55640000000000001</c:v>
                </c:pt>
                <c:pt idx="1">
                  <c:v>0.57450000000000001</c:v>
                </c:pt>
                <c:pt idx="2">
                  <c:v>0.61943333333333328</c:v>
                </c:pt>
                <c:pt idx="3">
                  <c:v>0.71263333333333334</c:v>
                </c:pt>
                <c:pt idx="4">
                  <c:v>0.84379999999999999</c:v>
                </c:pt>
                <c:pt idx="5">
                  <c:v>1.0454666666666668</c:v>
                </c:pt>
                <c:pt idx="6">
                  <c:v>1.3060333333333334</c:v>
                </c:pt>
                <c:pt idx="7">
                  <c:v>1.5565666666666667</c:v>
                </c:pt>
                <c:pt idx="8">
                  <c:v>1.8128</c:v>
                </c:pt>
                <c:pt idx="9">
                  <c:v>2.0801666666666665</c:v>
                </c:pt>
                <c:pt idx="10">
                  <c:v>2.2401333333333331</c:v>
                </c:pt>
                <c:pt idx="11">
                  <c:v>2.2650666666666668</c:v>
                </c:pt>
                <c:pt idx="12">
                  <c:v>2.1189333333333331</c:v>
                </c:pt>
                <c:pt idx="13">
                  <c:v>1.9828333333333332</c:v>
                </c:pt>
                <c:pt idx="14">
                  <c:v>1.7207666666666668</c:v>
                </c:pt>
                <c:pt idx="15">
                  <c:v>1.3292333333333333</c:v>
                </c:pt>
                <c:pt idx="16">
                  <c:v>0.91986666666666672</c:v>
                </c:pt>
                <c:pt idx="17">
                  <c:v>0.70013333333333339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6.8862699999999997</c:v>
                </c:pt>
                <c:pt idx="1">
                  <c:v>6.2973299999999997</c:v>
                </c:pt>
                <c:pt idx="2">
                  <c:v>6.1929800000000004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1.0413600000000001</c:v>
                </c:pt>
                <c:pt idx="1">
                  <c:v>1.12436</c:v>
                </c:pt>
                <c:pt idx="2">
                  <c:v>1.14676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9.5736100000000004</c:v>
                </c:pt>
                <c:pt idx="1">
                  <c:v>10.38944</c:v>
                </c:pt>
                <c:pt idx="2">
                  <c:v>10.986599999999999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1.00224</c:v>
                </c:pt>
                <c:pt idx="1">
                  <c:v>0.89910000000000001</c:v>
                </c:pt>
                <c:pt idx="2">
                  <c:v>1.1223000000000001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16.499030000000001</c:v>
                </c:pt>
                <c:pt idx="1">
                  <c:v>16.91207</c:v>
                </c:pt>
                <c:pt idx="2">
                  <c:v>17.204059999999998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cat>
            <c:strRef>
              <c:f>Sheet1!$A$2:$A$23</c:f>
              <c:strCache>
                <c:ptCount val="22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D+1</c:v>
                </c:pt>
                <c:pt idx="16">
                  <c:v>D+2</c:v>
                </c:pt>
                <c:pt idx="17">
                  <c:v>D+3</c:v>
                </c:pt>
                <c:pt idx="18">
                  <c:v>D+4</c:v>
                </c:pt>
                <c:pt idx="19">
                  <c:v>D+5</c:v>
                </c:pt>
                <c:pt idx="20">
                  <c:v>D+6</c:v>
                </c:pt>
                <c:pt idx="21">
                  <c:v>D+7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254116</c:v>
                </c:pt>
                <c:pt idx="1">
                  <c:v>241638</c:v>
                </c:pt>
                <c:pt idx="2">
                  <c:v>167717</c:v>
                </c:pt>
                <c:pt idx="3">
                  <c:v>174716</c:v>
                </c:pt>
                <c:pt idx="4">
                  <c:v>162353</c:v>
                </c:pt>
                <c:pt idx="5">
                  <c:v>178227</c:v>
                </c:pt>
                <c:pt idx="6">
                  <c:v>198760</c:v>
                </c:pt>
                <c:pt idx="7">
                  <c:v>291615</c:v>
                </c:pt>
                <c:pt idx="8">
                  <c:v>261768</c:v>
                </c:pt>
                <c:pt idx="9">
                  <c:v>175379</c:v>
                </c:pt>
                <c:pt idx="10">
                  <c:v>178749</c:v>
                </c:pt>
                <c:pt idx="11">
                  <c:v>180311</c:v>
                </c:pt>
                <c:pt idx="12">
                  <c:v>195605</c:v>
                </c:pt>
                <c:pt idx="13">
                  <c:v>266824</c:v>
                </c:pt>
                <c:pt idx="14">
                  <c:v>282381</c:v>
                </c:pt>
                <c:pt idx="15">
                  <c:v>199880</c:v>
                </c:pt>
                <c:pt idx="16">
                  <c:v>167850</c:v>
                </c:pt>
                <c:pt idx="17">
                  <c:v>225391</c:v>
                </c:pt>
                <c:pt idx="18">
                  <c:v>312723</c:v>
                </c:pt>
                <c:pt idx="19">
                  <c:v>264198</c:v>
                </c:pt>
                <c:pt idx="20">
                  <c:v>189739</c:v>
                </c:pt>
                <c:pt idx="21">
                  <c:v>243579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4D97442-878A-4517-9706-058722EDA6E3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EAE4ADDB-E60D-4170-A76F-9D3DD7E171DE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676.66700000000003</c:v>
                </c:pt>
                <c:pt idx="1">
                  <c:v>798.33500000000004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30대</c:v>
                </c:pt>
                <c:pt idx="1">
                  <c:v>20대</c:v>
                </c:pt>
                <c:pt idx="2">
                  <c:v>40대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481.14600000000002</c:v>
                </c:pt>
                <c:pt idx="1">
                  <c:v>371.30799999999999</c:v>
                </c:pt>
                <c:pt idx="2">
                  <c:v>349.93299999999999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F451EF5-44CC-4AC9-8658-F037DB8FECF0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5B3D47E-B10E-42A1-9EAF-C85BC8C17F69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F52D7BC-16A1-4B3F-8330-2D851F46DB0D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159.88200000000001</c:v>
                </c:pt>
                <c:pt idx="1">
                  <c:v>1180.713</c:v>
                </c:pt>
                <c:pt idx="2">
                  <c:v>134.41800000000001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Sheet1!$A$2:$A$6</c:f>
              <c:strCache>
                <c:ptCount val="5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편의점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389.83800000000002</c:v>
                </c:pt>
                <c:pt idx="1">
                  <c:v>304.51900000000001</c:v>
                </c:pt>
                <c:pt idx="2">
                  <c:v>261.01299999999998</c:v>
                </c:pt>
                <c:pt idx="3">
                  <c:v>61.753999999999998</c:v>
                </c:pt>
                <c:pt idx="4">
                  <c:v>58.521000000000001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330.65699999999998</c:v>
                </c:pt>
                <c:pt idx="1">
                  <c:v>196.7</c:v>
                </c:pt>
                <c:pt idx="2">
                  <c:v>91.454999999999998</c:v>
                </c:pt>
                <c:pt idx="3">
                  <c:v>84.415000000000006</c:v>
                </c:pt>
                <c:pt idx="4">
                  <c:v>85.725999999999999</c:v>
                </c:pt>
                <c:pt idx="5">
                  <c:v>130.49799999999999</c:v>
                </c:pt>
                <c:pt idx="6">
                  <c:v>259.21600000000001</c:v>
                </c:pt>
                <c:pt idx="7">
                  <c:v>296.351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편의점</c:v>
                </c:pt>
                <c:pt idx="5">
                  <c:v>일식</c:v>
                </c:pt>
                <c:pt idx="6">
                  <c:v>중식</c:v>
                </c:pt>
                <c:pt idx="7">
                  <c:v>주점</c:v>
                </c:pt>
                <c:pt idx="8">
                  <c:v>문구용품</c:v>
                </c:pt>
                <c:pt idx="9">
                  <c:v>종합의류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389.83800000000002</c:v>
                </c:pt>
                <c:pt idx="1">
                  <c:v>304.51900000000001</c:v>
                </c:pt>
                <c:pt idx="2">
                  <c:v>261.01299999999998</c:v>
                </c:pt>
                <c:pt idx="3">
                  <c:v>61.753999999999998</c:v>
                </c:pt>
                <c:pt idx="4">
                  <c:v>58.521000000000001</c:v>
                </c:pt>
                <c:pt idx="5">
                  <c:v>57.773000000000003</c:v>
                </c:pt>
                <c:pt idx="6">
                  <c:v>44.771000000000001</c:v>
                </c:pt>
                <c:pt idx="7">
                  <c:v>39.593000000000004</c:v>
                </c:pt>
                <c:pt idx="8">
                  <c:v>37.234999999999999</c:v>
                </c:pt>
                <c:pt idx="9">
                  <c:v>32.652000000000001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편의점</c:v>
                </c:pt>
                <c:pt idx="5">
                  <c:v>일식</c:v>
                </c:pt>
                <c:pt idx="6">
                  <c:v>중식</c:v>
                </c:pt>
                <c:pt idx="7">
                  <c:v>주점</c:v>
                </c:pt>
                <c:pt idx="8">
                  <c:v>문구용품</c:v>
                </c:pt>
                <c:pt idx="9">
                  <c:v>종합의류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10160</c:v>
                </c:pt>
                <c:pt idx="1">
                  <c:v>20938</c:v>
                </c:pt>
                <c:pt idx="2">
                  <c:v>5540</c:v>
                </c:pt>
                <c:pt idx="3">
                  <c:v>5029</c:v>
                </c:pt>
                <c:pt idx="4">
                  <c:v>9643</c:v>
                </c:pt>
                <c:pt idx="5">
                  <c:v>1305</c:v>
                </c:pt>
                <c:pt idx="6">
                  <c:v>816</c:v>
                </c:pt>
                <c:pt idx="7">
                  <c:v>619</c:v>
                </c:pt>
                <c:pt idx="8">
                  <c:v>2318</c:v>
                </c:pt>
                <c:pt idx="9">
                  <c:v>819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인당평균매출액(만원)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Sheet1!$A$2:$A$11</c:f>
              <c:strCache>
                <c:ptCount val="10"/>
                <c:pt idx="0">
                  <c:v>차량정비/부품</c:v>
                </c:pt>
                <c:pt idx="1">
                  <c:v>화장품</c:v>
                </c:pt>
                <c:pt idx="2">
                  <c:v>주점</c:v>
                </c:pt>
                <c:pt idx="3">
                  <c:v>중식</c:v>
                </c:pt>
                <c:pt idx="4">
                  <c:v>재활용품</c:v>
                </c:pt>
                <c:pt idx="5">
                  <c:v>양식</c:v>
                </c:pt>
                <c:pt idx="6">
                  <c:v>일식</c:v>
                </c:pt>
                <c:pt idx="7">
                  <c:v>종합의류</c:v>
                </c:pt>
                <c:pt idx="8">
                  <c:v>한식</c:v>
                </c:pt>
                <c:pt idx="9">
                  <c:v>종합생활용품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7.0781954887218044</c:v>
                </c:pt>
                <c:pt idx="1">
                  <c:v>6.961904761904762</c:v>
                </c:pt>
                <c:pt idx="2">
                  <c:v>6.3962843295638123</c:v>
                </c:pt>
                <c:pt idx="3">
                  <c:v>5.4866421568627448</c:v>
                </c:pt>
                <c:pt idx="4">
                  <c:v>4.9595238095238097</c:v>
                </c:pt>
                <c:pt idx="5">
                  <c:v>4.711425992779783</c:v>
                </c:pt>
                <c:pt idx="6">
                  <c:v>4.4270498084291185</c:v>
                </c:pt>
                <c:pt idx="7">
                  <c:v>3.9868131868131869</c:v>
                </c:pt>
                <c:pt idx="8">
                  <c:v>3.8369881889763779</c:v>
                </c:pt>
                <c:pt idx="9">
                  <c:v>3.7632812499999999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편의점</c:v>
                </c:pt>
                <c:pt idx="5">
                  <c:v>일식</c:v>
                </c:pt>
                <c:pt idx="6">
                  <c:v>중식</c:v>
                </c:pt>
                <c:pt idx="7">
                  <c:v>주점</c:v>
                </c:pt>
                <c:pt idx="8">
                  <c:v>문구용품</c:v>
                </c:pt>
                <c:pt idx="9">
                  <c:v>종합의류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200.25200000000001</c:v>
                </c:pt>
                <c:pt idx="1">
                  <c:v>121.756</c:v>
                </c:pt>
                <c:pt idx="2">
                  <c:v>121.355</c:v>
                </c:pt>
                <c:pt idx="3">
                  <c:v>26.254000000000001</c:v>
                </c:pt>
                <c:pt idx="4">
                  <c:v>31.492000000000001</c:v>
                </c:pt>
                <c:pt idx="5">
                  <c:v>29.04</c:v>
                </c:pt>
                <c:pt idx="6">
                  <c:v>25.532</c:v>
                </c:pt>
                <c:pt idx="7">
                  <c:v>18.088999999999999</c:v>
                </c:pt>
                <c:pt idx="8">
                  <c:v>13.239000000000001</c:v>
                </c:pt>
                <c:pt idx="9">
                  <c:v>9.8309999999999995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여자(백만원)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편의점</c:v>
                </c:pt>
                <c:pt idx="5">
                  <c:v>일식</c:v>
                </c:pt>
                <c:pt idx="6">
                  <c:v>중식</c:v>
                </c:pt>
                <c:pt idx="7">
                  <c:v>주점</c:v>
                </c:pt>
                <c:pt idx="8">
                  <c:v>문구용품</c:v>
                </c:pt>
                <c:pt idx="9">
                  <c:v>종합의류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189.58600000000001</c:v>
                </c:pt>
                <c:pt idx="1">
                  <c:v>182.762</c:v>
                </c:pt>
                <c:pt idx="2">
                  <c:v>139.65799999999999</c:v>
                </c:pt>
                <c:pt idx="3">
                  <c:v>35.5</c:v>
                </c:pt>
                <c:pt idx="4">
                  <c:v>27.029</c:v>
                </c:pt>
                <c:pt idx="5">
                  <c:v>28.728999999999999</c:v>
                </c:pt>
                <c:pt idx="6">
                  <c:v>19.239999999999998</c:v>
                </c:pt>
                <c:pt idx="7">
                  <c:v>21.506</c:v>
                </c:pt>
                <c:pt idx="8">
                  <c:v>23.995999999999999</c:v>
                </c:pt>
                <c:pt idx="9">
                  <c:v>22.821000000000002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0.84399999999999997</c:v>
                </c:pt>
                <c:pt idx="5">
                  <c:v>7.7149999999999999</c:v>
                </c:pt>
                <c:pt idx="6">
                  <c:v>33.994</c:v>
                </c:pt>
                <c:pt idx="7">
                  <c:v>38.725999999999999</c:v>
                </c:pt>
                <c:pt idx="8">
                  <c:v>32.704999999999998</c:v>
                </c:pt>
                <c:pt idx="9">
                  <c:v>21.853000000000002</c:v>
                </c:pt>
                <c:pt idx="10">
                  <c:v>11.682</c:v>
                </c:pt>
                <c:pt idx="11">
                  <c:v>30.661000000000001</c:v>
                </c:pt>
                <c:pt idx="12">
                  <c:v>62.088000000000001</c:v>
                </c:pt>
                <c:pt idx="13">
                  <c:v>57.298999999999999</c:v>
                </c:pt>
                <c:pt idx="14">
                  <c:v>45.225999999999999</c:v>
                </c:pt>
                <c:pt idx="15">
                  <c:v>24.498999999999999</c:v>
                </c:pt>
                <c:pt idx="16">
                  <c:v>11.832000000000001</c:v>
                </c:pt>
                <c:pt idx="17">
                  <c:v>6.0090000000000003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0.13700000000000001</c:v>
                </c:pt>
                <c:pt idx="2">
                  <c:v>0.80200000000000005</c:v>
                </c:pt>
                <c:pt idx="3">
                  <c:v>1.1679999999999999</c:v>
                </c:pt>
                <c:pt idx="4">
                  <c:v>3.9460000000000002</c:v>
                </c:pt>
                <c:pt idx="5">
                  <c:v>8.2490000000000006</c:v>
                </c:pt>
                <c:pt idx="6">
                  <c:v>27.001000000000001</c:v>
                </c:pt>
                <c:pt idx="7">
                  <c:v>33.862000000000002</c:v>
                </c:pt>
                <c:pt idx="8">
                  <c:v>40.722999999999999</c:v>
                </c:pt>
                <c:pt idx="9">
                  <c:v>42.88</c:v>
                </c:pt>
                <c:pt idx="10">
                  <c:v>34.683</c:v>
                </c:pt>
                <c:pt idx="11">
                  <c:v>30.635000000000002</c:v>
                </c:pt>
                <c:pt idx="12">
                  <c:v>22.31</c:v>
                </c:pt>
                <c:pt idx="13">
                  <c:v>22.545999999999999</c:v>
                </c:pt>
                <c:pt idx="14">
                  <c:v>18.707000000000001</c:v>
                </c:pt>
                <c:pt idx="15">
                  <c:v>10.956</c:v>
                </c:pt>
                <c:pt idx="16">
                  <c:v>2.4009999999999998</c:v>
                </c:pt>
                <c:pt idx="17">
                  <c:v>1.583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1.2E-2</c:v>
                </c:pt>
                <c:pt idx="3">
                  <c:v>1.0999999999999999E-2</c:v>
                </c:pt>
                <c:pt idx="4">
                  <c:v>5.1999999999999998E-2</c:v>
                </c:pt>
                <c:pt idx="5">
                  <c:v>4.6390000000000002</c:v>
                </c:pt>
                <c:pt idx="6">
                  <c:v>24.324000000000002</c:v>
                </c:pt>
                <c:pt idx="7">
                  <c:v>28.076000000000001</c:v>
                </c:pt>
                <c:pt idx="8">
                  <c:v>23.341999999999999</c:v>
                </c:pt>
                <c:pt idx="9">
                  <c:v>14.539</c:v>
                </c:pt>
                <c:pt idx="10">
                  <c:v>7.7990000000000004</c:v>
                </c:pt>
                <c:pt idx="11">
                  <c:v>22.177</c:v>
                </c:pt>
                <c:pt idx="12">
                  <c:v>40.624000000000002</c:v>
                </c:pt>
                <c:pt idx="13">
                  <c:v>41.944000000000003</c:v>
                </c:pt>
                <c:pt idx="14">
                  <c:v>25.312000000000001</c:v>
                </c:pt>
                <c:pt idx="15">
                  <c:v>11.010999999999999</c:v>
                </c:pt>
                <c:pt idx="16">
                  <c:v>9.0530000000000008</c:v>
                </c:pt>
                <c:pt idx="17">
                  <c:v>4.6829999999999998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0.13300000000000001</c:v>
                </c:pt>
                <c:pt idx="1">
                  <c:v>4.2999999999999997E-2</c:v>
                </c:pt>
                <c:pt idx="2">
                  <c:v>0.16800000000000001</c:v>
                </c:pt>
                <c:pt idx="3">
                  <c:v>0.219</c:v>
                </c:pt>
                <c:pt idx="4">
                  <c:v>0.115</c:v>
                </c:pt>
                <c:pt idx="5">
                  <c:v>1.9930000000000001</c:v>
                </c:pt>
                <c:pt idx="6">
                  <c:v>3.8010000000000002</c:v>
                </c:pt>
                <c:pt idx="7">
                  <c:v>6.266</c:v>
                </c:pt>
                <c:pt idx="8">
                  <c:v>5.3470000000000004</c:v>
                </c:pt>
                <c:pt idx="9">
                  <c:v>6.6189999999999998</c:v>
                </c:pt>
                <c:pt idx="10">
                  <c:v>5.2770000000000001</c:v>
                </c:pt>
                <c:pt idx="11">
                  <c:v>6.4909999999999997</c:v>
                </c:pt>
                <c:pt idx="12">
                  <c:v>9.1530000000000005</c:v>
                </c:pt>
                <c:pt idx="13">
                  <c:v>5.9130000000000003</c:v>
                </c:pt>
                <c:pt idx="14">
                  <c:v>5.181</c:v>
                </c:pt>
                <c:pt idx="15">
                  <c:v>3.2240000000000002</c:v>
                </c:pt>
                <c:pt idx="16">
                  <c:v>0.64400000000000002</c:v>
                </c:pt>
                <c:pt idx="17">
                  <c:v>1.0720000000000001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0.80400000000000005</c:v>
                </c:pt>
                <c:pt idx="6">
                  <c:v>3.7679999999999998</c:v>
                </c:pt>
                <c:pt idx="7">
                  <c:v>3.63</c:v>
                </c:pt>
                <c:pt idx="8">
                  <c:v>2.657</c:v>
                </c:pt>
                <c:pt idx="9">
                  <c:v>0.58399999999999996</c:v>
                </c:pt>
                <c:pt idx="10">
                  <c:v>0.42299999999999999</c:v>
                </c:pt>
                <c:pt idx="11">
                  <c:v>4.4530000000000003</c:v>
                </c:pt>
                <c:pt idx="12">
                  <c:v>6.0670000000000002</c:v>
                </c:pt>
                <c:pt idx="13">
                  <c:v>7.9809999999999999</c:v>
                </c:pt>
                <c:pt idx="14">
                  <c:v>7.8620000000000001</c:v>
                </c:pt>
                <c:pt idx="15">
                  <c:v>5.99</c:v>
                </c:pt>
                <c:pt idx="16">
                  <c:v>7.569</c:v>
                </c:pt>
                <c:pt idx="17">
                  <c:v>4.5590000000000002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1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137000</c:v>
                </c:pt>
                <c:pt idx="2">
                  <c:v>802000</c:v>
                </c:pt>
                <c:pt idx="3">
                  <c:v>1168000</c:v>
                </c:pt>
                <c:pt idx="4">
                  <c:v>3946000</c:v>
                </c:pt>
                <c:pt idx="5">
                  <c:v>8249000</c:v>
                </c:pt>
                <c:pt idx="6">
                  <c:v>27001000</c:v>
                </c:pt>
                <c:pt idx="7">
                  <c:v>33862000</c:v>
                </c:pt>
                <c:pt idx="8">
                  <c:v>40723000</c:v>
                </c:pt>
                <c:pt idx="9">
                  <c:v>42880000</c:v>
                </c:pt>
                <c:pt idx="10">
                  <c:v>34683000</c:v>
                </c:pt>
                <c:pt idx="11">
                  <c:v>30635000</c:v>
                </c:pt>
                <c:pt idx="12">
                  <c:v>22310000</c:v>
                </c:pt>
                <c:pt idx="13">
                  <c:v>22546000</c:v>
                </c:pt>
                <c:pt idx="14">
                  <c:v>18707000</c:v>
                </c:pt>
                <c:pt idx="15">
                  <c:v>10956000</c:v>
                </c:pt>
                <c:pt idx="16">
                  <c:v>2401000</c:v>
                </c:pt>
                <c:pt idx="17">
                  <c:v>1583000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844000</c:v>
                </c:pt>
                <c:pt idx="5">
                  <c:v>7715000</c:v>
                </c:pt>
                <c:pt idx="6">
                  <c:v>33994000</c:v>
                </c:pt>
                <c:pt idx="7">
                  <c:v>38726000</c:v>
                </c:pt>
                <c:pt idx="8">
                  <c:v>32705000</c:v>
                </c:pt>
                <c:pt idx="9">
                  <c:v>21853000</c:v>
                </c:pt>
                <c:pt idx="10">
                  <c:v>11682000</c:v>
                </c:pt>
                <c:pt idx="11">
                  <c:v>30661000</c:v>
                </c:pt>
                <c:pt idx="12">
                  <c:v>62088000</c:v>
                </c:pt>
                <c:pt idx="13">
                  <c:v>57299000</c:v>
                </c:pt>
                <c:pt idx="14">
                  <c:v>45226000</c:v>
                </c:pt>
                <c:pt idx="15">
                  <c:v>24499000</c:v>
                </c:pt>
                <c:pt idx="16">
                  <c:v>11832000</c:v>
                </c:pt>
                <c:pt idx="17">
                  <c:v>6009000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32000</c:v>
                </c:pt>
                <c:pt idx="4">
                  <c:v>118000</c:v>
                </c:pt>
                <c:pt idx="5">
                  <c:v>180000</c:v>
                </c:pt>
                <c:pt idx="6">
                  <c:v>479000</c:v>
                </c:pt>
                <c:pt idx="7">
                  <c:v>725000</c:v>
                </c:pt>
                <c:pt idx="8">
                  <c:v>1653000</c:v>
                </c:pt>
                <c:pt idx="9">
                  <c:v>1413000</c:v>
                </c:pt>
                <c:pt idx="10">
                  <c:v>2206000</c:v>
                </c:pt>
                <c:pt idx="11">
                  <c:v>2813000</c:v>
                </c:pt>
                <c:pt idx="12">
                  <c:v>2706000</c:v>
                </c:pt>
                <c:pt idx="13">
                  <c:v>2227000</c:v>
                </c:pt>
                <c:pt idx="14">
                  <c:v>2045000</c:v>
                </c:pt>
                <c:pt idx="15">
                  <c:v>1727000</c:v>
                </c:pt>
                <c:pt idx="16">
                  <c:v>1226000</c:v>
                </c:pt>
                <c:pt idx="17">
                  <c:v>166000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927000</c:v>
                </c:pt>
                <c:pt idx="1">
                  <c:v>482000</c:v>
                </c:pt>
                <c:pt idx="2">
                  <c:v>856000</c:v>
                </c:pt>
                <c:pt idx="3">
                  <c:v>1074000</c:v>
                </c:pt>
                <c:pt idx="4">
                  <c:v>1979000</c:v>
                </c:pt>
                <c:pt idx="5">
                  <c:v>2371000</c:v>
                </c:pt>
                <c:pt idx="6">
                  <c:v>3433000</c:v>
                </c:pt>
                <c:pt idx="7">
                  <c:v>2919000</c:v>
                </c:pt>
                <c:pt idx="8">
                  <c:v>2992000</c:v>
                </c:pt>
                <c:pt idx="9">
                  <c:v>3881000</c:v>
                </c:pt>
                <c:pt idx="10">
                  <c:v>4213000</c:v>
                </c:pt>
                <c:pt idx="11">
                  <c:v>4215000</c:v>
                </c:pt>
                <c:pt idx="12">
                  <c:v>6828000</c:v>
                </c:pt>
                <c:pt idx="13">
                  <c:v>4318000</c:v>
                </c:pt>
                <c:pt idx="14">
                  <c:v>4746000</c:v>
                </c:pt>
                <c:pt idx="15">
                  <c:v>5554000</c:v>
                </c:pt>
                <c:pt idx="16">
                  <c:v>3093000</c:v>
                </c:pt>
                <c:pt idx="17">
                  <c:v>1931000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804000</c:v>
                </c:pt>
                <c:pt idx="6">
                  <c:v>3768000</c:v>
                </c:pt>
                <c:pt idx="7">
                  <c:v>3630000</c:v>
                </c:pt>
                <c:pt idx="8">
                  <c:v>2657000</c:v>
                </c:pt>
                <c:pt idx="9">
                  <c:v>584000</c:v>
                </c:pt>
                <c:pt idx="10">
                  <c:v>423000</c:v>
                </c:pt>
                <c:pt idx="11">
                  <c:v>4453000</c:v>
                </c:pt>
                <c:pt idx="12">
                  <c:v>6067000</c:v>
                </c:pt>
                <c:pt idx="13">
                  <c:v>7981000</c:v>
                </c:pt>
                <c:pt idx="14">
                  <c:v>7862000</c:v>
                </c:pt>
                <c:pt idx="15">
                  <c:v>5990000</c:v>
                </c:pt>
                <c:pt idx="16">
                  <c:v>7569000</c:v>
                </c:pt>
                <c:pt idx="17">
                  <c:v>4559000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181116200895346"/>
          <c:y val="0.13302083585204677"/>
          <c:w val="0.86520850242179237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편의점</c:v>
                </c:pt>
                <c:pt idx="5">
                  <c:v>일식</c:v>
                </c:pt>
                <c:pt idx="6">
                  <c:v>중식</c:v>
                </c:pt>
                <c:pt idx="7">
                  <c:v>주점</c:v>
                </c:pt>
                <c:pt idx="8">
                  <c:v>문구용품</c:v>
                </c:pt>
                <c:pt idx="9">
                  <c:v>종합의류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43.45</c:v>
                </c:pt>
                <c:pt idx="1">
                  <c:v>26.968</c:v>
                </c:pt>
                <c:pt idx="2">
                  <c:v>24.411000000000001</c:v>
                </c:pt>
                <c:pt idx="3">
                  <c:v>7.5490000000000004</c:v>
                </c:pt>
                <c:pt idx="4">
                  <c:v>14.183</c:v>
                </c:pt>
                <c:pt idx="5">
                  <c:v>6.7370000000000001</c:v>
                </c:pt>
                <c:pt idx="6">
                  <c:v>3.2650000000000001</c:v>
                </c:pt>
                <c:pt idx="7">
                  <c:v>3.1909999999999998</c:v>
                </c:pt>
                <c:pt idx="8">
                  <c:v>2.988</c:v>
                </c:pt>
                <c:pt idx="9">
                  <c:v>2.9830000000000001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인접(백만원)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편의점</c:v>
                </c:pt>
                <c:pt idx="5">
                  <c:v>일식</c:v>
                </c:pt>
                <c:pt idx="6">
                  <c:v>중식</c:v>
                </c:pt>
                <c:pt idx="7">
                  <c:v>주점</c:v>
                </c:pt>
                <c:pt idx="8">
                  <c:v>문구용품</c:v>
                </c:pt>
                <c:pt idx="9">
                  <c:v>종합의류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308.82299999999998</c:v>
                </c:pt>
                <c:pt idx="1">
                  <c:v>251.05500000000001</c:v>
                </c:pt>
                <c:pt idx="2">
                  <c:v>214.98</c:v>
                </c:pt>
                <c:pt idx="3">
                  <c:v>49.473999999999997</c:v>
                </c:pt>
                <c:pt idx="4">
                  <c:v>39.232999999999997</c:v>
                </c:pt>
                <c:pt idx="5">
                  <c:v>44.904000000000003</c:v>
                </c:pt>
                <c:pt idx="6">
                  <c:v>37.25</c:v>
                </c:pt>
                <c:pt idx="7">
                  <c:v>34.039000000000001</c:v>
                </c:pt>
                <c:pt idx="8">
                  <c:v>30.606999999999999</c:v>
                </c:pt>
                <c:pt idx="9">
                  <c:v>25.716000000000001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관외(백만원)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편의점</c:v>
                </c:pt>
                <c:pt idx="5">
                  <c:v>일식</c:v>
                </c:pt>
                <c:pt idx="6">
                  <c:v>중식</c:v>
                </c:pt>
                <c:pt idx="7">
                  <c:v>주점</c:v>
                </c:pt>
                <c:pt idx="8">
                  <c:v>문구용품</c:v>
                </c:pt>
                <c:pt idx="9">
                  <c:v>종합의류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37.564999999999998</c:v>
                </c:pt>
                <c:pt idx="1">
                  <c:v>26.495000000000001</c:v>
                </c:pt>
                <c:pt idx="2">
                  <c:v>21.622</c:v>
                </c:pt>
                <c:pt idx="3">
                  <c:v>4.7320000000000002</c:v>
                </c:pt>
                <c:pt idx="4">
                  <c:v>5.1029999999999998</c:v>
                </c:pt>
                <c:pt idx="5">
                  <c:v>6.1289999999999996</c:v>
                </c:pt>
                <c:pt idx="6">
                  <c:v>4.2560000000000002</c:v>
                </c:pt>
                <c:pt idx="7">
                  <c:v>2.3639999999999999</c:v>
                </c:pt>
                <c:pt idx="8">
                  <c:v>3.6419999999999999</c:v>
                </c:pt>
                <c:pt idx="9">
                  <c:v>3.9540000000000002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0FA-4FCC-BB66-A2A8BB158250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0FA-4FCC-BB66-A2A8BB158250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90FA-4FCC-BB66-A2A8BB158250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90FA-4FCC-BB66-A2A8BB158250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90FA-4FCC-BB66-A2A8BB158250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90FA-4FCC-BB66-A2A8BB158250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90FA-4FCC-BB66-A2A8BB158250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90FA-4FCC-BB66-A2A8BB158250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90FA-4FCC-BB66-A2A8BB158250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90FA-4FCC-BB66-A2A8BB158250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90FA-4FCC-BB66-A2A8BB158250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90FA-4FCC-BB66-A2A8BB158250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90FA-4FCC-BB66-A2A8BB158250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90FA-4FCC-BB66-A2A8BB158250}"/>
              </c:ext>
            </c:extLst>
          </c:dPt>
          <c:dPt>
            <c:idx val="1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90FA-4FCC-BB66-A2A8BB158250}"/>
              </c:ext>
            </c:extLst>
          </c:dPt>
          <c:dPt>
            <c:idx val="1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90FA-4FCC-BB66-A2A8BB158250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90FA-4FCC-BB66-A2A8BB158250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90FA-4FCC-BB66-A2A8BB158250}"/>
              </c:ext>
            </c:extLst>
          </c:dPt>
          <c:dPt>
            <c:idx val="1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90FA-4FCC-BB66-A2A8BB158250}"/>
              </c:ext>
            </c:extLst>
          </c:dPt>
          <c:dPt>
            <c:idx val="2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90FA-4FCC-BB66-A2A8BB158250}"/>
              </c:ext>
            </c:extLst>
          </c:dPt>
          <c:dPt>
            <c:idx val="2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90FA-4FCC-BB66-A2A8BB158250}"/>
              </c:ext>
            </c:extLst>
          </c:dPt>
          <c:cat>
            <c:strRef>
              <c:f>Sheet1!$A$2:$A$23</c:f>
              <c:strCache>
                <c:ptCount val="22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D+1</c:v>
                </c:pt>
                <c:pt idx="16">
                  <c:v>D+2</c:v>
                </c:pt>
                <c:pt idx="17">
                  <c:v>D+3</c:v>
                </c:pt>
                <c:pt idx="18">
                  <c:v>D+4</c:v>
                </c:pt>
                <c:pt idx="19">
                  <c:v>D+5</c:v>
                </c:pt>
                <c:pt idx="20">
                  <c:v>D+6</c:v>
                </c:pt>
                <c:pt idx="21">
                  <c:v>D+7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266.04000000000002</c:v>
                </c:pt>
                <c:pt idx="1">
                  <c:v>256.61</c:v>
                </c:pt>
                <c:pt idx="2">
                  <c:v>70.760000000000005</c:v>
                </c:pt>
                <c:pt idx="3">
                  <c:v>92.69</c:v>
                </c:pt>
                <c:pt idx="4">
                  <c:v>61.61</c:v>
                </c:pt>
                <c:pt idx="5">
                  <c:v>94.88</c:v>
                </c:pt>
                <c:pt idx="6">
                  <c:v>135.08000000000001</c:v>
                </c:pt>
                <c:pt idx="7">
                  <c:v>330.66</c:v>
                </c:pt>
                <c:pt idx="8">
                  <c:v>196.7</c:v>
                </c:pt>
                <c:pt idx="9">
                  <c:v>91.46</c:v>
                </c:pt>
                <c:pt idx="10">
                  <c:v>84.42</c:v>
                </c:pt>
                <c:pt idx="11">
                  <c:v>85.73</c:v>
                </c:pt>
                <c:pt idx="12">
                  <c:v>130.5</c:v>
                </c:pt>
                <c:pt idx="13">
                  <c:v>259.22000000000003</c:v>
                </c:pt>
                <c:pt idx="14">
                  <c:v>296.35000000000002</c:v>
                </c:pt>
                <c:pt idx="15">
                  <c:v>138.94</c:v>
                </c:pt>
                <c:pt idx="16">
                  <c:v>111.24</c:v>
                </c:pt>
                <c:pt idx="17">
                  <c:v>215.47</c:v>
                </c:pt>
                <c:pt idx="18">
                  <c:v>375.02</c:v>
                </c:pt>
                <c:pt idx="19">
                  <c:v>305.43</c:v>
                </c:pt>
                <c:pt idx="20">
                  <c:v>106.11</c:v>
                </c:pt>
                <c:pt idx="21">
                  <c:v>253.78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F-90FA-4FCC-BB66-A2A8BB158250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1-90FA-4FCC-BB66-A2A8BB15825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3-90FA-4FCC-BB66-A2A8BB15825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5-90FA-4FCC-BB66-A2A8BB15825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7-90FA-4FCC-BB66-A2A8BB15825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9-90FA-4FCC-BB66-A2A8BB15825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B-90FA-4FCC-BB66-A2A8BB158250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D-90FA-4FCC-BB66-A2A8BB15825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F-90FA-4FCC-BB66-A2A8BB158250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1-90FA-4FCC-BB66-A2A8BB158250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3-90FA-4FCC-BB66-A2A8BB158250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5-90FA-4FCC-BB66-A2A8BB158250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7-90FA-4FCC-BB66-A2A8BB158250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9-90FA-4FCC-BB66-A2A8BB158250}"/>
              </c:ext>
            </c:extLst>
          </c:dPt>
          <c:dPt>
            <c:idx val="1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B-90FA-4FCC-BB66-A2A8BB158250}"/>
              </c:ext>
            </c:extLst>
          </c:dPt>
          <c:dPt>
            <c:idx val="1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D-90FA-4FCC-BB66-A2A8BB158250}"/>
              </c:ext>
            </c:extLst>
          </c:dPt>
          <c:dPt>
            <c:idx val="1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F-90FA-4FCC-BB66-A2A8BB158250}"/>
              </c:ext>
            </c:extLst>
          </c:dPt>
          <c:dPt>
            <c:idx val="1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1-90FA-4FCC-BB66-A2A8BB158250}"/>
              </c:ext>
            </c:extLst>
          </c:dPt>
          <c:dPt>
            <c:idx val="1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3-90FA-4FCC-BB66-A2A8BB158250}"/>
              </c:ext>
            </c:extLst>
          </c:dPt>
          <c:dPt>
            <c:idx val="2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5-90FA-4FCC-BB66-A2A8BB158250}"/>
              </c:ext>
            </c:extLst>
          </c:dPt>
          <c:dPt>
            <c:idx val="2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7-90FA-4FCC-BB66-A2A8BB158250}"/>
              </c:ext>
            </c:extLst>
          </c:dPt>
          <c:cat>
            <c:strRef>
              <c:f>Sheet1!$A$2:$A$23</c:f>
              <c:strCache>
                <c:ptCount val="22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D+1</c:v>
                </c:pt>
                <c:pt idx="16">
                  <c:v>D+2</c:v>
                </c:pt>
                <c:pt idx="17">
                  <c:v>D+3</c:v>
                </c:pt>
                <c:pt idx="18">
                  <c:v>D+4</c:v>
                </c:pt>
                <c:pt idx="19">
                  <c:v>D+5</c:v>
                </c:pt>
                <c:pt idx="20">
                  <c:v>D+6</c:v>
                </c:pt>
                <c:pt idx="21">
                  <c:v>D+7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13525</c:v>
                </c:pt>
                <c:pt idx="1">
                  <c:v>14049</c:v>
                </c:pt>
                <c:pt idx="2">
                  <c:v>4278</c:v>
                </c:pt>
                <c:pt idx="3">
                  <c:v>4173</c:v>
                </c:pt>
                <c:pt idx="4">
                  <c:v>2546</c:v>
                </c:pt>
                <c:pt idx="5">
                  <c:v>4321</c:v>
                </c:pt>
                <c:pt idx="6">
                  <c:v>6542</c:v>
                </c:pt>
                <c:pt idx="7">
                  <c:v>19045</c:v>
                </c:pt>
                <c:pt idx="8">
                  <c:v>11227</c:v>
                </c:pt>
                <c:pt idx="9">
                  <c:v>4623</c:v>
                </c:pt>
                <c:pt idx="10">
                  <c:v>4992</c:v>
                </c:pt>
                <c:pt idx="11">
                  <c:v>4891</c:v>
                </c:pt>
                <c:pt idx="12">
                  <c:v>6840</c:v>
                </c:pt>
                <c:pt idx="13">
                  <c:v>14768</c:v>
                </c:pt>
                <c:pt idx="14">
                  <c:v>16387</c:v>
                </c:pt>
                <c:pt idx="15">
                  <c:v>7556</c:v>
                </c:pt>
                <c:pt idx="16">
                  <c:v>4894</c:v>
                </c:pt>
                <c:pt idx="17">
                  <c:v>11982</c:v>
                </c:pt>
                <c:pt idx="18">
                  <c:v>21018</c:v>
                </c:pt>
                <c:pt idx="19">
                  <c:v>16954</c:v>
                </c:pt>
                <c:pt idx="20">
                  <c:v>5462</c:v>
                </c:pt>
                <c:pt idx="21">
                  <c:v>15088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음료</cx:pt>
          <cx:pt idx="2">양식</cx:pt>
          <cx:pt idx="3">간이음식점</cx:pt>
          <cx:pt idx="4">일식</cx:pt>
          <cx:pt idx="5">편의점</cx:pt>
          <cx:pt idx="6">중식</cx:pt>
          <cx:pt idx="7">주점</cx:pt>
          <cx:pt idx="8">문구용품</cx:pt>
          <cx:pt idx="9">종합의류</cx:pt>
          <cx:pt idx="10"/>
          <cx:pt idx="11"/>
          <cx:pt idx="12"/>
          <cx:pt idx="13"/>
          <cx:pt idx="14"/>
          <cx:pt idx="15"/>
        </cx:lvl>
        <cx:lvl ptCount="16">
          <cx:pt idx="0">내국인</cx:pt>
          <cx:pt idx="1">내국인</cx:pt>
          <cx:pt idx="2">내국인</cx:pt>
          <cx:pt idx="3">내국인</cx:pt>
          <cx:pt idx="4">내국인</cx:pt>
          <cx:pt idx="5">내국인</cx:pt>
          <cx:pt idx="6">내국인</cx:pt>
          <cx:pt idx="7">내국인</cx:pt>
          <cx:pt idx="8">내국인</cx:pt>
          <cx:pt idx="9">내국인</cx:pt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386.19999999999999</cx:pt>
          <cx:pt idx="1">301.5</cx:pt>
          <cx:pt idx="2">259</cx:pt>
          <cx:pt idx="3">60.799999999999997</cx:pt>
          <cx:pt idx="4">57.600000000000001</cx:pt>
          <cx:pt idx="5">57.200000000000003</cx:pt>
          <cx:pt idx="6">44</cx:pt>
          <cx:pt idx="7">39.600000000000001</cx:pt>
          <cx:pt idx="8">36.899999999999999</cx:pt>
          <cx:pt idx="9">32.5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음료</cx:pt>
          <cx:pt idx="2">양식</cx:pt>
          <cx:pt idx="3">편의점</cx:pt>
          <cx:pt idx="4">간이음식점</cx:pt>
          <cx:pt idx="5">중식</cx:pt>
          <cx:pt idx="6">종합식품</cx:pt>
          <cx:pt idx="7">문구용품</cx:pt>
          <cx:pt idx="8">잡화점</cx:pt>
          <cx:pt idx="9">제과점,아이스크림점</cx:pt>
          <cx:pt idx="10"/>
          <cx:pt idx="11"/>
          <cx:pt idx="12"/>
          <cx:pt idx="13"/>
          <cx:pt idx="14"/>
          <cx:pt idx="15"/>
        </cx:lvl>
        <cx:lvl ptCount="16">
          <cx:pt idx="0">외국인</cx:pt>
          <cx:pt idx="1">외국인</cx:pt>
          <cx:pt idx="2">외국인</cx:pt>
          <cx:pt idx="3">외국인</cx:pt>
          <cx:pt idx="4">외국인</cx:pt>
          <cx:pt idx="5">외국인</cx:pt>
          <cx:pt idx="6">외국인</cx:pt>
          <cx:pt idx="7">외국인</cx:pt>
          <cx:pt idx="8">외국인</cx:pt>
          <cx:pt idx="9">외국인</cx:pt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3.6000000000000001</cx:pt>
          <cx:pt idx="1">3</cx:pt>
          <cx:pt idx="2">2.1000000000000001</cx:pt>
          <cx:pt idx="3">1.3</cx:pt>
          <cx:pt idx="4">0.90000000000000002</cx:pt>
          <cx:pt idx="5">0.80000000000000004</cx:pt>
          <cx:pt idx="6">0.69999999999999996</cx:pt>
          <cx:pt idx="7">0.40000000000000002</cx:pt>
          <cx:pt idx="8">0.29999999999999999</cx:pt>
          <cx:pt idx="9">0.29999999999999999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2.png"/><Relationship Id="rId9" Type="http://schemas.openxmlformats.org/officeDocument/2006/relationships/image" Target="../media/image1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chart" Target="../charts/chart5.xml"/><Relationship Id="rId8" Type="http://schemas.openxmlformats.org/officeDocument/2006/relationships/chart" Target="../charts/chart6.xml"/><Relationship Id="rId9" Type="http://schemas.openxmlformats.org/officeDocument/2006/relationships/chart" Target="../charts/chart7.xml"/><Relationship Id="rId10" Type="http://schemas.openxmlformats.org/officeDocument/2006/relationships/chart" Target="../charts/char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chart" Target="../charts/chart9.xml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chart" Target="../charts/char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chart" Target="../charts/char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chart" Target="../charts/chart15.xml"/><Relationship Id="rId6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chart" Target="../charts/chart16.xml"/><Relationship Id="rId6" Type="http://schemas.openxmlformats.org/officeDocument/2006/relationships/chart" Target="../charts/chart17.xml"/><Relationship Id="rId7" Type="http://schemas.openxmlformats.org/officeDocument/2006/relationships/chart" Target="../charts/chart18.xml"/><Relationship Id="rId8" Type="http://schemas.openxmlformats.org/officeDocument/2006/relationships/chart" Target="../charts/chart19.xml"/><Relationship Id="rId9" Type="http://schemas.openxmlformats.org/officeDocument/2006/relationships/chart" Target="../charts/chart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1.xml"/><Relationship Id="rId4" Type="http://schemas.openxmlformats.org/officeDocument/2006/relationships/chart" Target="../charts/chart22.xml"/><Relationship Id="rId5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chart" Target="../charts/chart2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Relationship Id="rId5" Type="http://schemas.openxmlformats.org/officeDocument/2006/relationships/chart" Target="../charts/chart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microsoft.com/office/2014/relationships/chartEx" Target="../charts/chartEx1.xml"/><Relationship Id="rId6" Type="http://schemas.openxmlformats.org/officeDocument/2006/relationships/image" Target="../media/image26.png"/><Relationship Id="rId7" Type="http://schemas.microsoft.com/office/2014/relationships/chartEx" Target="../charts/chartEx2.xml"/><Relationship Id="rId8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Relationship Id="rId4" Type="http://schemas.openxmlformats.org/officeDocument/2006/relationships/image" Target="../media/image22.png"/><Relationship Id="rId5" Type="http://schemas.openxmlformats.org/officeDocument/2006/relationships/image" Target="../media/image29.png"/><Relationship Id="rId6" Type="http://schemas.openxmlformats.org/officeDocument/2006/relationships/chart" Target="../charts/chart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Relationship Id="rId4" Type="http://schemas.openxmlformats.org/officeDocument/2006/relationships/image" Target="../media/image3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png"/><Relationship Id="rId4" Type="http://schemas.openxmlformats.org/officeDocument/2006/relationships/image" Target="../media/image30.png"/><Relationship Id="rId5" Type="http://schemas.openxmlformats.org/officeDocument/2006/relationships/image" Target="../media/image3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30.png"/><Relationship Id="rId6" Type="http://schemas.openxmlformats.org/officeDocument/2006/relationships/image" Target="../media/image4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수원화성문화제2025(연계미포함)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수원화성문화제2025(연계미포함)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1,832,632명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2.9% ▲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27일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(291,615명)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15.9%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18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(15,762명)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8.0%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1,475백만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26.4%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32.6%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9.3% ▼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1,750,126명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1,781,115명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1.8% ▲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1,832,632명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4.7%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1,237백만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1,626백만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31.5%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1,475백만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19.2% ▲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수원화성문화제2025(연계미포함)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223586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814773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수원화성문화제2025(연계미포함)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1,832,632명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2.9% ▲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27일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(291,615명)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15.9%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21.1%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18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15,762명)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8.0%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59.9%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112,230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6.1%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5299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93024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10803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3.0% ▲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2.8% ▲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614133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5.9%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남성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183638" y="4429264"/>
            <a:ext cx="342965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75287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11513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78877" y="5163278"/>
            <a:ext cx="34344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188403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11513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12074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(9.2% ▼)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84497" y="4608881"/>
            <a:ext cx="1744398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(19.0% ▲)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784704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27일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15.9%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29일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9.6%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229,079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199,374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54.4%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278,588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45.6%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090328"/>
              </p:ext>
            </p:extLst>
          </p:nvPr>
        </p:nvGraphicFramePr>
        <p:xfrm>
          <a:off x="989828" y="121914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7.5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8.7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472288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619,298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1.7% ▼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34151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14575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1,098,660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5.7% ▲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65902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80687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09356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114,676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49822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2.0% ▲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65902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843274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87.8%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1,720,406명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1.7% ▲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112,230명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24.8% ▲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828585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1,377,527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196,790명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1,832,632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229,079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1,603,360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229,051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82652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수원화성문화제2025(연계미포함)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1,475백만원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(82,773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9.3% ▼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805원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11.8% ▼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32.6%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26.4%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9월27일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22.4%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80.0%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88566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385,133,000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(10,096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302,589,000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(20,926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차량정비/부품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73,563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(128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438291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698297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(29.6%)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(18.0%)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양식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(17.9%)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(23.7%)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(22.9%)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양식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(17.5%)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962177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08241" y="1101744"/>
            <a:ext cx="1860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 비율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32.6%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371백만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(25.2%)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481백만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(32.6%)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350백만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(23.7%)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196백만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(13.3%)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60백만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(4.1%)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16백만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(1.1%)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81" y="1505665"/>
            <a:ext cx="6314811" cy="4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12.7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간이음식점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64119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양식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간이음식점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11.5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PC방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17시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완구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20시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940431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PC방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완구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16,396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17,714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21,102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160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(9,751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134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(6,370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1,181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(66,653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65962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(25.3%)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(21.2%)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양식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(14.4%)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7387" y="3684323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17,871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9739" y="4149510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13,828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7227" y="217407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81,736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9579" y="263926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1,033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(26.4%)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(20.6%)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양식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(17.7%)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1,461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681827667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779918720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139,667,571원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7,062건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19,777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184,377,250원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10,347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17,820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215,141,429원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11,851건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18,155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621389"/>
              </p:ext>
            </p:extLst>
          </p:nvPr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18847" y="2600789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162개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77670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53811" y="356182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77748" y="377670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905026" y="377670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167900" y="3599691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007864" y="3562581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793099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793099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0.00071개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793099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793099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7930994" y="356706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0.00004개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>
            <a:spLocks/>
          </p:cNvSpPr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D843-C341-1F5D-3FAB-38A406081241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EBC2E1A8-0992-5807-62C5-FDECF509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6318847" y="2600789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151개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44개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791918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0.00009개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791918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0.00010개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791918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0.00066개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791918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0.00019개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8237899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F67DD-9433-1D9A-2ABC-CB8286B91AE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3264EBB0-F156-37D7-55DE-CDE31C9A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6298120" y="1591356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6291416" y="2279834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99개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6104877" y="281567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6318847" y="2582501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7277748" y="281567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7007864" y="258935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7905026" y="281567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6167900" y="2612170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7923952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0.00043개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7923952" y="259383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0.00002개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6275339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8242667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7D2F7-679A-F325-7BC8-A2B8AEC204E0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F5738B61-0937-787A-A860-61E818AF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10,633개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7923947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0.04642개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8241061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3F90C-81C4-333F-C49D-B8719718CBB8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5C8A779E-92FA-66EF-9106-82DC56D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340개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7923943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0.00148개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82426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74DD7-F002-4D0C-ECF9-4745DF86F92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06913BB-8855-8288-47E2-D954E1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331개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7923950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0.00144개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8242665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D409D-9747-B29E-DD33-9C1ACCCAE3FE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2253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61264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318895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946173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4FED0A02-A6B6-F249-8774-7AD35723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48개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7928708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0.00021개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8247423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이상이면 ‘충분’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0.00165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20.8% 여유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0.0020개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주차장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21209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lang="en-US" altLang="ko-KR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159351" y="1463266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240529" y="1615024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425344" y="1591356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191761" y="2196362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273650" y="1956942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537258" y="1968360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97840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355471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982749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196841" y="18805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354472" y="18805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89254"/>
              </p:ext>
            </p:extLst>
          </p:nvPr>
        </p:nvGraphicFramePr>
        <p:xfrm>
          <a:off x="9187698" y="2240442"/>
          <a:ext cx="2302320" cy="514218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화홍문공영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457대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화성박물관,팔달구청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340대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영화동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208대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장안동공영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138대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창룡공영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85대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선경도서관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73대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남수동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60대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648968" y="18805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7086093" y="2279834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7개 (1,361대)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8004872" y="2284317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0.00074대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2453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 이상이면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88.3% 여유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0.0188대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4" name="Picture 1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7978</TotalTime>
  <Words>2299</Words>
  <Application>Microsoft Office PowerPoint</Application>
  <PresentationFormat>와이드스크린</PresentationFormat>
  <Paragraphs>603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Calibri Light</vt:lpstr>
      <vt:lpstr>Pretendard</vt:lpstr>
      <vt:lpstr>Calibri</vt:lpstr>
      <vt:lpstr>Arial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1582</cp:revision>
  <dcterms:created xsi:type="dcterms:W3CDTF">2025-10-15T03:48:02Z</dcterms:created>
  <dcterms:modified xsi:type="dcterms:W3CDTF">2025-11-04T03:30:14Z</dcterms:modified>
</cp:coreProperties>
</file>