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53.073099999999997</c:v>
                </c:pt>
                <c:pt idx="1">
                  <c:v>41.232500000000002</c:v>
                </c:pt>
                <c:pt idx="2">
                  <c:v>121.40130000000001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-22.31</c:v>
                </c:pt>
                <c:pt idx="2">
                  <c:v>194.43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54.424999999999997</c:v>
                </c:pt>
                <c:pt idx="1">
                  <c:v>63.014000000000003</c:v>
                </c:pt>
                <c:pt idx="2">
                  <c:v>64.724999999999994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15.78</c:v>
                </c:pt>
                <c:pt idx="2">
                  <c:v>2.72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741-4638-8456-4854FCB83A9D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17.576499999999999</c:v>
                </c:pt>
                <c:pt idx="1">
                  <c:v>23.5154</c:v>
                </c:pt>
                <c:pt idx="2">
                  <c:v>22.183299999999999</c:v>
                </c:pt>
                <c:pt idx="3">
                  <c:v>27.314399999999999</c:v>
                </c:pt>
                <c:pt idx="4">
                  <c:v>21.8263</c:v>
                </c:pt>
                <c:pt idx="5">
                  <c:v>8.9850999999999992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3362.5625</c:v>
                </c:pt>
                <c:pt idx="1">
                  <c:v>3289.6875</c:v>
                </c:pt>
                <c:pt idx="2">
                  <c:v>3248.25</c:v>
                </c:pt>
                <c:pt idx="3">
                  <c:v>3147.125</c:v>
                </c:pt>
                <c:pt idx="4">
                  <c:v>3078.75</c:v>
                </c:pt>
                <c:pt idx="5">
                  <c:v>2980.4375</c:v>
                </c:pt>
                <c:pt idx="6">
                  <c:v>2940.5</c:v>
                </c:pt>
                <c:pt idx="7">
                  <c:v>2889.75</c:v>
                </c:pt>
                <c:pt idx="8">
                  <c:v>2917.625</c:v>
                </c:pt>
                <c:pt idx="9">
                  <c:v>2937.9375</c:v>
                </c:pt>
                <c:pt idx="10">
                  <c:v>2991.3125</c:v>
                </c:pt>
                <c:pt idx="11">
                  <c:v>3051.75</c:v>
                </c:pt>
                <c:pt idx="12">
                  <c:v>3129.9375</c:v>
                </c:pt>
                <c:pt idx="13">
                  <c:v>3194.3125</c:v>
                </c:pt>
                <c:pt idx="14">
                  <c:v>3249.5625</c:v>
                </c:pt>
                <c:pt idx="15">
                  <c:v>3301.5</c:v>
                </c:pt>
                <c:pt idx="16">
                  <c:v>3306.125</c:v>
                </c:pt>
                <c:pt idx="17">
                  <c:v>3124.4375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8.2905999999999995</c:v>
                </c:pt>
                <c:pt idx="1">
                  <c:v>8.2737999999999996</c:v>
                </c:pt>
                <c:pt idx="2">
                  <c:v>7.3800999999999997</c:v>
                </c:pt>
                <c:pt idx="3">
                  <c:v>7.2674000000000003</c:v>
                </c:pt>
                <c:pt idx="4">
                  <c:v>7.2869999999999999</c:v>
                </c:pt>
                <c:pt idx="5">
                  <c:v>7.2256999999999998</c:v>
                </c:pt>
                <c:pt idx="6">
                  <c:v>7.8769</c:v>
                </c:pt>
                <c:pt idx="7">
                  <c:v>7.5498000000000003</c:v>
                </c:pt>
                <c:pt idx="8">
                  <c:v>7.1721000000000004</c:v>
                </c:pt>
                <c:pt idx="9">
                  <c:v>6.9027000000000003</c:v>
                </c:pt>
                <c:pt idx="10">
                  <c:v>7.3689999999999998</c:v>
                </c:pt>
                <c:pt idx="11">
                  <c:v>7.4748999999999999</c:v>
                </c:pt>
                <c:pt idx="12">
                  <c:v>7.8342000000000001</c:v>
                </c:pt>
                <c:pt idx="13">
                  <c:v>7.5159000000000002</c:v>
                </c:pt>
                <c:pt idx="14">
                  <c:v>7.9641000000000002</c:v>
                </c:pt>
                <c:pt idx="15">
                  <c:v>8.0170999999999992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EB96791-E347-4EE1-B6C1-74A2BF4AADF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2B4F77B-4148-48EF-B766-5C496141267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59.047600000000003</c:v>
                </c:pt>
                <c:pt idx="1">
                  <c:v>62.353700000000003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473EAA7-FCEE-4A89-862A-1FB8741E1CC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0CCB279-B61D-47CC-B666-176A388747C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118.5292</c:v>
                </c:pt>
                <c:pt idx="1">
                  <c:v>2.8725999999999998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399ECB3-CEF9-4914-A225-489E7ED23AF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4EF033F-0494-4BD0-B4F6-76100DF26A2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06DBBD8-0ACF-4D71-8129-B025EDAE13B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75.410499999999999</c:v>
                </c:pt>
                <c:pt idx="1">
                  <c:v>3.1526000000000001</c:v>
                </c:pt>
                <c:pt idx="2">
                  <c:v>42.838299999999997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590476</c:v>
                </c:pt>
                <c:pt idx="1">
                  <c:v>623537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445-48F0-8432-1386966F995F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175765</c:v>
                </c:pt>
                <c:pt idx="1">
                  <c:v>235154</c:v>
                </c:pt>
                <c:pt idx="2">
                  <c:v>221833</c:v>
                </c:pt>
                <c:pt idx="3">
                  <c:v>273144</c:v>
                </c:pt>
                <c:pt idx="4">
                  <c:v>218263</c:v>
                </c:pt>
                <c:pt idx="5">
                  <c:v>89851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156.97999999999999</c:v>
                </c:pt>
                <c:pt idx="1">
                  <c:v>156.52000000000001</c:v>
                </c:pt>
                <c:pt idx="2">
                  <c:v>295.61</c:v>
                </c:pt>
                <c:pt idx="3">
                  <c:v>246.57</c:v>
                </c:pt>
                <c:pt idx="4">
                  <c:v>140.94</c:v>
                </c:pt>
                <c:pt idx="5">
                  <c:v>235.42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8.2905999999999995</c:v>
                </c:pt>
                <c:pt idx="1">
                  <c:v>8.2737999999999996</c:v>
                </c:pt>
                <c:pt idx="2">
                  <c:v>7.3800999999999997</c:v>
                </c:pt>
                <c:pt idx="3">
                  <c:v>7.2674000000000003</c:v>
                </c:pt>
                <c:pt idx="4">
                  <c:v>7.2869999999999999</c:v>
                </c:pt>
                <c:pt idx="5">
                  <c:v>7.2256999999999998</c:v>
                </c:pt>
                <c:pt idx="6">
                  <c:v>7.8769</c:v>
                </c:pt>
                <c:pt idx="7">
                  <c:v>7.5498000000000003</c:v>
                </c:pt>
                <c:pt idx="8">
                  <c:v>7.1721000000000004</c:v>
                </c:pt>
                <c:pt idx="9">
                  <c:v>6.9027000000000003</c:v>
                </c:pt>
                <c:pt idx="10">
                  <c:v>7.3689999999999998</c:v>
                </c:pt>
                <c:pt idx="11">
                  <c:v>7.4748999999999999</c:v>
                </c:pt>
                <c:pt idx="12">
                  <c:v>7.8342000000000001</c:v>
                </c:pt>
                <c:pt idx="13">
                  <c:v>7.5159000000000002</c:v>
                </c:pt>
                <c:pt idx="14">
                  <c:v>7.9641000000000002</c:v>
                </c:pt>
                <c:pt idx="15">
                  <c:v>8.0170999999999992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0.33423000000000003</c:v>
                </c:pt>
                <c:pt idx="1">
                  <c:v>0.32163999999999998</c:v>
                </c:pt>
                <c:pt idx="2">
                  <c:v>0.31268000000000001</c:v>
                </c:pt>
                <c:pt idx="3">
                  <c:v>0.29964000000000002</c:v>
                </c:pt>
                <c:pt idx="4">
                  <c:v>0.28816999999999998</c:v>
                </c:pt>
                <c:pt idx="5">
                  <c:v>0.27737000000000001</c:v>
                </c:pt>
                <c:pt idx="6">
                  <c:v>0.27429999999999999</c:v>
                </c:pt>
                <c:pt idx="7">
                  <c:v>0.27148</c:v>
                </c:pt>
                <c:pt idx="8">
                  <c:v>0.27655000000000002</c:v>
                </c:pt>
                <c:pt idx="9">
                  <c:v>0.28278999999999999</c:v>
                </c:pt>
                <c:pt idx="10">
                  <c:v>0.28604000000000002</c:v>
                </c:pt>
                <c:pt idx="11">
                  <c:v>0.29561999999999999</c:v>
                </c:pt>
                <c:pt idx="12">
                  <c:v>0.30714999999999998</c:v>
                </c:pt>
                <c:pt idx="13">
                  <c:v>0.31873000000000001</c:v>
                </c:pt>
                <c:pt idx="14">
                  <c:v>0.32751000000000002</c:v>
                </c:pt>
                <c:pt idx="15">
                  <c:v>0.33288000000000001</c:v>
                </c:pt>
                <c:pt idx="16">
                  <c:v>0.33238000000000001</c:v>
                </c:pt>
                <c:pt idx="17">
                  <c:v>0.31313999999999997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0.33963333333333334</c:v>
                </c:pt>
                <c:pt idx="1">
                  <c:v>0.34118333333333334</c:v>
                </c:pt>
                <c:pt idx="2">
                  <c:v>0.34506666666666669</c:v>
                </c:pt>
                <c:pt idx="3">
                  <c:v>0.33983333333333332</c:v>
                </c:pt>
                <c:pt idx="4">
                  <c:v>0.34071666666666667</c:v>
                </c:pt>
                <c:pt idx="5">
                  <c:v>0.33250000000000002</c:v>
                </c:pt>
                <c:pt idx="6">
                  <c:v>0.32696666666666668</c:v>
                </c:pt>
                <c:pt idx="7">
                  <c:v>0.31813333333333332</c:v>
                </c:pt>
                <c:pt idx="8">
                  <c:v>0.31711666666666666</c:v>
                </c:pt>
                <c:pt idx="9">
                  <c:v>0.31213333333333332</c:v>
                </c:pt>
                <c:pt idx="10">
                  <c:v>0.32095000000000001</c:v>
                </c:pt>
                <c:pt idx="11">
                  <c:v>0.3211</c:v>
                </c:pt>
                <c:pt idx="12">
                  <c:v>0.32273333333333332</c:v>
                </c:pt>
                <c:pt idx="13">
                  <c:v>0.3206</c:v>
                </c:pt>
                <c:pt idx="14">
                  <c:v>0.32069999999999999</c:v>
                </c:pt>
                <c:pt idx="15">
                  <c:v>0.3256</c:v>
                </c:pt>
                <c:pt idx="16">
                  <c:v>0.32766666666666666</c:v>
                </c:pt>
                <c:pt idx="17">
                  <c:v>0.31128333333333336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2.7171699999999999</c:v>
                </c:pt>
                <c:pt idx="1">
                  <c:v>2.29365</c:v>
                </c:pt>
                <c:pt idx="2">
                  <c:v>7.5410500000000003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0.30937999999999999</c:v>
                </c:pt>
                <c:pt idx="1">
                  <c:v>0.23283000000000001</c:v>
                </c:pt>
                <c:pt idx="2">
                  <c:v>0.31525999999999998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2.2807599999999999</c:v>
                </c:pt>
                <c:pt idx="1">
                  <c:v>1.5967800000000001</c:v>
                </c:pt>
                <c:pt idx="2">
                  <c:v>4.28383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0.15726999999999999</c:v>
                </c:pt>
                <c:pt idx="1">
                  <c:v>0.10786999999999999</c:v>
                </c:pt>
                <c:pt idx="2">
                  <c:v>0.28726000000000002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5.15008</c:v>
                </c:pt>
                <c:pt idx="1">
                  <c:v>4.0154100000000001</c:v>
                </c:pt>
                <c:pt idx="2">
                  <c:v>11.852919999999999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B263-44BC-B6CA-28885EB7B476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B263-44BC-B6CA-28885EB7B476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B263-44BC-B6CA-28885EB7B476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B263-44BC-B6CA-28885EB7B476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B263-44BC-B6CA-28885EB7B476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B263-44BC-B6CA-28885EB7B476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83562</c:v>
                </c:pt>
                <c:pt idx="1">
                  <c:v>84064</c:v>
                </c:pt>
                <c:pt idx="2">
                  <c:v>75645</c:v>
                </c:pt>
                <c:pt idx="3">
                  <c:v>74827</c:v>
                </c:pt>
                <c:pt idx="4">
                  <c:v>75243</c:v>
                </c:pt>
                <c:pt idx="5">
                  <c:v>75558</c:v>
                </c:pt>
                <c:pt idx="6">
                  <c:v>73772</c:v>
                </c:pt>
                <c:pt idx="7">
                  <c:v>82906</c:v>
                </c:pt>
                <c:pt idx="8">
                  <c:v>82738</c:v>
                </c:pt>
                <c:pt idx="9">
                  <c:v>73801</c:v>
                </c:pt>
                <c:pt idx="10">
                  <c:v>72674</c:v>
                </c:pt>
                <c:pt idx="11">
                  <c:v>72870</c:v>
                </c:pt>
                <c:pt idx="12">
                  <c:v>72257</c:v>
                </c:pt>
                <c:pt idx="13">
                  <c:v>78769</c:v>
                </c:pt>
                <c:pt idx="14">
                  <c:v>75498</c:v>
                </c:pt>
                <c:pt idx="15">
                  <c:v>71721</c:v>
                </c:pt>
                <c:pt idx="16">
                  <c:v>69027</c:v>
                </c:pt>
                <c:pt idx="17">
                  <c:v>73690</c:v>
                </c:pt>
                <c:pt idx="18">
                  <c:v>74749</c:v>
                </c:pt>
                <c:pt idx="19">
                  <c:v>78342</c:v>
                </c:pt>
                <c:pt idx="20">
                  <c:v>75159</c:v>
                </c:pt>
                <c:pt idx="21">
                  <c:v>79641</c:v>
                </c:pt>
                <c:pt idx="22">
                  <c:v>80171</c:v>
                </c:pt>
                <c:pt idx="23">
                  <c:v>72328</c:v>
                </c:pt>
                <c:pt idx="24">
                  <c:v>73580</c:v>
                </c:pt>
                <c:pt idx="25">
                  <c:v>73752</c:v>
                </c:pt>
                <c:pt idx="26">
                  <c:v>73787</c:v>
                </c:pt>
                <c:pt idx="27">
                  <c:v>74893</c:v>
                </c:pt>
                <c:pt idx="28">
                  <c:v>83118</c:v>
                </c:pt>
                <c:pt idx="29">
                  <c:v>84298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D4157EC-7329-4400-BF55-78E770A8F52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31.823</c:v>
                </c:pt>
                <c:pt idx="1">
                  <c:v>32.902999999999999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50대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21.123000000000001</c:v>
                </c:pt>
                <c:pt idx="1">
                  <c:v>15.435</c:v>
                </c:pt>
                <c:pt idx="2">
                  <c:v>14.537000000000001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26.382000000000001</c:v>
                </c:pt>
                <c:pt idx="1">
                  <c:v>36.543999999999997</c:v>
                </c:pt>
                <c:pt idx="2">
                  <c:v>1.7949999999999999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미용실</c:v>
                </c:pt>
                <c:pt idx="1">
                  <c:v>한식</c:v>
                </c:pt>
                <c:pt idx="2">
                  <c:v>음료</c:v>
                </c:pt>
                <c:pt idx="3">
                  <c:v>패스트푸드점</c:v>
                </c:pt>
                <c:pt idx="4">
                  <c:v>피부/미용관리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17.864000000000001</c:v>
                </c:pt>
                <c:pt idx="1">
                  <c:v>16.291</c:v>
                </c:pt>
                <c:pt idx="2">
                  <c:v>11.617000000000001</c:v>
                </c:pt>
                <c:pt idx="3">
                  <c:v>10.851000000000001</c:v>
                </c:pt>
                <c:pt idx="4">
                  <c:v>4.4589999999999996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6.7119999999999997</c:v>
                </c:pt>
                <c:pt idx="1">
                  <c:v>4.2750000000000004</c:v>
                </c:pt>
                <c:pt idx="2">
                  <c:v>4.5149999999999997</c:v>
                </c:pt>
                <c:pt idx="3">
                  <c:v>6.7439999999999998</c:v>
                </c:pt>
                <c:pt idx="4">
                  <c:v>4.6369999999999996</c:v>
                </c:pt>
                <c:pt idx="5">
                  <c:v>3.8490000000000002</c:v>
                </c:pt>
                <c:pt idx="6">
                  <c:v>3.0760000000000001</c:v>
                </c:pt>
                <c:pt idx="7">
                  <c:v>5.1920000000000002</c:v>
                </c:pt>
                <c:pt idx="8">
                  <c:v>2.8090000000000002</c:v>
                </c:pt>
                <c:pt idx="9">
                  <c:v>1.36</c:v>
                </c:pt>
                <c:pt idx="10">
                  <c:v>1.982</c:v>
                </c:pt>
                <c:pt idx="11">
                  <c:v>6.415</c:v>
                </c:pt>
                <c:pt idx="12">
                  <c:v>2.29</c:v>
                </c:pt>
                <c:pt idx="13">
                  <c:v>4.742</c:v>
                </c:pt>
                <c:pt idx="14">
                  <c:v>3.3079999999999998</c:v>
                </c:pt>
                <c:pt idx="15">
                  <c:v>2.819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미용실</c:v>
                </c:pt>
                <c:pt idx="1">
                  <c:v>한식</c:v>
                </c:pt>
                <c:pt idx="2">
                  <c:v>음료</c:v>
                </c:pt>
                <c:pt idx="3">
                  <c:v>패스트푸드점</c:v>
                </c:pt>
                <c:pt idx="4">
                  <c:v>피부/미용관리</c:v>
                </c:pt>
                <c:pt idx="5">
                  <c:v>가공식품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17.864000000000001</c:v>
                </c:pt>
                <c:pt idx="1">
                  <c:v>16.291</c:v>
                </c:pt>
                <c:pt idx="2">
                  <c:v>11.617000000000001</c:v>
                </c:pt>
                <c:pt idx="3">
                  <c:v>10.851000000000001</c:v>
                </c:pt>
                <c:pt idx="4">
                  <c:v>4.4589999999999996</c:v>
                </c:pt>
                <c:pt idx="5">
                  <c:v>3.6429999999999998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미용실</c:v>
                </c:pt>
                <c:pt idx="1">
                  <c:v>한식</c:v>
                </c:pt>
                <c:pt idx="2">
                  <c:v>음료</c:v>
                </c:pt>
                <c:pt idx="3">
                  <c:v>패스트푸드점</c:v>
                </c:pt>
                <c:pt idx="4">
                  <c:v>피부/미용관리</c:v>
                </c:pt>
                <c:pt idx="5">
                  <c:v>가공식품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373</c:v>
                </c:pt>
                <c:pt idx="1">
                  <c:v>895</c:v>
                </c:pt>
                <c:pt idx="2">
                  <c:v>2590</c:v>
                </c:pt>
                <c:pt idx="3">
                  <c:v>715</c:v>
                </c:pt>
                <c:pt idx="4">
                  <c:v>32</c:v>
                </c:pt>
                <c:pt idx="5">
                  <c:v>464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Sheet1!$A$2:$A$7</c:f>
              <c:strCache>
                <c:ptCount val="6"/>
                <c:pt idx="0">
                  <c:v>피부/미용관리</c:v>
                </c:pt>
                <c:pt idx="1">
                  <c:v>미용실</c:v>
                </c:pt>
                <c:pt idx="2">
                  <c:v>한식</c:v>
                </c:pt>
                <c:pt idx="3">
                  <c:v>패스트푸드점</c:v>
                </c:pt>
                <c:pt idx="4">
                  <c:v>가공식품</c:v>
                </c:pt>
                <c:pt idx="5">
                  <c:v>음료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13.934374999999999</c:v>
                </c:pt>
                <c:pt idx="1">
                  <c:v>4.7892761394101875</c:v>
                </c:pt>
                <c:pt idx="2">
                  <c:v>1.8202234636871508</c:v>
                </c:pt>
                <c:pt idx="3">
                  <c:v>1.5176223776223776</c:v>
                </c:pt>
                <c:pt idx="4">
                  <c:v>0.78512931034482758</c:v>
                </c:pt>
                <c:pt idx="5">
                  <c:v>0.44853281853281851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미용실</c:v>
                </c:pt>
                <c:pt idx="1">
                  <c:v>한식</c:v>
                </c:pt>
                <c:pt idx="2">
                  <c:v>음료</c:v>
                </c:pt>
                <c:pt idx="3">
                  <c:v>패스트푸드점</c:v>
                </c:pt>
                <c:pt idx="4">
                  <c:v>피부/미용관리</c:v>
                </c:pt>
                <c:pt idx="5">
                  <c:v>가공식품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8.5660000000000007</c:v>
                </c:pt>
                <c:pt idx="1">
                  <c:v>6.7359999999999998</c:v>
                </c:pt>
                <c:pt idx="2">
                  <c:v>6.1230000000000002</c:v>
                </c:pt>
                <c:pt idx="3">
                  <c:v>5.9660000000000002</c:v>
                </c:pt>
                <c:pt idx="4">
                  <c:v>2.8980000000000001</c:v>
                </c:pt>
                <c:pt idx="5">
                  <c:v>1.534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미용실</c:v>
                </c:pt>
                <c:pt idx="1">
                  <c:v>한식</c:v>
                </c:pt>
                <c:pt idx="2">
                  <c:v>음료</c:v>
                </c:pt>
                <c:pt idx="3">
                  <c:v>패스트푸드점</c:v>
                </c:pt>
                <c:pt idx="4">
                  <c:v>피부/미용관리</c:v>
                </c:pt>
                <c:pt idx="5">
                  <c:v>가공식품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9.2989999999999995</c:v>
                </c:pt>
                <c:pt idx="1">
                  <c:v>9.5540000000000003</c:v>
                </c:pt>
                <c:pt idx="2">
                  <c:v>5.4950000000000001</c:v>
                </c:pt>
                <c:pt idx="3">
                  <c:v>4.8840000000000003</c:v>
                </c:pt>
                <c:pt idx="4">
                  <c:v>1.5609999999999999</c:v>
                </c:pt>
                <c:pt idx="5">
                  <c:v>2.11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0.53800000000000003</c:v>
                </c:pt>
                <c:pt idx="5">
                  <c:v>2.1419999999999999</c:v>
                </c:pt>
                <c:pt idx="6">
                  <c:v>0.69799999999999995</c:v>
                </c:pt>
                <c:pt idx="7">
                  <c:v>0.60199999999999998</c:v>
                </c:pt>
                <c:pt idx="8">
                  <c:v>1.4330000000000001</c:v>
                </c:pt>
                <c:pt idx="9">
                  <c:v>3.1120000000000001</c:v>
                </c:pt>
                <c:pt idx="10">
                  <c:v>1.331</c:v>
                </c:pt>
                <c:pt idx="11">
                  <c:v>2.3540000000000001</c:v>
                </c:pt>
                <c:pt idx="12">
                  <c:v>2.4460000000000002</c:v>
                </c:pt>
                <c:pt idx="13">
                  <c:v>0.84199999999999997</c:v>
                </c:pt>
                <c:pt idx="14">
                  <c:v>2.367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0.161</c:v>
                </c:pt>
                <c:pt idx="1">
                  <c:v>0.17699999999999999</c:v>
                </c:pt>
                <c:pt idx="2">
                  <c:v>0.219</c:v>
                </c:pt>
                <c:pt idx="3">
                  <c:v>0.60599999999999998</c:v>
                </c:pt>
                <c:pt idx="4">
                  <c:v>0.56000000000000005</c:v>
                </c:pt>
                <c:pt idx="5">
                  <c:v>1.38</c:v>
                </c:pt>
                <c:pt idx="6">
                  <c:v>2.0379999999999998</c:v>
                </c:pt>
                <c:pt idx="7">
                  <c:v>0.66100000000000003</c:v>
                </c:pt>
                <c:pt idx="8">
                  <c:v>0.44</c:v>
                </c:pt>
                <c:pt idx="9">
                  <c:v>2.1909999999999998</c:v>
                </c:pt>
                <c:pt idx="10">
                  <c:v>0.875</c:v>
                </c:pt>
                <c:pt idx="11">
                  <c:v>1.577</c:v>
                </c:pt>
                <c:pt idx="12">
                  <c:v>1.99</c:v>
                </c:pt>
                <c:pt idx="13">
                  <c:v>1.37</c:v>
                </c:pt>
                <c:pt idx="14">
                  <c:v>0.83199999999999996</c:v>
                </c:pt>
                <c:pt idx="15">
                  <c:v>0.313</c:v>
                </c:pt>
                <c:pt idx="16">
                  <c:v>0.50600000000000001</c:v>
                </c:pt>
                <c:pt idx="17">
                  <c:v>0.20699999999999999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1.6E-2</c:v>
                </c:pt>
                <c:pt idx="1">
                  <c:v>4.4999999999999998E-2</c:v>
                </c:pt>
                <c:pt idx="2">
                  <c:v>0.86599999999999999</c:v>
                </c:pt>
                <c:pt idx="3">
                  <c:v>0.98399999999999999</c:v>
                </c:pt>
                <c:pt idx="4">
                  <c:v>0.9</c:v>
                </c:pt>
                <c:pt idx="5">
                  <c:v>1.2789999999999999</c:v>
                </c:pt>
                <c:pt idx="6">
                  <c:v>0.80700000000000005</c:v>
                </c:pt>
                <c:pt idx="7">
                  <c:v>1.4750000000000001</c:v>
                </c:pt>
                <c:pt idx="8">
                  <c:v>1.272</c:v>
                </c:pt>
                <c:pt idx="9">
                  <c:v>1.032</c:v>
                </c:pt>
                <c:pt idx="10">
                  <c:v>0.877</c:v>
                </c:pt>
                <c:pt idx="11">
                  <c:v>0.48099999999999998</c:v>
                </c:pt>
                <c:pt idx="12">
                  <c:v>0.61399999999999999</c:v>
                </c:pt>
                <c:pt idx="13">
                  <c:v>0.379</c:v>
                </c:pt>
                <c:pt idx="14">
                  <c:v>0.30299999999999999</c:v>
                </c:pt>
                <c:pt idx="15">
                  <c:v>0.26900000000000002</c:v>
                </c:pt>
                <c:pt idx="16">
                  <c:v>2.1000000000000001E-2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0.16300000000000001</c:v>
                </c:pt>
                <c:pt idx="5">
                  <c:v>0.59199999999999997</c:v>
                </c:pt>
                <c:pt idx="6">
                  <c:v>1.004</c:v>
                </c:pt>
                <c:pt idx="7">
                  <c:v>0.68</c:v>
                </c:pt>
                <c:pt idx="8">
                  <c:v>0.96499999999999997</c:v>
                </c:pt>
                <c:pt idx="9">
                  <c:v>0.54900000000000004</c:v>
                </c:pt>
                <c:pt idx="10">
                  <c:v>0.69399999999999995</c:v>
                </c:pt>
                <c:pt idx="11">
                  <c:v>1.216</c:v>
                </c:pt>
                <c:pt idx="12">
                  <c:v>1.5</c:v>
                </c:pt>
                <c:pt idx="13">
                  <c:v>1.9650000000000001</c:v>
                </c:pt>
                <c:pt idx="14">
                  <c:v>0.83399999999999996</c:v>
                </c:pt>
                <c:pt idx="15">
                  <c:v>0.58699999999999997</c:v>
                </c:pt>
                <c:pt idx="16">
                  <c:v>0</c:v>
                </c:pt>
                <c:pt idx="17">
                  <c:v>0.104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0.73499999999999999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3.5910000000000002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0.13300000000000001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16000</c:v>
                </c:pt>
                <c:pt idx="1">
                  <c:v>45000</c:v>
                </c:pt>
                <c:pt idx="2">
                  <c:v>866000</c:v>
                </c:pt>
                <c:pt idx="3">
                  <c:v>984000</c:v>
                </c:pt>
                <c:pt idx="4">
                  <c:v>900000</c:v>
                </c:pt>
                <c:pt idx="5">
                  <c:v>1279000</c:v>
                </c:pt>
                <c:pt idx="6">
                  <c:v>807000</c:v>
                </c:pt>
                <c:pt idx="7">
                  <c:v>1475000</c:v>
                </c:pt>
                <c:pt idx="8">
                  <c:v>1272000</c:v>
                </c:pt>
                <c:pt idx="9">
                  <c:v>1032000</c:v>
                </c:pt>
                <c:pt idx="10">
                  <c:v>877000</c:v>
                </c:pt>
                <c:pt idx="11">
                  <c:v>481000</c:v>
                </c:pt>
                <c:pt idx="12">
                  <c:v>614000</c:v>
                </c:pt>
                <c:pt idx="13">
                  <c:v>379000</c:v>
                </c:pt>
                <c:pt idx="14">
                  <c:v>303000</c:v>
                </c:pt>
                <c:pt idx="15">
                  <c:v>269000</c:v>
                </c:pt>
                <c:pt idx="16">
                  <c:v>21000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161000</c:v>
                </c:pt>
                <c:pt idx="1">
                  <c:v>177000</c:v>
                </c:pt>
                <c:pt idx="2">
                  <c:v>219000</c:v>
                </c:pt>
                <c:pt idx="3">
                  <c:v>606000</c:v>
                </c:pt>
                <c:pt idx="4">
                  <c:v>560000</c:v>
                </c:pt>
                <c:pt idx="5">
                  <c:v>1380000</c:v>
                </c:pt>
                <c:pt idx="6">
                  <c:v>2038000</c:v>
                </c:pt>
                <c:pt idx="7">
                  <c:v>661000</c:v>
                </c:pt>
                <c:pt idx="8">
                  <c:v>440000</c:v>
                </c:pt>
                <c:pt idx="9">
                  <c:v>2191000</c:v>
                </c:pt>
                <c:pt idx="10">
                  <c:v>875000</c:v>
                </c:pt>
                <c:pt idx="11">
                  <c:v>1577000</c:v>
                </c:pt>
                <c:pt idx="12">
                  <c:v>1990000</c:v>
                </c:pt>
                <c:pt idx="13">
                  <c:v>1370000</c:v>
                </c:pt>
                <c:pt idx="14">
                  <c:v>832000</c:v>
                </c:pt>
                <c:pt idx="15">
                  <c:v>313000</c:v>
                </c:pt>
                <c:pt idx="16">
                  <c:v>506000</c:v>
                </c:pt>
                <c:pt idx="17">
                  <c:v>207000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163000</c:v>
                </c:pt>
                <c:pt idx="5">
                  <c:v>592000</c:v>
                </c:pt>
                <c:pt idx="6">
                  <c:v>1004000</c:v>
                </c:pt>
                <c:pt idx="7">
                  <c:v>680000</c:v>
                </c:pt>
                <c:pt idx="8">
                  <c:v>965000</c:v>
                </c:pt>
                <c:pt idx="9">
                  <c:v>549000</c:v>
                </c:pt>
                <c:pt idx="10">
                  <c:v>694000</c:v>
                </c:pt>
                <c:pt idx="11">
                  <c:v>1216000</c:v>
                </c:pt>
                <c:pt idx="12">
                  <c:v>1500000</c:v>
                </c:pt>
                <c:pt idx="13">
                  <c:v>1965000</c:v>
                </c:pt>
                <c:pt idx="14">
                  <c:v>834000</c:v>
                </c:pt>
                <c:pt idx="15">
                  <c:v>587000</c:v>
                </c:pt>
                <c:pt idx="16">
                  <c:v>0</c:v>
                </c:pt>
                <c:pt idx="17">
                  <c:v>104000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3000</c:v>
                </c:pt>
                <c:pt idx="2">
                  <c:v>12000</c:v>
                </c:pt>
                <c:pt idx="3">
                  <c:v>0</c:v>
                </c:pt>
                <c:pt idx="4">
                  <c:v>946000</c:v>
                </c:pt>
                <c:pt idx="5">
                  <c:v>36000</c:v>
                </c:pt>
                <c:pt idx="6">
                  <c:v>345000</c:v>
                </c:pt>
                <c:pt idx="7">
                  <c:v>190000</c:v>
                </c:pt>
                <c:pt idx="8">
                  <c:v>12000</c:v>
                </c:pt>
                <c:pt idx="9">
                  <c:v>110000</c:v>
                </c:pt>
                <c:pt idx="10">
                  <c:v>239000</c:v>
                </c:pt>
                <c:pt idx="11">
                  <c:v>449000</c:v>
                </c:pt>
                <c:pt idx="12">
                  <c:v>166000</c:v>
                </c:pt>
                <c:pt idx="13">
                  <c:v>329000</c:v>
                </c:pt>
                <c:pt idx="14">
                  <c:v>206000</c:v>
                </c:pt>
                <c:pt idx="15">
                  <c:v>174000</c:v>
                </c:pt>
                <c:pt idx="16">
                  <c:v>136000</c:v>
                </c:pt>
                <c:pt idx="17">
                  <c:v>177000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735000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3591000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133000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미용실</c:v>
                </c:pt>
                <c:pt idx="1">
                  <c:v>한식</c:v>
                </c:pt>
                <c:pt idx="2">
                  <c:v>음료</c:v>
                </c:pt>
                <c:pt idx="3">
                  <c:v>패스트푸드점</c:v>
                </c:pt>
                <c:pt idx="4">
                  <c:v>피부/미용관리</c:v>
                </c:pt>
                <c:pt idx="5">
                  <c:v>가공식품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6.7939999999999996</c:v>
                </c:pt>
                <c:pt idx="1">
                  <c:v>5.9580000000000002</c:v>
                </c:pt>
                <c:pt idx="2">
                  <c:v>5.6680000000000001</c:v>
                </c:pt>
                <c:pt idx="3">
                  <c:v>5.0810000000000004</c:v>
                </c:pt>
                <c:pt idx="4">
                  <c:v>0</c:v>
                </c:pt>
                <c:pt idx="5">
                  <c:v>2.8809999999999998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미용실</c:v>
                </c:pt>
                <c:pt idx="1">
                  <c:v>한식</c:v>
                </c:pt>
                <c:pt idx="2">
                  <c:v>음료</c:v>
                </c:pt>
                <c:pt idx="3">
                  <c:v>패스트푸드점</c:v>
                </c:pt>
                <c:pt idx="4">
                  <c:v>피부/미용관리</c:v>
                </c:pt>
                <c:pt idx="5">
                  <c:v>가공식품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10.882</c:v>
                </c:pt>
                <c:pt idx="1">
                  <c:v>9.5649999999999995</c:v>
                </c:pt>
                <c:pt idx="2">
                  <c:v>5.5570000000000004</c:v>
                </c:pt>
                <c:pt idx="3">
                  <c:v>5.3570000000000002</c:v>
                </c:pt>
                <c:pt idx="4">
                  <c:v>4.4589999999999996</c:v>
                </c:pt>
                <c:pt idx="5">
                  <c:v>0.72399999999999998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미용실</c:v>
                </c:pt>
                <c:pt idx="1">
                  <c:v>한식</c:v>
                </c:pt>
                <c:pt idx="2">
                  <c:v>음료</c:v>
                </c:pt>
                <c:pt idx="3">
                  <c:v>패스트푸드점</c:v>
                </c:pt>
                <c:pt idx="4">
                  <c:v>피부/미용관리</c:v>
                </c:pt>
                <c:pt idx="5">
                  <c:v>가공식품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0.186</c:v>
                </c:pt>
                <c:pt idx="1">
                  <c:v>0.76800000000000002</c:v>
                </c:pt>
                <c:pt idx="2">
                  <c:v>0.39100000000000001</c:v>
                </c:pt>
                <c:pt idx="3">
                  <c:v>0.41199999999999998</c:v>
                </c:pt>
                <c:pt idx="4">
                  <c:v>0</c:v>
                </c:pt>
                <c:pt idx="5">
                  <c:v>3.7999999999999999E-2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97F-4A7E-B6E7-C2FD116BB178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97F-4A7E-B6E7-C2FD116BB178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97F-4A7E-B6E7-C2FD116BB178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97F-4A7E-B6E7-C2FD116BB178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97F-4A7E-B6E7-C2FD116BB178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97F-4A7E-B6E7-C2FD116BB178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E97F-4A7E-B6E7-C2FD116BB178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97F-4A7E-B6E7-C2FD116BB178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E97F-4A7E-B6E7-C2FD116BB178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E97F-4A7E-B6E7-C2FD116BB178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E97F-4A7E-B6E7-C2FD116BB178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E97F-4A7E-B6E7-C2FD116BB178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E97F-4A7E-B6E7-C2FD116BB178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E97F-4A7E-B6E7-C2FD116BB178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E97F-4A7E-B6E7-C2FD116BB178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E97F-4A7E-B6E7-C2FD116BB178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E97F-4A7E-B6E7-C2FD116BB178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E97F-4A7E-B6E7-C2FD116BB178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E97F-4A7E-B6E7-C2FD116BB178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E97F-4A7E-B6E7-C2FD116BB178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E97F-4A7E-B6E7-C2FD116BB178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E97F-4A7E-B6E7-C2FD116BB178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E97F-4A7E-B6E7-C2FD116BB178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E97F-4A7E-B6E7-C2FD116BB178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E97F-4A7E-B6E7-C2FD116BB178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E97F-4A7E-B6E7-C2FD116BB178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E97F-4A7E-B6E7-C2FD116BB178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E97F-4A7E-B6E7-C2FD116BB178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E97F-4A7E-B6E7-C2FD116BB178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2.79</c:v>
                </c:pt>
                <c:pt idx="1">
                  <c:v>4.3899999999999997</c:v>
                </c:pt>
                <c:pt idx="2">
                  <c:v>1.7</c:v>
                </c:pt>
                <c:pt idx="3">
                  <c:v>2.7</c:v>
                </c:pt>
                <c:pt idx="4">
                  <c:v>2.72</c:v>
                </c:pt>
                <c:pt idx="5">
                  <c:v>2.5499999999999998</c:v>
                </c:pt>
                <c:pt idx="6">
                  <c:v>4.53</c:v>
                </c:pt>
                <c:pt idx="7">
                  <c:v>6.71</c:v>
                </c:pt>
                <c:pt idx="8">
                  <c:v>4.28</c:v>
                </c:pt>
                <c:pt idx="9">
                  <c:v>4.5199999999999996</c:v>
                </c:pt>
                <c:pt idx="10">
                  <c:v>6.74</c:v>
                </c:pt>
                <c:pt idx="11">
                  <c:v>4.6399999999999997</c:v>
                </c:pt>
                <c:pt idx="12">
                  <c:v>3.85</c:v>
                </c:pt>
                <c:pt idx="13">
                  <c:v>3.08</c:v>
                </c:pt>
                <c:pt idx="14">
                  <c:v>5.19</c:v>
                </c:pt>
                <c:pt idx="15">
                  <c:v>2.81</c:v>
                </c:pt>
                <c:pt idx="16">
                  <c:v>1.36</c:v>
                </c:pt>
                <c:pt idx="17">
                  <c:v>1.98</c:v>
                </c:pt>
                <c:pt idx="18">
                  <c:v>6.42</c:v>
                </c:pt>
                <c:pt idx="19">
                  <c:v>2.29</c:v>
                </c:pt>
                <c:pt idx="20">
                  <c:v>4.74</c:v>
                </c:pt>
                <c:pt idx="21">
                  <c:v>3.31</c:v>
                </c:pt>
                <c:pt idx="22">
                  <c:v>2.82</c:v>
                </c:pt>
                <c:pt idx="23">
                  <c:v>1.87</c:v>
                </c:pt>
                <c:pt idx="24">
                  <c:v>3.45</c:v>
                </c:pt>
                <c:pt idx="25">
                  <c:v>2.91</c:v>
                </c:pt>
                <c:pt idx="26">
                  <c:v>4.3600000000000003</c:v>
                </c:pt>
                <c:pt idx="27">
                  <c:v>2.83</c:v>
                </c:pt>
                <c:pt idx="28">
                  <c:v>3.51</c:v>
                </c:pt>
                <c:pt idx="29">
                  <c:v>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E97F-4A7E-B6E7-C2FD116BB178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E97F-4A7E-B6E7-C2FD116BB178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E97F-4A7E-B6E7-C2FD116BB178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E97F-4A7E-B6E7-C2FD116BB178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E97F-4A7E-B6E7-C2FD116BB178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E97F-4A7E-B6E7-C2FD116BB178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E97F-4A7E-B6E7-C2FD116BB178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E97F-4A7E-B6E7-C2FD116BB178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E97F-4A7E-B6E7-C2FD116BB178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E97F-4A7E-B6E7-C2FD116BB178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E97F-4A7E-B6E7-C2FD116BB178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E97F-4A7E-B6E7-C2FD116BB178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E97F-4A7E-B6E7-C2FD116BB178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E97F-4A7E-B6E7-C2FD116BB178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E97F-4A7E-B6E7-C2FD116BB178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E97F-4A7E-B6E7-C2FD116BB178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E97F-4A7E-B6E7-C2FD116BB178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E97F-4A7E-B6E7-C2FD116BB178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E97F-4A7E-B6E7-C2FD116BB178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E97F-4A7E-B6E7-C2FD116BB178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E97F-4A7E-B6E7-C2FD116BB178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E97F-4A7E-B6E7-C2FD116BB178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E97F-4A7E-B6E7-C2FD116BB178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E97F-4A7E-B6E7-C2FD116BB178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E97F-4A7E-B6E7-C2FD116BB178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E97F-4A7E-B6E7-C2FD116BB178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E97F-4A7E-B6E7-C2FD116BB178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E97F-4A7E-B6E7-C2FD116BB178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E97F-4A7E-B6E7-C2FD116BB178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330</c:v>
                </c:pt>
                <c:pt idx="1">
                  <c:v>415</c:v>
                </c:pt>
                <c:pt idx="2">
                  <c:v>261</c:v>
                </c:pt>
                <c:pt idx="3">
                  <c:v>310</c:v>
                </c:pt>
                <c:pt idx="4">
                  <c:v>266</c:v>
                </c:pt>
                <c:pt idx="5">
                  <c:v>305</c:v>
                </c:pt>
                <c:pt idx="6">
                  <c:v>390</c:v>
                </c:pt>
                <c:pt idx="7">
                  <c:v>484</c:v>
                </c:pt>
                <c:pt idx="8">
                  <c:v>256</c:v>
                </c:pt>
                <c:pt idx="9">
                  <c:v>309</c:v>
                </c:pt>
                <c:pt idx="10">
                  <c:v>463</c:v>
                </c:pt>
                <c:pt idx="11">
                  <c:v>320</c:v>
                </c:pt>
                <c:pt idx="12">
                  <c:v>379</c:v>
                </c:pt>
                <c:pt idx="13">
                  <c:v>309</c:v>
                </c:pt>
                <c:pt idx="14">
                  <c:v>351</c:v>
                </c:pt>
                <c:pt idx="15">
                  <c:v>230</c:v>
                </c:pt>
                <c:pt idx="16">
                  <c:v>155</c:v>
                </c:pt>
                <c:pt idx="17">
                  <c:v>202</c:v>
                </c:pt>
                <c:pt idx="18">
                  <c:v>352</c:v>
                </c:pt>
                <c:pt idx="19">
                  <c:v>282</c:v>
                </c:pt>
                <c:pt idx="20">
                  <c:v>337</c:v>
                </c:pt>
                <c:pt idx="21">
                  <c:v>373</c:v>
                </c:pt>
                <c:pt idx="22">
                  <c:v>267</c:v>
                </c:pt>
                <c:pt idx="23">
                  <c:v>235</c:v>
                </c:pt>
                <c:pt idx="24">
                  <c:v>283</c:v>
                </c:pt>
                <c:pt idx="25">
                  <c:v>288</c:v>
                </c:pt>
                <c:pt idx="26">
                  <c:v>373</c:v>
                </c:pt>
                <c:pt idx="27">
                  <c:v>283</c:v>
                </c:pt>
                <c:pt idx="28">
                  <c:v>336</c:v>
                </c:pt>
                <c:pt idx="29">
                  <c:v>235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미용실</cx:pt>
          <cx:pt idx="1">한식</cx:pt>
          <cx:pt idx="2">음료</cx:pt>
          <cx:pt idx="3">패스트푸드점</cx:pt>
          <cx:pt idx="4">피부/미용관리</cx:pt>
          <cx:pt idx="5">가공식품</cx:pt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17.800000000000001</cx:pt>
          <cx:pt idx="1">15.699999999999999</cx:pt>
          <cx:pt idx="2">11.6</cx:pt>
          <cx:pt idx="3">10.4</cx:pt>
          <cx:pt idx="4">4.5</cx:pt>
          <cx:pt idx="5">3.6000000000000001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패스트푸드점</cx:pt>
          <cx:pt idx="2">미용실</cx:pt>
          <cx:pt idx="3">음료</cx:pt>
          <cx:pt idx="4">가공식품</cx:pt>
          <cx:pt idx="5">피부/미용관리</cx:pt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0.5</cx:pt>
          <cx:pt idx="1">0.40000000000000002</cx:pt>
          <cx:pt idx="2">0.10000000000000001</cx:pt>
          <cx:pt idx="3">0</cx:pt>
          <cx:pt idx="4">0</cx:pt>
          <cx:pt idx="5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상가1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상가1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1,214,013명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194.4%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(82,906명)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(3,363명)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65백만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미용실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2.7%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530,731명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412,325명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22.3%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1,214,013명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128.7%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54백만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63백만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15.8%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18.9%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상가1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상가1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1,214,013명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194.4%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(82,906명)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3,363명)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6.0%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62.1%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28,726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187.0%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201.9%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(140.9%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(295.6%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6.8%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5.7%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75,876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74,134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61.1%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78,779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38.9%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5.9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754,105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228.8%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428,383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168.3%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31,526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95.3%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1,185,292명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195.2%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28,726명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166.3%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542,671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77,524명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1,214,013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75,876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535,756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76,537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상가1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65백만원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(5,069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2.7%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미용실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27.6%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9월30일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미용실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17,865,000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(366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11,620,000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(2,586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피부/미용관리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139,344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미용실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(26.9%)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(21.2%)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(19.2%)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(29.0%)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미용실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(28.3%)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(16.7%)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32.6%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(32.6%)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(23.8%)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(22.5%)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(8.0%)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(1.0%)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미용실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패스트푸드점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피부/미용관리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미용실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패스트푸드점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피부/미용관리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패스트푸드점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미용실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패스트푸드점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미용실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10,206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15,684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11,732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(2,585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미용실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(2,330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미용실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(50.0%)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패스트푸드점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(38.7%)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미용실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(9.8%)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12,752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13,974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4,990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미용실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(27.9%)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(24.7%)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(18.2%)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64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02621185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1270810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3,052,286원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325건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9,383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4,045,313원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12,769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2,971,571원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10,232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0.00079개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0.00011개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0.00095개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1,122개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0.01479개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0.00080개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0.00014개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73.1%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0.0029개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화서환승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290대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꽃뫼환승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143대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2개 (433대)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0.00036대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274.9%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0.0375대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2285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Calibri</vt:lpstr>
      <vt:lpstr>Arial</vt:lpstr>
      <vt:lpstr>Pretendard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2025-11-04T03:37:42Z</dcterms:modified>
</cp:coreProperties>
</file>