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Ex1.xml" ContentType="application/vnd.ms-office.chartex+xml"/>
  <Override PartName="/ppt/charts/chartEx2.xml" ContentType="application/vnd.ms-office.chartex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media/image11.svg" ContentType="image/svg+xml"/>
  <Override PartName="/ppt/media/image1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78" d="100"/>
          <a:sy n="78" d="100"/>
        </p:scale>
        <p:origin x="103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font" Target="fonts/font1.fntdata"/><Relationship Id="rId34" Type="http://schemas.openxmlformats.org/officeDocument/2006/relationships/font" Target="fonts/font2.fntdata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Ex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Relationship Id="rId2" Type="http://schemas.microsoft.com/office/2011/relationships/chartStyle" Target="style27.xml"/><Relationship Id="rId3" Type="http://schemas.microsoft.com/office/2011/relationships/chartColorStyle" Target="colors27.xml"/></Relationships>
</file>

<file path=ppt/charts/_rels/chartEx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Relationship Id="rId2" Type="http://schemas.microsoft.com/office/2011/relationships/chartStyle" Target="style28.xml"/><Relationship Id="rId3" Type="http://schemas.microsoft.com/office/2011/relationships/chartColorStyle" Target="colors2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4C7-48D0-A389-88C5F8D517CA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6611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EB69481-0108-4D88-BFA6-AAEC4C44AE8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6BA-4A54-B16C-D0C7782FB47A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0.64936000000000005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0.68066666666666664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86ACC66-F3B9-4E84-AC58-D45CE9CA645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1AE753D7-5702-48E6-BD20-D38553C611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B28CAC51-96F3-46B2-9764-4C4F23E7D918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98A852B-FE61-46B1-94AA-61D4A23442CB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6E7A14C-CCFE-46E5-ABC8-099AB657286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0.13300000000000001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0.85199999999999998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2313000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133000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852000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47-436F-B432-4B95750865D6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347-436F-B432-4B95750865D6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347-436F-B432-4B95750865D6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347-436F-B432-4B95750865D6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347-436F-B432-4B95750865D6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1347-436F-B432-4B95750865D6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1347-436F-B432-4B95750865D6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1347-436F-B432-4B95750865D6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347-436F-B432-4B95750865D6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347-436F-B432-4B95750865D6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1347-436F-B432-4B95750865D6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1347-436F-B432-4B95750865D6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1347-436F-B432-4B95750865D6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1347-436F-B432-4B95750865D6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1347-436F-B432-4B95750865D6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1347-436F-B432-4B95750865D6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1347-436F-B432-4B95750865D6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1347-436F-B432-4B95750865D6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1347-436F-B432-4B95750865D6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1347-436F-B432-4B95750865D6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1347-436F-B432-4B95750865D6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1347-436F-B432-4B95750865D6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1347-436F-B432-4B95750865D6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1347-436F-B432-4B95750865D6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1347-436F-B432-4B95750865D6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1347-436F-B432-4B95750865D6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1347-436F-B432-4B95750865D6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1347-436F-B432-4B95750865D6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1347-436F-B432-4B95750865D6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1347-436F-B432-4B95750865D6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1347-436F-B432-4B95750865D6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1347-436F-B432-4B95750865D6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1347-436F-B432-4B95750865D6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1347-436F-B432-4B95750865D6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1347-436F-B432-4B95750865D6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1347-436F-B432-4B95750865D6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1347-436F-B432-4B95750865D6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1347-436F-B432-4B95750865D6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1347-436F-B432-4B95750865D6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1347-436F-B432-4B95750865D6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1347-436F-B432-4B95750865D6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1347-436F-B432-4B95750865D6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chart" Target="../charts/chart3.xml"/><Relationship Id="rId6" Type="http://schemas.openxmlformats.org/officeDocument/2006/relationships/chart" Target="../charts/chart4.xml"/><Relationship Id="rId7" Type="http://schemas.openxmlformats.org/officeDocument/2006/relationships/chart" Target="../charts/chart5.xml"/><Relationship Id="rId8" Type="http://schemas.openxmlformats.org/officeDocument/2006/relationships/chart" Target="../charts/chart6.xml"/><Relationship Id="rId9" Type="http://schemas.openxmlformats.org/officeDocument/2006/relationships/chart" Target="../charts/chart7.xml"/><Relationship Id="rId10" Type="http://schemas.openxmlformats.org/officeDocument/2006/relationships/chart" Target="../charts/char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chart" Target="../charts/chart9.xml"/><Relationship Id="rId5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chart" Target="../charts/chart15.xml"/><Relationship Id="rId6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5" Type="http://schemas.openxmlformats.org/officeDocument/2006/relationships/chart" Target="../charts/chart16.xml"/><Relationship Id="rId6" Type="http://schemas.openxmlformats.org/officeDocument/2006/relationships/chart" Target="../charts/chart17.xml"/><Relationship Id="rId7" Type="http://schemas.openxmlformats.org/officeDocument/2006/relationships/chart" Target="../charts/chart18.xml"/><Relationship Id="rId8" Type="http://schemas.openxmlformats.org/officeDocument/2006/relationships/chart" Target="../charts/chart19.xml"/><Relationship Id="rId9" Type="http://schemas.openxmlformats.org/officeDocument/2006/relationships/chart" Target="../charts/chart2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1.xml"/><Relationship Id="rId4" Type="http://schemas.openxmlformats.org/officeDocument/2006/relationships/chart" Target="../charts/chart22.xml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chart" Target="../charts/chart2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chart" Target="../charts/chart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16.png"/><Relationship Id="rId5" Type="http://schemas.openxmlformats.org/officeDocument/2006/relationships/chart" Target="../charts/chart2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microsoft.com/office/2014/relationships/chartEx" Target="../charts/chartEx1.xml"/><Relationship Id="rId6" Type="http://schemas.openxmlformats.org/officeDocument/2006/relationships/image" Target="../media/image26.png"/><Relationship Id="rId7" Type="http://schemas.microsoft.com/office/2014/relationships/chartEx" Target="../charts/chartEx2.xml"/><Relationship Id="rId8" Type="http://schemas.openxmlformats.org/officeDocument/2006/relationships/image" Target="../media/image2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8.png"/><Relationship Id="rId6" Type="http://schemas.openxmlformats.org/officeDocument/2006/relationships/chart" Target="../charts/chart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3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png"/><Relationship Id="rId4" Type="http://schemas.openxmlformats.org/officeDocument/2006/relationships/image" Target="../media/image29.png"/><Relationship Id="rId5" Type="http://schemas.openxmlformats.org/officeDocument/2006/relationships/image" Target="../media/image3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29.png"/><Relationship Id="rId6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(19,624명)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1,829,430명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1,798,149명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2,201백만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2,697백만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19,624명)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755,257,000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(19,255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368,754,000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(25,713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8519812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339287463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901개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 algn="l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/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0.02056대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7917</TotalTime>
  <Words>2308</Words>
  <Application>Microsoft Office PowerPoint</Application>
  <PresentationFormat>와이드스크린</PresentationFormat>
  <Paragraphs>604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Pretendard</vt:lpstr>
      <vt:lpstr>Calibri Light</vt:lpstr>
      <vt:lpstr>Arial</vt:lpstr>
      <vt:lpstr>Calibri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1566</cp:revision>
  <dcterms:created xsi:type="dcterms:W3CDTF">2025-10-15T03:48:02Z</dcterms:created>
  <dcterms:modified xsi:type="dcterms:W3CDTF">2025-11-03T05:42:07Z</dcterms:modified>
</cp:coreProperties>
</file>