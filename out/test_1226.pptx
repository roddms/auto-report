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50" d="100"/>
          <a:sy n="150" d="100"/>
        </p:scale>
        <p:origin x="-2779" y="-2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05-44F0-9825-31E8C1FF5170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0-6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46177.5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A779081-313E-433F-90DD-057466E6867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94B1838-EF70-483C-9749-CBD3EBB19A7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0CEBE85-89C2-464C-BAF6-D8643068CF2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87AF3D3-27B7-4081-A44B-91243D07E6E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80F36F9-6564-4872-8795-5B23EB14D2D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5F588F0-33F3-4724-9237-8FCA34469AE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54B20BB-5C1D-44F7-A7A2-26ADD60F2D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4BD-4731-8613-97DDF0F36B5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4.4856400000000001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4.837933333333333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EB9A376-8251-446E-BAD1-3761457C419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91655E8-52A8-428C-A964-2BD46A2D8C5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5B3C8B8-A914-456E-8583-B1275199AD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1249F99-B39C-4043-86E4-694479C505B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DCFFC91-3591-4740-A7E4-50E30612FB2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8.4339999999999993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2.7919999999999998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4.4160000000000004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0.22600000000000001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2.9670000000000001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2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2792000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8434000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7457000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226000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2967000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1824203203430271"/>
          <c:y val="0.13302083585204677"/>
          <c:w val="0.8487776323964431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75-48D3-8B39-430B47A386D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F75-48D3-8B39-430B47A386D5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F75-48D3-8B39-430B47A386D5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F75-48D3-8B39-430B47A386D5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F75-48D3-8B39-430B47A386D5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F75-48D3-8B39-430B47A386D5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F75-48D3-8B39-430B47A386D5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F75-48D3-8B39-430B47A386D5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F75-48D3-8B39-430B47A386D5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8F75-48D3-8B39-430B47A386D5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F75-48D3-8B39-430B47A386D5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8F75-48D3-8B39-430B47A386D5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8F75-48D3-8B39-430B47A386D5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8F75-48D3-8B39-430B47A386D5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8F75-48D3-8B39-430B47A386D5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8F75-48D3-8B39-430B47A386D5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8F75-48D3-8B39-430B47A386D5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8F75-48D3-8B39-430B47A386D5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8F75-48D3-8B39-430B47A386D5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8F75-48D3-8B39-430B47A386D5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8F75-48D3-8B39-430B47A386D5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8F75-48D3-8B39-430B47A386D5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8F75-48D3-8B39-430B47A386D5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8F75-48D3-8B39-430B47A386D5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8F75-48D3-8B39-430B47A386D5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8F75-48D3-8B39-430B47A386D5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8F75-48D3-8B39-430B47A386D5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8F75-48D3-8B39-430B47A386D5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8F75-48D3-8B39-430B47A386D5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8F75-48D3-8B39-430B47A386D5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8F75-48D3-8B39-430B47A386D5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8F75-48D3-8B39-430B47A386D5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8F75-48D3-8B39-430B47A386D5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8F75-48D3-8B39-430B47A386D5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8F75-48D3-8B39-430B47A386D5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8F75-48D3-8B39-430B47A386D5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8F75-48D3-8B39-430B47A386D5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8F75-48D3-8B39-430B47A386D5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8F75-48D3-8B39-430B47A386D5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8F75-48D3-8B39-430B47A386D5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8F75-48D3-8B39-430B47A386D5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8F75-48D3-8B39-430B47A386D5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(46,178명)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1,754,083명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1,695,410명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2,119백만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2,345백만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455513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664417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46,178명)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507334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495407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20635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564705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203303" y="4429264"/>
            <a:ext cx="3371872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94951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31177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98541" y="5163278"/>
            <a:ext cx="337663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208067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31177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31738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31738" y="4608881"/>
            <a:ext cx="1718306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801797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0759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203056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43983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24407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75734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90519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19188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59654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75734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168829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647351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0212056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310534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763,691,000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(19,389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371,546,000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284859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002064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392393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73372" y="1111576"/>
            <a:ext cx="1730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4307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973064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6068467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660066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1291" y="369041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3643" y="415560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1131" y="2180175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3483" y="2645362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2757301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3210992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3328478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16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 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2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200" dirty="0"/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7266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 dirty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 dirty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7915</TotalTime>
  <Words>2331</Words>
  <Application>Microsoft Office PowerPoint</Application>
  <PresentationFormat>와이드스크린</PresentationFormat>
  <Paragraphs>614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1533</cp:revision>
  <dcterms:created xsi:type="dcterms:W3CDTF">2025-10-15T03:48:02Z</dcterms:created>
  <dcterms:modified xsi:type="dcterms:W3CDTF">2025-11-03T04:46:57Z</dcterms:modified>
</cp:coreProperties>
</file>