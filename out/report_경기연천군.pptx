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31.svg" ContentType="image/svg+xml"/>
  <Override PartName="/ppt/media/image34.svg" ContentType="image/svg+xml"/>
  <Override PartName="/ppt/media/image37.svg" ContentType="image/svg+xml"/>
  <Override PartName="/ppt/media/image40.svg" ContentType="image/svg+xml"/>
  <Override PartName="/ppt/media/image43.svg" ContentType="image/svg+xml"/>
  <Override PartName="/ppt/media/image49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64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6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52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E50"/>
    <a:srgbClr val="222268"/>
    <a:srgbClr val="09081B"/>
    <a:srgbClr val="161641"/>
    <a:srgbClr val="2F2D8E"/>
    <a:srgbClr val="5B59C9"/>
    <a:srgbClr val="3D3BB4"/>
    <a:srgbClr val="E7E6E6"/>
    <a:srgbClr val="8181D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50" d="100"/>
          <a:sy n="150" d="100"/>
        </p:scale>
        <p:origin x="-3252" y="108"/>
      </p:cViewPr>
      <p:guideLst>
        <p:guide orient="horz" pos="754"/>
        <p:guide pos="52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font" Target="fonts/font3.fntdata"/><Relationship Id="rId36" Type="http://schemas.openxmlformats.org/officeDocument/2006/relationships/font" Target="fonts/font4.fntdata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48779.949824000003</c:v>
                </c:pt>
                <c:pt idx="1">
                  <c:v>49215.255842999999</c:v>
                </c:pt>
                <c:pt idx="2">
                  <c:v>48893.054742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0.9</c:v>
                </c:pt>
                <c:pt idx="2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Sheet1!$A$2:$A$62</c:f>
              <c:strCache>
                <c:ptCount val="61"/>
                <c:pt idx="0">
                  <c:v>09.01</c:v>
                </c:pt>
                <c:pt idx="1">
                  <c:v>09.02</c:v>
                </c:pt>
                <c:pt idx="2">
                  <c:v>09.03</c:v>
                </c:pt>
                <c:pt idx="3">
                  <c:v>09.04</c:v>
                </c:pt>
                <c:pt idx="4">
                  <c:v>09.05</c:v>
                </c:pt>
                <c:pt idx="5">
                  <c:v>09.06</c:v>
                </c:pt>
                <c:pt idx="6">
                  <c:v>09.07</c:v>
                </c:pt>
                <c:pt idx="7">
                  <c:v>09.08</c:v>
                </c:pt>
                <c:pt idx="8">
                  <c:v>09.09</c:v>
                </c:pt>
                <c:pt idx="9">
                  <c:v>09.10</c:v>
                </c:pt>
                <c:pt idx="10">
                  <c:v>09.11</c:v>
                </c:pt>
                <c:pt idx="11">
                  <c:v>09.12</c:v>
                </c:pt>
                <c:pt idx="12">
                  <c:v>09.13</c:v>
                </c:pt>
                <c:pt idx="13">
                  <c:v>09.14</c:v>
                </c:pt>
                <c:pt idx="14">
                  <c:v>09.15</c:v>
                </c:pt>
                <c:pt idx="15">
                  <c:v>09.16</c:v>
                </c:pt>
                <c:pt idx="16">
                  <c:v>09.17</c:v>
                </c:pt>
                <c:pt idx="17">
                  <c:v>09.18</c:v>
                </c:pt>
                <c:pt idx="18">
                  <c:v>09.19</c:v>
                </c:pt>
                <c:pt idx="19">
                  <c:v>09.20</c:v>
                </c:pt>
                <c:pt idx="20">
                  <c:v>09.21</c:v>
                </c:pt>
                <c:pt idx="21">
                  <c:v>09.22</c:v>
                </c:pt>
                <c:pt idx="22">
                  <c:v>09.23</c:v>
                </c:pt>
                <c:pt idx="23">
                  <c:v>09.24</c:v>
                </c:pt>
                <c:pt idx="24">
                  <c:v>09.25</c:v>
                </c:pt>
                <c:pt idx="25">
                  <c:v>09.26</c:v>
                </c:pt>
                <c:pt idx="26">
                  <c:v>09.27</c:v>
                </c:pt>
                <c:pt idx="27">
                  <c:v>09.28</c:v>
                </c:pt>
                <c:pt idx="28">
                  <c:v>09.29</c:v>
                </c:pt>
                <c:pt idx="29">
                  <c:v>09.30</c:v>
                </c:pt>
                <c:pt idx="30">
                  <c:v>10.01</c:v>
                </c:pt>
                <c:pt idx="31">
                  <c:v>10.02</c:v>
                </c:pt>
                <c:pt idx="32">
                  <c:v>10.03</c:v>
                </c:pt>
                <c:pt idx="33">
                  <c:v>10.04</c:v>
                </c:pt>
                <c:pt idx="34">
                  <c:v>10.05</c:v>
                </c:pt>
                <c:pt idx="35">
                  <c:v>10.06</c:v>
                </c:pt>
                <c:pt idx="36">
                  <c:v>10.07</c:v>
                </c:pt>
                <c:pt idx="37">
                  <c:v>10.08</c:v>
                </c:pt>
                <c:pt idx="38">
                  <c:v>10.09</c:v>
                </c:pt>
                <c:pt idx="39">
                  <c:v>10.10</c:v>
                </c:pt>
                <c:pt idx="40">
                  <c:v>10.11</c:v>
                </c:pt>
                <c:pt idx="41">
                  <c:v>10.12</c:v>
                </c:pt>
                <c:pt idx="42">
                  <c:v>10.13</c:v>
                </c:pt>
                <c:pt idx="43">
                  <c:v>10.14</c:v>
                </c:pt>
                <c:pt idx="44">
                  <c:v>10.15</c:v>
                </c:pt>
                <c:pt idx="45">
                  <c:v>10.16</c:v>
                </c:pt>
                <c:pt idx="46">
                  <c:v>10.17</c:v>
                </c:pt>
                <c:pt idx="47">
                  <c:v>10.18</c:v>
                </c:pt>
                <c:pt idx="48">
                  <c:v>10.19</c:v>
                </c:pt>
                <c:pt idx="49">
                  <c:v>10.20</c:v>
                </c:pt>
                <c:pt idx="50">
                  <c:v>10.21</c:v>
                </c:pt>
                <c:pt idx="51">
                  <c:v>10.22</c:v>
                </c:pt>
                <c:pt idx="52">
                  <c:v>10.23</c:v>
                </c:pt>
                <c:pt idx="53">
                  <c:v>10.24</c:v>
                </c:pt>
                <c:pt idx="54">
                  <c:v>10.25</c:v>
                </c:pt>
                <c:pt idx="55">
                  <c:v>10.26</c:v>
                </c:pt>
                <c:pt idx="56">
                  <c:v>10.27</c:v>
                </c:pt>
                <c:pt idx="57">
                  <c:v>10.28</c:v>
                </c:pt>
                <c:pt idx="58">
                  <c:v>10.29</c:v>
                </c:pt>
                <c:pt idx="59">
                  <c:v>10.30</c:v>
                </c:pt>
                <c:pt idx="60">
                  <c:v>10.31</c:v>
                </c:pt>
              </c:strCache>
            </c: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0F77A82-0765-4253-BD63-1BE702E0FD1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8A03ABF-46F7-4D70-AD63-555E7150854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A5248899-C779-40A0-9AA4-F78BC8C7F0A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4513597-15D7-426A-939A-762A82A9098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CBD1FB1-D0EA-4F13-907F-1BC74B7AD87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344F805-7B37-4473-832F-C995637AA17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AA585B7-37ED-4CEB-B8EB-8E7E9F56CD6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Sheet1!$A$2:$A$62</c:f>
              <c:strCache>
                <c:ptCount val="61"/>
                <c:pt idx="0">
                  <c:v>09.01</c:v>
                </c:pt>
                <c:pt idx="1">
                  <c:v>09.02</c:v>
                </c:pt>
                <c:pt idx="2">
                  <c:v>09.03</c:v>
                </c:pt>
                <c:pt idx="3">
                  <c:v>09.04</c:v>
                </c:pt>
                <c:pt idx="4">
                  <c:v>09.05</c:v>
                </c:pt>
                <c:pt idx="5">
                  <c:v>09.06</c:v>
                </c:pt>
                <c:pt idx="6">
                  <c:v>09.07</c:v>
                </c:pt>
                <c:pt idx="7">
                  <c:v>09.08</c:v>
                </c:pt>
                <c:pt idx="8">
                  <c:v>09.09</c:v>
                </c:pt>
                <c:pt idx="9">
                  <c:v>09.10</c:v>
                </c:pt>
                <c:pt idx="10">
                  <c:v>09.11</c:v>
                </c:pt>
                <c:pt idx="11">
                  <c:v>09.12</c:v>
                </c:pt>
                <c:pt idx="12">
                  <c:v>09.13</c:v>
                </c:pt>
                <c:pt idx="13">
                  <c:v>09.14</c:v>
                </c:pt>
                <c:pt idx="14">
                  <c:v>09.15</c:v>
                </c:pt>
                <c:pt idx="15">
                  <c:v>09.16</c:v>
                </c:pt>
                <c:pt idx="16">
                  <c:v>09.17</c:v>
                </c:pt>
                <c:pt idx="17">
                  <c:v>09.18</c:v>
                </c:pt>
                <c:pt idx="18">
                  <c:v>09.19</c:v>
                </c:pt>
                <c:pt idx="19">
                  <c:v>09.20</c:v>
                </c:pt>
                <c:pt idx="20">
                  <c:v>09.21</c:v>
                </c:pt>
                <c:pt idx="21">
                  <c:v>09.22</c:v>
                </c:pt>
                <c:pt idx="22">
                  <c:v>09.23</c:v>
                </c:pt>
                <c:pt idx="23">
                  <c:v>09.24</c:v>
                </c:pt>
                <c:pt idx="24">
                  <c:v>09.25</c:v>
                </c:pt>
                <c:pt idx="25">
                  <c:v>09.26</c:v>
                </c:pt>
                <c:pt idx="26">
                  <c:v>09.27</c:v>
                </c:pt>
                <c:pt idx="27">
                  <c:v>09.28</c:v>
                </c:pt>
                <c:pt idx="28">
                  <c:v>09.29</c:v>
                </c:pt>
                <c:pt idx="29">
                  <c:v>09.30</c:v>
                </c:pt>
                <c:pt idx="30">
                  <c:v>10.01</c:v>
                </c:pt>
                <c:pt idx="31">
                  <c:v>10.02</c:v>
                </c:pt>
                <c:pt idx="32">
                  <c:v>10.03</c:v>
                </c:pt>
                <c:pt idx="33">
                  <c:v>10.04</c:v>
                </c:pt>
                <c:pt idx="34">
                  <c:v>10.05</c:v>
                </c:pt>
                <c:pt idx="35">
                  <c:v>10.06</c:v>
                </c:pt>
                <c:pt idx="36">
                  <c:v>10.07</c:v>
                </c:pt>
                <c:pt idx="37">
                  <c:v>10.08</c:v>
                </c:pt>
                <c:pt idx="38">
                  <c:v>10.09</c:v>
                </c:pt>
                <c:pt idx="39">
                  <c:v>10.10</c:v>
                </c:pt>
                <c:pt idx="40">
                  <c:v>10.11</c:v>
                </c:pt>
                <c:pt idx="41">
                  <c:v>10.12</c:v>
                </c:pt>
                <c:pt idx="42">
                  <c:v>10.13</c:v>
                </c:pt>
                <c:pt idx="43">
                  <c:v>10.14</c:v>
                </c:pt>
                <c:pt idx="44">
                  <c:v>10.15</c:v>
                </c:pt>
                <c:pt idx="45">
                  <c:v>10.16</c:v>
                </c:pt>
                <c:pt idx="46">
                  <c:v>10.17</c:v>
                </c:pt>
                <c:pt idx="47">
                  <c:v>10.18</c:v>
                </c:pt>
                <c:pt idx="48">
                  <c:v>10.19</c:v>
                </c:pt>
                <c:pt idx="49">
                  <c:v>10.20</c:v>
                </c:pt>
                <c:pt idx="50">
                  <c:v>10.21</c:v>
                </c:pt>
                <c:pt idx="51">
                  <c:v>10.22</c:v>
                </c:pt>
                <c:pt idx="52">
                  <c:v>10.23</c:v>
                </c:pt>
                <c:pt idx="53">
                  <c:v>10.24</c:v>
                </c:pt>
                <c:pt idx="54">
                  <c:v>10.25</c:v>
                </c:pt>
                <c:pt idx="55">
                  <c:v>10.26</c:v>
                </c:pt>
                <c:pt idx="56">
                  <c:v>10.27</c:v>
                </c:pt>
                <c:pt idx="57">
                  <c:v>10.28</c:v>
                </c:pt>
                <c:pt idx="58">
                  <c:v>10.29</c:v>
                </c:pt>
                <c:pt idx="59">
                  <c:v>10.30</c:v>
                </c:pt>
                <c:pt idx="60">
                  <c:v>10.31</c:v>
                </c:pt>
              </c:strCache>
            </c: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5.8197434846927756E-2"/>
          <c:y val="9.9756227134213032E-2"/>
          <c:w val="0.90496085742122079"/>
          <c:h val="0.76887093141337182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F116-4950-99F6-4F9C1A7FA9DB}"/>
              </c:ext>
            </c:extLst>
          </c:dPt>
          <c:dPt>
            <c:idx val="2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F116-4950-99F6-4F9C1A7FA9DB}"/>
              </c:ext>
            </c:extLst>
          </c:dPt>
          <c:dPt>
            <c:idx val="2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F116-4950-99F6-4F9C1A7FA9DB}"/>
              </c:ext>
            </c:extLst>
          </c:dPt>
          <c:dPt>
            <c:idx val="2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F116-4950-99F6-4F9C1A7FA9DB}"/>
              </c:ext>
            </c:extLst>
          </c:dPt>
          <c:dPt>
            <c:idx val="2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F116-4950-99F6-4F9C1A7FA9DB}"/>
              </c:ext>
            </c:extLst>
          </c:dPt>
          <c:dPt>
            <c:idx val="2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F116-4950-99F6-4F9C1A7FA9DB}"/>
              </c:ext>
            </c:extLst>
          </c:dPt>
          <c:dPt>
            <c:idx val="3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D-F116-4950-99F6-4F9C1A7FA9DB}"/>
              </c:ext>
            </c:extLst>
          </c:dPt>
          <c:dPt>
            <c:idx val="3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F-F116-4950-99F6-4F9C1A7FA9DB}"/>
              </c:ext>
            </c:extLst>
          </c:dPt>
          <c:dPt>
            <c:idx val="3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1-F116-4950-99F6-4F9C1A7FA9DB}"/>
              </c:ext>
            </c:extLst>
          </c:dPt>
          <c:dPt>
            <c:idx val="3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3-F116-4950-99F6-4F9C1A7FA9DB}"/>
              </c:ext>
            </c:extLst>
          </c:dPt>
          <c:dPt>
            <c:idx val="3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5-F116-4950-99F6-4F9C1A7FA9DB}"/>
              </c:ext>
            </c:extLst>
          </c:dPt>
          <c:dPt>
            <c:idx val="3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7-F116-4950-99F6-4F9C1A7FA9DB}"/>
              </c:ext>
            </c:extLst>
          </c:dPt>
          <c:dPt>
            <c:idx val="3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9-F116-4950-99F6-4F9C1A7FA9DB}"/>
              </c:ext>
            </c:extLst>
          </c:dPt>
          <c:dPt>
            <c:idx val="3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B-F116-4950-99F6-4F9C1A7FA9DB}"/>
              </c:ext>
            </c:extLst>
          </c:dPt>
          <c:dPt>
            <c:idx val="3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D-F116-4950-99F6-4F9C1A7FA9DB}"/>
              </c:ext>
            </c:extLst>
          </c:dPt>
          <c:dPt>
            <c:idx val="3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F-F116-4950-99F6-4F9C1A7FA9DB}"/>
              </c:ext>
            </c:extLst>
          </c:dPt>
          <c:dPt>
            <c:idx val="4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1-F116-4950-99F6-4F9C1A7FA9DB}"/>
              </c:ext>
            </c:extLst>
          </c:dPt>
          <c:dPt>
            <c:idx val="4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3-F116-4950-99F6-4F9C1A7FA9DB}"/>
              </c:ext>
            </c:extLst>
          </c:dPt>
          <c:dPt>
            <c:idx val="4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5-F116-4950-99F6-4F9C1A7FA9DB}"/>
              </c:ext>
            </c:extLst>
          </c:dPt>
          <c:dPt>
            <c:idx val="4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7-F116-4950-99F6-4F9C1A7FA9DB}"/>
              </c:ext>
            </c:extLst>
          </c:dPt>
          <c:dPt>
            <c:idx val="4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9-F116-4950-99F6-4F9C1A7FA9DB}"/>
              </c:ext>
            </c:extLst>
          </c:dPt>
          <c:dPt>
            <c:idx val="4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B-F116-4950-99F6-4F9C1A7FA9DB}"/>
              </c:ext>
            </c:extLst>
          </c:dPt>
          <c:dPt>
            <c:idx val="4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D-F116-4950-99F6-4F9C1A7FA9DB}"/>
              </c:ext>
            </c:extLst>
          </c:dPt>
          <c:dPt>
            <c:idx val="4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F-F116-4950-99F6-4F9C1A7FA9DB}"/>
              </c:ext>
            </c:extLst>
          </c:dPt>
          <c:dPt>
            <c:idx val="4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1-F116-4950-99F6-4F9C1A7FA9DB}"/>
              </c:ext>
            </c:extLst>
          </c:dPt>
          <c:dPt>
            <c:idx val="4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3-F116-4950-99F6-4F9C1A7FA9DB}"/>
              </c:ext>
            </c:extLst>
          </c:dPt>
          <c:dPt>
            <c:idx val="5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5-F116-4950-99F6-4F9C1A7FA9DB}"/>
              </c:ext>
            </c:extLst>
          </c:dPt>
          <c:dPt>
            <c:idx val="5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7-F116-4950-99F6-4F9C1A7FA9DB}"/>
              </c:ext>
            </c:extLst>
          </c:dPt>
          <c:dPt>
            <c:idx val="5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9-F116-4950-99F6-4F9C1A7FA9DB}"/>
              </c:ext>
            </c:extLst>
          </c:dPt>
          <c:dPt>
            <c:idx val="5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B-F116-4950-99F6-4F9C1A7FA9DB}"/>
              </c:ext>
            </c:extLst>
          </c:dPt>
          <c:dPt>
            <c:idx val="5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D-F116-4950-99F6-4F9C1A7FA9DB}"/>
              </c:ext>
            </c:extLst>
          </c:dPt>
          <c:dPt>
            <c:idx val="5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F-F116-4950-99F6-4F9C1A7FA9DB}"/>
              </c:ext>
            </c:extLst>
          </c:dPt>
          <c:dPt>
            <c:idx val="5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1-F116-4950-99F6-4F9C1A7FA9DB}"/>
              </c:ext>
            </c:extLst>
          </c:dPt>
          <c:dPt>
            <c:idx val="5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3-F116-4950-99F6-4F9C1A7FA9DB}"/>
              </c:ext>
            </c:extLst>
          </c:dPt>
          <c:dPt>
            <c:idx val="5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5-F116-4950-99F6-4F9C1A7FA9DB}"/>
              </c:ext>
            </c:extLst>
          </c:dPt>
          <c:dPt>
            <c:idx val="5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7-F116-4950-99F6-4F9C1A7FA9DB}"/>
              </c:ext>
            </c:extLst>
          </c:dPt>
          <c:dPt>
            <c:idx val="6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9-F116-4950-99F6-4F9C1A7FA9DB}"/>
              </c:ext>
            </c:extLst>
          </c:dPt>
          <c:dPt>
            <c:idx val="6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B-F116-4950-99F6-4F9C1A7FA9DB}"/>
              </c:ext>
            </c:extLst>
          </c:dPt>
          <c:dPt>
            <c:idx val="6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D-F116-4950-99F6-4F9C1A7FA9DB}"/>
              </c:ext>
            </c:extLst>
          </c:dPt>
          <c:dPt>
            <c:idx val="6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F-F116-4950-99F6-4F9C1A7FA9DB}"/>
              </c:ext>
            </c:extLst>
          </c:dPt>
          <c:dPt>
            <c:idx val="6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1-F116-4950-99F6-4F9C1A7FA9DB}"/>
              </c:ext>
            </c:extLst>
          </c:dPt>
          <c:dPt>
            <c:idx val="6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3-F116-4950-99F6-4F9C1A7FA9DB}"/>
              </c:ext>
            </c:extLst>
          </c:dPt>
          <c:dPt>
            <c:idx val="6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5-F116-4950-99F6-4F9C1A7FA9DB}"/>
              </c:ext>
            </c:extLst>
          </c:dPt>
          <c:dPt>
            <c:idx val="6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7-F116-4950-99F6-4F9C1A7FA9DB}"/>
              </c:ext>
            </c:extLst>
          </c:dPt>
          <c:dPt>
            <c:idx val="6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9-F116-4950-99F6-4F9C1A7FA9DB}"/>
              </c:ext>
            </c:extLst>
          </c:dPt>
          <c:dPt>
            <c:idx val="6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B-F116-4950-99F6-4F9C1A7FA9DB}"/>
              </c:ext>
            </c:extLst>
          </c:dPt>
          <c:dPt>
            <c:idx val="7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D-F116-4950-99F6-4F9C1A7FA9DB}"/>
              </c:ext>
            </c:extLst>
          </c:dPt>
          <c:dPt>
            <c:idx val="7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F-F116-4950-99F6-4F9C1A7FA9DB}"/>
              </c:ext>
            </c:extLst>
          </c:dPt>
          <c:dPt>
            <c:idx val="7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1-F116-4950-99F6-4F9C1A7FA9DB}"/>
              </c:ext>
            </c:extLst>
          </c:dPt>
          <c:dPt>
            <c:idx val="7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3-F116-4950-99F6-4F9C1A7FA9DB}"/>
              </c:ext>
            </c:extLst>
          </c:dPt>
          <c:dPt>
            <c:idx val="7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5-F116-4950-99F6-4F9C1A7FA9DB}"/>
              </c:ext>
            </c:extLst>
          </c:dPt>
          <c:cat>
            <c:strRef>
              <c:f>Sheet1!$A$2:$A$76</c:f>
              <c:strCache>
                <c:ptCount val="7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DAY17</c:v>
                </c:pt>
                <c:pt idx="24">
                  <c:v>DAY18</c:v>
                </c:pt>
                <c:pt idx="25">
                  <c:v>DAY19</c:v>
                </c:pt>
                <c:pt idx="26">
                  <c:v>DAY20</c:v>
                </c:pt>
                <c:pt idx="27">
                  <c:v>DAY21</c:v>
                </c:pt>
                <c:pt idx="28">
                  <c:v>DAY22</c:v>
                </c:pt>
                <c:pt idx="29">
                  <c:v>DAY23</c:v>
                </c:pt>
                <c:pt idx="30">
                  <c:v>DAY24</c:v>
                </c:pt>
                <c:pt idx="31">
                  <c:v>DAY25</c:v>
                </c:pt>
                <c:pt idx="32">
                  <c:v>DAY26</c:v>
                </c:pt>
                <c:pt idx="33">
                  <c:v>DAY27</c:v>
                </c:pt>
                <c:pt idx="34">
                  <c:v>DAY28</c:v>
                </c:pt>
                <c:pt idx="35">
                  <c:v>DAY29</c:v>
                </c:pt>
                <c:pt idx="36">
                  <c:v>DAY30</c:v>
                </c:pt>
                <c:pt idx="37">
                  <c:v>DAY31</c:v>
                </c:pt>
                <c:pt idx="38">
                  <c:v>DAY32</c:v>
                </c:pt>
                <c:pt idx="39">
                  <c:v>DAY33</c:v>
                </c:pt>
                <c:pt idx="40">
                  <c:v>DAY34</c:v>
                </c:pt>
                <c:pt idx="41">
                  <c:v>DAY35</c:v>
                </c:pt>
                <c:pt idx="42">
                  <c:v>DAY36</c:v>
                </c:pt>
                <c:pt idx="43">
                  <c:v>DAY37</c:v>
                </c:pt>
                <c:pt idx="44">
                  <c:v>DAY38</c:v>
                </c:pt>
                <c:pt idx="45">
                  <c:v>DAY39</c:v>
                </c:pt>
                <c:pt idx="46">
                  <c:v>DAY40</c:v>
                </c:pt>
                <c:pt idx="47">
                  <c:v>DAY41</c:v>
                </c:pt>
                <c:pt idx="48">
                  <c:v>DAY42</c:v>
                </c:pt>
                <c:pt idx="49">
                  <c:v>DAY43</c:v>
                </c:pt>
                <c:pt idx="50">
                  <c:v>DAY44</c:v>
                </c:pt>
                <c:pt idx="51">
                  <c:v>DAY45</c:v>
                </c:pt>
                <c:pt idx="52">
                  <c:v>DAY46</c:v>
                </c:pt>
                <c:pt idx="53">
                  <c:v>DAY47</c:v>
                </c:pt>
                <c:pt idx="54">
                  <c:v>DAY48</c:v>
                </c:pt>
                <c:pt idx="55">
                  <c:v>DAY49</c:v>
                </c:pt>
                <c:pt idx="56">
                  <c:v>DAY50</c:v>
                </c:pt>
                <c:pt idx="57">
                  <c:v>DAY51</c:v>
                </c:pt>
                <c:pt idx="58">
                  <c:v>DAY52</c:v>
                </c:pt>
                <c:pt idx="59">
                  <c:v>DAY53</c:v>
                </c:pt>
                <c:pt idx="60">
                  <c:v>DAY54</c:v>
                </c:pt>
                <c:pt idx="61">
                  <c:v>DAY55</c:v>
                </c:pt>
                <c:pt idx="62">
                  <c:v>DAY56</c:v>
                </c:pt>
                <c:pt idx="63">
                  <c:v>DAY57</c:v>
                </c:pt>
                <c:pt idx="64">
                  <c:v>DAY58</c:v>
                </c:pt>
                <c:pt idx="65">
                  <c:v>DAY59</c:v>
                </c:pt>
                <c:pt idx="66">
                  <c:v>DAY60</c:v>
                </c:pt>
                <c:pt idx="67">
                  <c:v>DAY61</c:v>
                </c:pt>
                <c:pt idx="68">
                  <c:v>D+1</c:v>
                </c:pt>
                <c:pt idx="69">
                  <c:v>D+2</c:v>
                </c:pt>
                <c:pt idx="70">
                  <c:v>D+3</c:v>
                </c:pt>
                <c:pt idx="71">
                  <c:v>D+4</c:v>
                </c:pt>
                <c:pt idx="72">
                  <c:v>D+5</c:v>
                </c:pt>
                <c:pt idx="73">
                  <c:v>D+6</c:v>
                </c:pt>
                <c:pt idx="74">
                  <c:v>D+7</c:v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AB2449D-DC11-4AB7-A5DD-E80589CD633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97B394D-5ECA-4481-AFCB-B38305FAC6B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32489.298710999999</c:v>
                </c:pt>
                <c:pt idx="1">
                  <c:v>16403.756031000001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50대</c:v>
                </c:pt>
                <c:pt idx="1">
                  <c:v>60대</c:v>
                </c:pt>
                <c:pt idx="2">
                  <c:v>40대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12622.992171</c:v>
                </c:pt>
                <c:pt idx="1">
                  <c:v>10749.975361000001</c:v>
                </c:pt>
                <c:pt idx="2">
                  <c:v>8746.1406470000002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8C925FE-B5ED-4017-A9C2-24080B83802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666E5DB-69EB-43AA-B6E4-B25D17BD5DB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ABAB695-D13D-43D1-856E-2F5567905A3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10875.980621999999</c:v>
                </c:pt>
                <c:pt idx="1">
                  <c:v>29208.019816</c:v>
                </c:pt>
                <c:pt idx="2">
                  <c:v>7171.7979809999997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주유소</c:v>
                </c:pt>
                <c:pt idx="1">
                  <c:v>편의점</c:v>
                </c:pt>
                <c:pt idx="2">
                  <c:v>할인점</c:v>
                </c:pt>
                <c:pt idx="3">
                  <c:v>일반한식/백반</c:v>
                </c:pt>
                <c:pt idx="4">
                  <c:v>골프장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5378.4908939999996</c:v>
                </c:pt>
                <c:pt idx="1">
                  <c:v>3901.3456040000001</c:v>
                </c:pt>
                <c:pt idx="2">
                  <c:v>3683.7298110000002</c:v>
                </c:pt>
                <c:pt idx="3">
                  <c:v>3423.964031</c:v>
                </c:pt>
                <c:pt idx="4">
                  <c:v>2490.8035519999999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Sheet1!$A$2:$A$62</c:f>
              <c:strCache>
                <c:ptCount val="61"/>
                <c:pt idx="0">
                  <c:v>09.01</c:v>
                </c:pt>
                <c:pt idx="1">
                  <c:v>09.02</c:v>
                </c:pt>
                <c:pt idx="2">
                  <c:v>09.03</c:v>
                </c:pt>
                <c:pt idx="3">
                  <c:v>09.04</c:v>
                </c:pt>
                <c:pt idx="4">
                  <c:v>09.05</c:v>
                </c:pt>
                <c:pt idx="5">
                  <c:v>09.06</c:v>
                </c:pt>
                <c:pt idx="6">
                  <c:v>09.07</c:v>
                </c:pt>
                <c:pt idx="7">
                  <c:v>09.08</c:v>
                </c:pt>
                <c:pt idx="8">
                  <c:v>09.09</c:v>
                </c:pt>
                <c:pt idx="9">
                  <c:v>09.10</c:v>
                </c:pt>
                <c:pt idx="10">
                  <c:v>09.11</c:v>
                </c:pt>
                <c:pt idx="11">
                  <c:v>09.12</c:v>
                </c:pt>
                <c:pt idx="12">
                  <c:v>09.13</c:v>
                </c:pt>
                <c:pt idx="13">
                  <c:v>09.14</c:v>
                </c:pt>
                <c:pt idx="14">
                  <c:v>09.15</c:v>
                </c:pt>
                <c:pt idx="15">
                  <c:v>09.16</c:v>
                </c:pt>
                <c:pt idx="16">
                  <c:v>09.17</c:v>
                </c:pt>
                <c:pt idx="17">
                  <c:v>09.18</c:v>
                </c:pt>
                <c:pt idx="18">
                  <c:v>09.19</c:v>
                </c:pt>
                <c:pt idx="19">
                  <c:v>09.20</c:v>
                </c:pt>
                <c:pt idx="20">
                  <c:v>09.21</c:v>
                </c:pt>
                <c:pt idx="21">
                  <c:v>09.22</c:v>
                </c:pt>
                <c:pt idx="22">
                  <c:v>09.23</c:v>
                </c:pt>
                <c:pt idx="23">
                  <c:v>09.24</c:v>
                </c:pt>
                <c:pt idx="24">
                  <c:v>09.25</c:v>
                </c:pt>
                <c:pt idx="25">
                  <c:v>09.26</c:v>
                </c:pt>
                <c:pt idx="26">
                  <c:v>09.27</c:v>
                </c:pt>
                <c:pt idx="27">
                  <c:v>09.28</c:v>
                </c:pt>
                <c:pt idx="28">
                  <c:v>09.29</c:v>
                </c:pt>
                <c:pt idx="29">
                  <c:v>09.30</c:v>
                </c:pt>
                <c:pt idx="30">
                  <c:v>10.01</c:v>
                </c:pt>
                <c:pt idx="31">
                  <c:v>10.02</c:v>
                </c:pt>
                <c:pt idx="32">
                  <c:v>10.03</c:v>
                </c:pt>
                <c:pt idx="33">
                  <c:v>10.04</c:v>
                </c:pt>
                <c:pt idx="34">
                  <c:v>10.05</c:v>
                </c:pt>
                <c:pt idx="35">
                  <c:v>10.06</c:v>
                </c:pt>
                <c:pt idx="36">
                  <c:v>10.07</c:v>
                </c:pt>
                <c:pt idx="37">
                  <c:v>10.08</c:v>
                </c:pt>
                <c:pt idx="38">
                  <c:v>10.09</c:v>
                </c:pt>
                <c:pt idx="39">
                  <c:v>10.10</c:v>
                </c:pt>
                <c:pt idx="40">
                  <c:v>10.11</c:v>
                </c:pt>
                <c:pt idx="41">
                  <c:v>10.12</c:v>
                </c:pt>
                <c:pt idx="42">
                  <c:v>10.13</c:v>
                </c:pt>
                <c:pt idx="43">
                  <c:v>10.14</c:v>
                </c:pt>
                <c:pt idx="44">
                  <c:v>10.15</c:v>
                </c:pt>
                <c:pt idx="45">
                  <c:v>10.16</c:v>
                </c:pt>
                <c:pt idx="46">
                  <c:v>10.17</c:v>
                </c:pt>
                <c:pt idx="47">
                  <c:v>10.18</c:v>
                </c:pt>
                <c:pt idx="48">
                  <c:v>10.19</c:v>
                </c:pt>
                <c:pt idx="49">
                  <c:v>10.20</c:v>
                </c:pt>
                <c:pt idx="50">
                  <c:v>10.21</c:v>
                </c:pt>
                <c:pt idx="51">
                  <c:v>10.22</c:v>
                </c:pt>
                <c:pt idx="52">
                  <c:v>10.23</c:v>
                </c:pt>
                <c:pt idx="53">
                  <c:v>10.24</c:v>
                </c:pt>
                <c:pt idx="54">
                  <c:v>10.25</c:v>
                </c:pt>
                <c:pt idx="55">
                  <c:v>10.26</c:v>
                </c:pt>
                <c:pt idx="56">
                  <c:v>10.27</c:v>
                </c:pt>
                <c:pt idx="57">
                  <c:v>10.28</c:v>
                </c:pt>
                <c:pt idx="58">
                  <c:v>10.29</c:v>
                </c:pt>
                <c:pt idx="59">
                  <c:v>10.30</c:v>
                </c:pt>
                <c:pt idx="60">
                  <c:v>10.31</c:v>
                </c:pt>
              </c:strCache>
            </c: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656.10497099999998</c:v>
                </c:pt>
                <c:pt idx="1">
                  <c:v>653.20639800000004</c:v>
                </c:pt>
                <c:pt idx="2">
                  <c:v>707.45684400000005</c:v>
                </c:pt>
                <c:pt idx="3">
                  <c:v>620.46139500000004</c:v>
                </c:pt>
                <c:pt idx="4">
                  <c:v>780.24756500000001</c:v>
                </c:pt>
                <c:pt idx="5">
                  <c:v>848.67440299999998</c:v>
                </c:pt>
                <c:pt idx="6">
                  <c:v>716.700379</c:v>
                </c:pt>
                <c:pt idx="7">
                  <c:v>668.99528899999996</c:v>
                </c:pt>
                <c:pt idx="8">
                  <c:v>696.38486899999998</c:v>
                </c:pt>
                <c:pt idx="9">
                  <c:v>724.91673200000002</c:v>
                </c:pt>
                <c:pt idx="10">
                  <c:v>688.89658799999995</c:v>
                </c:pt>
                <c:pt idx="11">
                  <c:v>792.08371399999999</c:v>
                </c:pt>
                <c:pt idx="12">
                  <c:v>916.13299800000004</c:v>
                </c:pt>
                <c:pt idx="13">
                  <c:v>780.75559499999997</c:v>
                </c:pt>
                <c:pt idx="14">
                  <c:v>715.52394500000003</c:v>
                </c:pt>
                <c:pt idx="15">
                  <c:v>668.33770100000004</c:v>
                </c:pt>
                <c:pt idx="16">
                  <c:v>603.26340100000004</c:v>
                </c:pt>
                <c:pt idx="17">
                  <c:v>781.26811599999996</c:v>
                </c:pt>
                <c:pt idx="18">
                  <c:v>901.88959899999998</c:v>
                </c:pt>
                <c:pt idx="19">
                  <c:v>1002.361541</c:v>
                </c:pt>
                <c:pt idx="20">
                  <c:v>772.505585</c:v>
                </c:pt>
                <c:pt idx="21">
                  <c:v>712.99702000000002</c:v>
                </c:pt>
                <c:pt idx="22">
                  <c:v>714.15835100000004</c:v>
                </c:pt>
                <c:pt idx="23">
                  <c:v>555.73984800000005</c:v>
                </c:pt>
                <c:pt idx="24">
                  <c:v>699.178675</c:v>
                </c:pt>
                <c:pt idx="25">
                  <c:v>887.95160999999996</c:v>
                </c:pt>
                <c:pt idx="26">
                  <c:v>1101.1431230000001</c:v>
                </c:pt>
                <c:pt idx="27">
                  <c:v>667.87314000000003</c:v>
                </c:pt>
                <c:pt idx="28">
                  <c:v>742.29614400000003</c:v>
                </c:pt>
                <c:pt idx="29">
                  <c:v>879.55148099999997</c:v>
                </c:pt>
                <c:pt idx="30">
                  <c:v>814.405123</c:v>
                </c:pt>
                <c:pt idx="31">
                  <c:v>904.65709800000002</c:v>
                </c:pt>
                <c:pt idx="32">
                  <c:v>1123.9026469999999</c:v>
                </c:pt>
                <c:pt idx="33">
                  <c:v>1222.4543590000001</c:v>
                </c:pt>
                <c:pt idx="34">
                  <c:v>1011.069533</c:v>
                </c:pt>
                <c:pt idx="35">
                  <c:v>711.61100899999997</c:v>
                </c:pt>
                <c:pt idx="36">
                  <c:v>844.55992200000003</c:v>
                </c:pt>
                <c:pt idx="37">
                  <c:v>1055.7011520000001</c:v>
                </c:pt>
                <c:pt idx="38">
                  <c:v>853.72726299999999</c:v>
                </c:pt>
                <c:pt idx="39">
                  <c:v>722.24349099999995</c:v>
                </c:pt>
                <c:pt idx="40">
                  <c:v>691.31333600000005</c:v>
                </c:pt>
                <c:pt idx="41">
                  <c:v>697.90323699999999</c:v>
                </c:pt>
                <c:pt idx="42">
                  <c:v>620.58148400000005</c:v>
                </c:pt>
                <c:pt idx="43">
                  <c:v>694.05825500000003</c:v>
                </c:pt>
                <c:pt idx="44">
                  <c:v>767.97857899999997</c:v>
                </c:pt>
                <c:pt idx="45">
                  <c:v>846.30156799999997</c:v>
                </c:pt>
                <c:pt idx="46">
                  <c:v>873.54971499999999</c:v>
                </c:pt>
                <c:pt idx="47">
                  <c:v>988.32857300000001</c:v>
                </c:pt>
                <c:pt idx="48">
                  <c:v>814.40883199999996</c:v>
                </c:pt>
                <c:pt idx="49">
                  <c:v>743.34245299999998</c:v>
                </c:pt>
                <c:pt idx="50">
                  <c:v>752.68271100000004</c:v>
                </c:pt>
                <c:pt idx="51">
                  <c:v>795.35271999999998</c:v>
                </c:pt>
                <c:pt idx="52">
                  <c:v>742.70787900000005</c:v>
                </c:pt>
                <c:pt idx="53">
                  <c:v>865.52382599999999</c:v>
                </c:pt>
                <c:pt idx="54">
                  <c:v>1312.025173</c:v>
                </c:pt>
                <c:pt idx="55">
                  <c:v>891.02281600000003</c:v>
                </c:pt>
                <c:pt idx="56">
                  <c:v>743.124054</c:v>
                </c:pt>
                <c:pt idx="57">
                  <c:v>771.53774499999997</c:v>
                </c:pt>
                <c:pt idx="58">
                  <c:v>721.24551299999996</c:v>
                </c:pt>
                <c:pt idx="59">
                  <c:v>756.24371399999995</c:v>
                </c:pt>
                <c:pt idx="60">
                  <c:v>882.433942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편의점</c:v>
                </c:pt>
                <c:pt idx="2">
                  <c:v>할인점</c:v>
                </c:pt>
                <c:pt idx="3">
                  <c:v>일반한식/백반</c:v>
                </c:pt>
                <c:pt idx="4">
                  <c:v>골프장</c:v>
                </c:pt>
                <c:pt idx="5">
                  <c:v>슈퍼마켓</c:v>
                </c:pt>
                <c:pt idx="6">
                  <c:v>일반의류</c:v>
                </c:pt>
                <c:pt idx="7">
                  <c:v>자동차정비/카센타</c:v>
                </c:pt>
                <c:pt idx="8">
                  <c:v>농산물</c:v>
                </c:pt>
                <c:pt idx="9">
                  <c:v>건축/건설/설비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5378.4908939999996</c:v>
                </c:pt>
                <c:pt idx="1">
                  <c:v>3901.3456040000001</c:v>
                </c:pt>
                <c:pt idx="2">
                  <c:v>3683.7298110000002</c:v>
                </c:pt>
                <c:pt idx="3">
                  <c:v>3423.964031</c:v>
                </c:pt>
                <c:pt idx="4">
                  <c:v>2490.8035519999999</c:v>
                </c:pt>
                <c:pt idx="5">
                  <c:v>2113.7023170000002</c:v>
                </c:pt>
                <c:pt idx="6">
                  <c:v>2082.809569</c:v>
                </c:pt>
                <c:pt idx="7">
                  <c:v>1700.9463270000001</c:v>
                </c:pt>
                <c:pt idx="8">
                  <c:v>1683.098614</c:v>
                </c:pt>
                <c:pt idx="9">
                  <c:v>1431.800694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편의점</c:v>
                </c:pt>
                <c:pt idx="2">
                  <c:v>할인점</c:v>
                </c:pt>
                <c:pt idx="3">
                  <c:v>일반한식/백반</c:v>
                </c:pt>
                <c:pt idx="4">
                  <c:v>골프장</c:v>
                </c:pt>
                <c:pt idx="5">
                  <c:v>슈퍼마켓</c:v>
                </c:pt>
                <c:pt idx="6">
                  <c:v>일반의류</c:v>
                </c:pt>
                <c:pt idx="7">
                  <c:v>자동차정비/카센타</c:v>
                </c:pt>
                <c:pt idx="8">
                  <c:v>농산물</c:v>
                </c:pt>
                <c:pt idx="9">
                  <c:v>건축/건설/설비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87377</c:v>
                </c:pt>
                <c:pt idx="1">
                  <c:v>354488</c:v>
                </c:pt>
                <c:pt idx="2">
                  <c:v>97867</c:v>
                </c:pt>
                <c:pt idx="3">
                  <c:v>108803</c:v>
                </c:pt>
                <c:pt idx="4">
                  <c:v>12858</c:v>
                </c:pt>
                <c:pt idx="5">
                  <c:v>77334</c:v>
                </c:pt>
                <c:pt idx="6">
                  <c:v>56995</c:v>
                </c:pt>
                <c:pt idx="7">
                  <c:v>7936</c:v>
                </c:pt>
                <c:pt idx="8">
                  <c:v>32203</c:v>
                </c:pt>
                <c:pt idx="9">
                  <c:v>6369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조경/환경</c:v>
                </c:pt>
                <c:pt idx="1">
                  <c:v>장례서비스</c:v>
                </c:pt>
                <c:pt idx="2">
                  <c:v>유도장</c:v>
                </c:pt>
                <c:pt idx="3">
                  <c:v>주방가구</c:v>
                </c:pt>
                <c:pt idx="4">
                  <c:v>차량견인</c:v>
                </c:pt>
                <c:pt idx="5">
                  <c:v>직업훈련소</c:v>
                </c:pt>
                <c:pt idx="6">
                  <c:v>검도도장</c:v>
                </c:pt>
                <c:pt idx="7">
                  <c:v>가방</c:v>
                </c:pt>
                <c:pt idx="8">
                  <c:v>연구소</c:v>
                </c:pt>
                <c:pt idx="9">
                  <c:v>어린이집/유치원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145.22559459459458</c:v>
                </c:pt>
                <c:pt idx="1">
                  <c:v>144.92468780487806</c:v>
                </c:pt>
                <c:pt idx="2">
                  <c:v>97.187766666666661</c:v>
                </c:pt>
                <c:pt idx="3">
                  <c:v>91.172049999999999</c:v>
                </c:pt>
                <c:pt idx="4">
                  <c:v>79.012512631578943</c:v>
                </c:pt>
                <c:pt idx="5">
                  <c:v>73.784120000000001</c:v>
                </c:pt>
                <c:pt idx="6">
                  <c:v>57.899099999999997</c:v>
                </c:pt>
                <c:pt idx="7">
                  <c:v>49.891874999999999</c:v>
                </c:pt>
                <c:pt idx="8">
                  <c:v>46.911141666666666</c:v>
                </c:pt>
                <c:pt idx="9">
                  <c:v>45.155383657587549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편의점</c:v>
                </c:pt>
                <c:pt idx="2">
                  <c:v>할인점</c:v>
                </c:pt>
                <c:pt idx="3">
                  <c:v>일반한식/백반</c:v>
                </c:pt>
                <c:pt idx="4">
                  <c:v>골프장</c:v>
                </c:pt>
                <c:pt idx="5">
                  <c:v>슈퍼마켓</c:v>
                </c:pt>
                <c:pt idx="6">
                  <c:v>일반의류</c:v>
                </c:pt>
                <c:pt idx="7">
                  <c:v>자동차정비/카센타</c:v>
                </c:pt>
                <c:pt idx="8">
                  <c:v>농산물</c:v>
                </c:pt>
                <c:pt idx="9">
                  <c:v>건축/건설/설비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4011.2613409999999</c:v>
                </c:pt>
                <c:pt idx="1">
                  <c:v>3145.6358690000002</c:v>
                </c:pt>
                <c:pt idx="2">
                  <c:v>1995.406013</c:v>
                </c:pt>
                <c:pt idx="3">
                  <c:v>2281.9971129999999</c:v>
                </c:pt>
                <c:pt idx="4">
                  <c:v>1750.3618309999999</c:v>
                </c:pt>
                <c:pt idx="5">
                  <c:v>1219.339401</c:v>
                </c:pt>
                <c:pt idx="6">
                  <c:v>1115.871588</c:v>
                </c:pt>
                <c:pt idx="7">
                  <c:v>1279.73234</c:v>
                </c:pt>
                <c:pt idx="8">
                  <c:v>1229.177944</c:v>
                </c:pt>
                <c:pt idx="9">
                  <c:v>955.53218800000002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편의점</c:v>
                </c:pt>
                <c:pt idx="2">
                  <c:v>할인점</c:v>
                </c:pt>
                <c:pt idx="3">
                  <c:v>일반한식/백반</c:v>
                </c:pt>
                <c:pt idx="4">
                  <c:v>골프장</c:v>
                </c:pt>
                <c:pt idx="5">
                  <c:v>슈퍼마켓</c:v>
                </c:pt>
                <c:pt idx="6">
                  <c:v>일반의류</c:v>
                </c:pt>
                <c:pt idx="7">
                  <c:v>자동차정비/카센타</c:v>
                </c:pt>
                <c:pt idx="8">
                  <c:v>농산물</c:v>
                </c:pt>
                <c:pt idx="9">
                  <c:v>건축/건설/설비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1367.2295529999999</c:v>
                </c:pt>
                <c:pt idx="1">
                  <c:v>755.70973500000002</c:v>
                </c:pt>
                <c:pt idx="2">
                  <c:v>1688.3237979999999</c:v>
                </c:pt>
                <c:pt idx="3">
                  <c:v>1141.9669180000001</c:v>
                </c:pt>
                <c:pt idx="4">
                  <c:v>740.44172100000003</c:v>
                </c:pt>
                <c:pt idx="5">
                  <c:v>894.36291600000004</c:v>
                </c:pt>
                <c:pt idx="6">
                  <c:v>966.93798100000004</c:v>
                </c:pt>
                <c:pt idx="7">
                  <c:v>421.21398699999997</c:v>
                </c:pt>
                <c:pt idx="8">
                  <c:v>453.92066999999997</c:v>
                </c:pt>
                <c:pt idx="9">
                  <c:v>476.268506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74.898983999999999</c:v>
                </c:pt>
                <c:pt idx="1">
                  <c:v>207.83926099999999</c:v>
                </c:pt>
                <c:pt idx="2">
                  <c:v>293.49950799999999</c:v>
                </c:pt>
                <c:pt idx="3">
                  <c:v>393.82005299999997</c:v>
                </c:pt>
                <c:pt idx="4">
                  <c:v>397.58369399999998</c:v>
                </c:pt>
                <c:pt idx="5">
                  <c:v>414.63415900000001</c:v>
                </c:pt>
                <c:pt idx="6">
                  <c:v>388.63665099999997</c:v>
                </c:pt>
                <c:pt idx="7">
                  <c:v>477.07213200000001</c:v>
                </c:pt>
                <c:pt idx="8">
                  <c:v>500.52768300000002</c:v>
                </c:pt>
                <c:pt idx="9">
                  <c:v>471.93376699999999</c:v>
                </c:pt>
                <c:pt idx="10">
                  <c:v>496.28580699999998</c:v>
                </c:pt>
                <c:pt idx="11">
                  <c:v>498.49571500000002</c:v>
                </c:pt>
                <c:pt idx="12">
                  <c:v>396.23975000000002</c:v>
                </c:pt>
                <c:pt idx="13">
                  <c:v>201.573489</c:v>
                </c:pt>
                <c:pt idx="14">
                  <c:v>124.334906</c:v>
                </c:pt>
                <c:pt idx="15">
                  <c:v>20.073955000000002</c:v>
                </c:pt>
                <c:pt idx="16">
                  <c:v>3.2741069999999999</c:v>
                </c:pt>
                <c:pt idx="17">
                  <c:v>1.834927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108.13830400000001</c:v>
                </c:pt>
                <c:pt idx="1">
                  <c:v>209.473409</c:v>
                </c:pt>
                <c:pt idx="2">
                  <c:v>178.74494000000001</c:v>
                </c:pt>
                <c:pt idx="3">
                  <c:v>145.22381999999999</c:v>
                </c:pt>
                <c:pt idx="4">
                  <c:v>145.18679599999999</c:v>
                </c:pt>
                <c:pt idx="5">
                  <c:v>166.34391099999999</c:v>
                </c:pt>
                <c:pt idx="6">
                  <c:v>203.27200500000001</c:v>
                </c:pt>
                <c:pt idx="7">
                  <c:v>183.825648</c:v>
                </c:pt>
                <c:pt idx="8">
                  <c:v>185.52824100000001</c:v>
                </c:pt>
                <c:pt idx="9">
                  <c:v>198.74294</c:v>
                </c:pt>
                <c:pt idx="10">
                  <c:v>217.60414299999999</c:v>
                </c:pt>
                <c:pt idx="11">
                  <c:v>303.01048800000001</c:v>
                </c:pt>
                <c:pt idx="12">
                  <c:v>425.52345800000001</c:v>
                </c:pt>
                <c:pt idx="13">
                  <c:v>428.98453000000001</c:v>
                </c:pt>
                <c:pt idx="14">
                  <c:v>283.597442</c:v>
                </c:pt>
                <c:pt idx="15">
                  <c:v>166.170298</c:v>
                </c:pt>
                <c:pt idx="16">
                  <c:v>125.321252</c:v>
                </c:pt>
                <c:pt idx="17">
                  <c:v>82.376328999999998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28.958812000000002</c:v>
                </c:pt>
                <c:pt idx="3">
                  <c:v>181.965732</c:v>
                </c:pt>
                <c:pt idx="4">
                  <c:v>276.06363900000002</c:v>
                </c:pt>
                <c:pt idx="5">
                  <c:v>321.18372299999999</c:v>
                </c:pt>
                <c:pt idx="6">
                  <c:v>344.79084599999999</c:v>
                </c:pt>
                <c:pt idx="7">
                  <c:v>379.11057799999998</c:v>
                </c:pt>
                <c:pt idx="8">
                  <c:v>395.66047099999997</c:v>
                </c:pt>
                <c:pt idx="9">
                  <c:v>433.58994899999999</c:v>
                </c:pt>
                <c:pt idx="10">
                  <c:v>403.47522099999998</c:v>
                </c:pt>
                <c:pt idx="11">
                  <c:v>380.18613299999998</c:v>
                </c:pt>
                <c:pt idx="12">
                  <c:v>313.35922299999999</c:v>
                </c:pt>
                <c:pt idx="13">
                  <c:v>146.694918</c:v>
                </c:pt>
                <c:pt idx="14">
                  <c:v>71.729232999999994</c:v>
                </c:pt>
                <c:pt idx="15">
                  <c:v>0.211392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19.869488</c:v>
                </c:pt>
                <c:pt idx="1">
                  <c:v>17.620705999999998</c:v>
                </c:pt>
                <c:pt idx="2">
                  <c:v>30.588616999999999</c:v>
                </c:pt>
                <c:pt idx="3">
                  <c:v>51.826509000000001</c:v>
                </c:pt>
                <c:pt idx="4">
                  <c:v>90.368335999999999</c:v>
                </c:pt>
                <c:pt idx="5">
                  <c:v>251.91451900000001</c:v>
                </c:pt>
                <c:pt idx="6">
                  <c:v>607.01011200000005</c:v>
                </c:pt>
                <c:pt idx="7">
                  <c:v>524.43091200000003</c:v>
                </c:pt>
                <c:pt idx="8">
                  <c:v>341.949502</c:v>
                </c:pt>
                <c:pt idx="9">
                  <c:v>207.40831900000001</c:v>
                </c:pt>
                <c:pt idx="10">
                  <c:v>159.9316</c:v>
                </c:pt>
                <c:pt idx="11">
                  <c:v>196.972397</c:v>
                </c:pt>
                <c:pt idx="12">
                  <c:v>289.47471400000001</c:v>
                </c:pt>
                <c:pt idx="13">
                  <c:v>274.156544</c:v>
                </c:pt>
                <c:pt idx="14">
                  <c:v>157.22305499999999</c:v>
                </c:pt>
                <c:pt idx="15">
                  <c:v>76.642797999999999</c:v>
                </c:pt>
                <c:pt idx="16">
                  <c:v>40.624760999999999</c:v>
                </c:pt>
                <c:pt idx="17">
                  <c:v>25.849133999999999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7.9827880000000002</c:v>
                </c:pt>
                <c:pt idx="1">
                  <c:v>17.559403</c:v>
                </c:pt>
                <c:pt idx="2">
                  <c:v>10.72817</c:v>
                </c:pt>
                <c:pt idx="3">
                  <c:v>58.610323999999999</c:v>
                </c:pt>
                <c:pt idx="4">
                  <c:v>36.846482999999999</c:v>
                </c:pt>
                <c:pt idx="5">
                  <c:v>288.35774099999998</c:v>
                </c:pt>
                <c:pt idx="6">
                  <c:v>430.69885399999998</c:v>
                </c:pt>
                <c:pt idx="7">
                  <c:v>363.64026899999999</c:v>
                </c:pt>
                <c:pt idx="8">
                  <c:v>73.244091999999995</c:v>
                </c:pt>
                <c:pt idx="9">
                  <c:v>20.504099</c:v>
                </c:pt>
                <c:pt idx="10">
                  <c:v>169.92505399999999</c:v>
                </c:pt>
                <c:pt idx="11">
                  <c:v>406.71096999999997</c:v>
                </c:pt>
                <c:pt idx="12">
                  <c:v>446.57380899999998</c:v>
                </c:pt>
                <c:pt idx="13">
                  <c:v>119.702941</c:v>
                </c:pt>
                <c:pt idx="14">
                  <c:v>26.395126999999999</c:v>
                </c:pt>
                <c:pt idx="15">
                  <c:v>11.005076000000001</c:v>
                </c:pt>
                <c:pt idx="16">
                  <c:v>0.84438299999999999</c:v>
                </c:pt>
                <c:pt idx="17">
                  <c:v>0.22789899999999999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108138304</c:v>
                </c:pt>
                <c:pt idx="1">
                  <c:v>209473409</c:v>
                </c:pt>
                <c:pt idx="2">
                  <c:v>178744940</c:v>
                </c:pt>
                <c:pt idx="3">
                  <c:v>145223820</c:v>
                </c:pt>
                <c:pt idx="4">
                  <c:v>145186796</c:v>
                </c:pt>
                <c:pt idx="5">
                  <c:v>166343911</c:v>
                </c:pt>
                <c:pt idx="6">
                  <c:v>203272005</c:v>
                </c:pt>
                <c:pt idx="7">
                  <c:v>183825648</c:v>
                </c:pt>
                <c:pt idx="8">
                  <c:v>185528241</c:v>
                </c:pt>
                <c:pt idx="9">
                  <c:v>198742940</c:v>
                </c:pt>
                <c:pt idx="10">
                  <c:v>217604143</c:v>
                </c:pt>
                <c:pt idx="11">
                  <c:v>303010488</c:v>
                </c:pt>
                <c:pt idx="12">
                  <c:v>425523458</c:v>
                </c:pt>
                <c:pt idx="13">
                  <c:v>428984530</c:v>
                </c:pt>
                <c:pt idx="14">
                  <c:v>283597442</c:v>
                </c:pt>
                <c:pt idx="15">
                  <c:v>166170298</c:v>
                </c:pt>
                <c:pt idx="16">
                  <c:v>125321252</c:v>
                </c:pt>
                <c:pt idx="17">
                  <c:v>82376329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523213</c:v>
                </c:pt>
                <c:pt idx="1">
                  <c:v>6341073</c:v>
                </c:pt>
                <c:pt idx="2">
                  <c:v>28580720</c:v>
                </c:pt>
                <c:pt idx="3">
                  <c:v>40086762</c:v>
                </c:pt>
                <c:pt idx="4">
                  <c:v>62105114</c:v>
                </c:pt>
                <c:pt idx="5">
                  <c:v>82072451</c:v>
                </c:pt>
                <c:pt idx="6">
                  <c:v>149237755</c:v>
                </c:pt>
                <c:pt idx="7">
                  <c:v>143321674</c:v>
                </c:pt>
                <c:pt idx="8">
                  <c:v>149208521</c:v>
                </c:pt>
                <c:pt idx="9">
                  <c:v>125486316</c:v>
                </c:pt>
                <c:pt idx="10">
                  <c:v>85705263</c:v>
                </c:pt>
                <c:pt idx="11">
                  <c:v>58873710</c:v>
                </c:pt>
                <c:pt idx="12">
                  <c:v>63997637</c:v>
                </c:pt>
                <c:pt idx="13">
                  <c:v>72337339</c:v>
                </c:pt>
                <c:pt idx="14">
                  <c:v>30466050</c:v>
                </c:pt>
                <c:pt idx="15">
                  <c:v>8496700</c:v>
                </c:pt>
                <c:pt idx="16">
                  <c:v>2581844</c:v>
                </c:pt>
                <c:pt idx="17">
                  <c:v>306093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19869488</c:v>
                </c:pt>
                <c:pt idx="1">
                  <c:v>17620706</c:v>
                </c:pt>
                <c:pt idx="2">
                  <c:v>30588617</c:v>
                </c:pt>
                <c:pt idx="3">
                  <c:v>51826509</c:v>
                </c:pt>
                <c:pt idx="4">
                  <c:v>90368336</c:v>
                </c:pt>
                <c:pt idx="5">
                  <c:v>251914519</c:v>
                </c:pt>
                <c:pt idx="6">
                  <c:v>607010112</c:v>
                </c:pt>
                <c:pt idx="7">
                  <c:v>524430912</c:v>
                </c:pt>
                <c:pt idx="8">
                  <c:v>341949502</c:v>
                </c:pt>
                <c:pt idx="9">
                  <c:v>207408319</c:v>
                </c:pt>
                <c:pt idx="10">
                  <c:v>159931600</c:v>
                </c:pt>
                <c:pt idx="11">
                  <c:v>196972397</c:v>
                </c:pt>
                <c:pt idx="12">
                  <c:v>289474714</c:v>
                </c:pt>
                <c:pt idx="13">
                  <c:v>274156544</c:v>
                </c:pt>
                <c:pt idx="14">
                  <c:v>157223055</c:v>
                </c:pt>
                <c:pt idx="15">
                  <c:v>76642798</c:v>
                </c:pt>
                <c:pt idx="16">
                  <c:v>40624761</c:v>
                </c:pt>
                <c:pt idx="17">
                  <c:v>25849134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28958812</c:v>
                </c:pt>
                <c:pt idx="3">
                  <c:v>181965732</c:v>
                </c:pt>
                <c:pt idx="4">
                  <c:v>276063639</c:v>
                </c:pt>
                <c:pt idx="5">
                  <c:v>321183723</c:v>
                </c:pt>
                <c:pt idx="6">
                  <c:v>344790846</c:v>
                </c:pt>
                <c:pt idx="7">
                  <c:v>379110578</c:v>
                </c:pt>
                <c:pt idx="8">
                  <c:v>395660471</c:v>
                </c:pt>
                <c:pt idx="9">
                  <c:v>433589949</c:v>
                </c:pt>
                <c:pt idx="10">
                  <c:v>403475221</c:v>
                </c:pt>
                <c:pt idx="11">
                  <c:v>380186133</c:v>
                </c:pt>
                <c:pt idx="12">
                  <c:v>313359223</c:v>
                </c:pt>
                <c:pt idx="13">
                  <c:v>146694918</c:v>
                </c:pt>
                <c:pt idx="14">
                  <c:v>71729233</c:v>
                </c:pt>
                <c:pt idx="15">
                  <c:v>211392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7982788</c:v>
                </c:pt>
                <c:pt idx="1">
                  <c:v>17559403</c:v>
                </c:pt>
                <c:pt idx="2">
                  <c:v>10728170</c:v>
                </c:pt>
                <c:pt idx="3">
                  <c:v>58610324</c:v>
                </c:pt>
                <c:pt idx="4">
                  <c:v>36846483</c:v>
                </c:pt>
                <c:pt idx="5">
                  <c:v>288357741</c:v>
                </c:pt>
                <c:pt idx="6">
                  <c:v>430698854</c:v>
                </c:pt>
                <c:pt idx="7">
                  <c:v>363640269</c:v>
                </c:pt>
                <c:pt idx="8">
                  <c:v>73244092</c:v>
                </c:pt>
                <c:pt idx="9">
                  <c:v>20504099</c:v>
                </c:pt>
                <c:pt idx="10">
                  <c:v>169925054</c:v>
                </c:pt>
                <c:pt idx="11">
                  <c:v>406710970</c:v>
                </c:pt>
                <c:pt idx="12">
                  <c:v>446573809</c:v>
                </c:pt>
                <c:pt idx="13">
                  <c:v>119702941</c:v>
                </c:pt>
                <c:pt idx="14">
                  <c:v>26395127</c:v>
                </c:pt>
                <c:pt idx="15">
                  <c:v>11005076</c:v>
                </c:pt>
                <c:pt idx="16">
                  <c:v>844383</c:v>
                </c:pt>
                <c:pt idx="17">
                  <c:v>227899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편의점</c:v>
                </c:pt>
                <c:pt idx="2">
                  <c:v>할인점</c:v>
                </c:pt>
                <c:pt idx="3">
                  <c:v>일반한식/백반</c:v>
                </c:pt>
                <c:pt idx="4">
                  <c:v>골프장</c:v>
                </c:pt>
                <c:pt idx="5">
                  <c:v>슈퍼마켓</c:v>
                </c:pt>
                <c:pt idx="6">
                  <c:v>일반의류</c:v>
                </c:pt>
                <c:pt idx="7">
                  <c:v>자동차정비/카센타</c:v>
                </c:pt>
                <c:pt idx="8">
                  <c:v>농산물</c:v>
                </c:pt>
                <c:pt idx="9">
                  <c:v>건축/건설/설비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1743.8343629999999</c:v>
                </c:pt>
                <c:pt idx="1">
                  <c:v>973.73474899999997</c:v>
                </c:pt>
                <c:pt idx="2">
                  <c:v>1093.4719600000001</c:v>
                </c:pt>
                <c:pt idx="3">
                  <c:v>395.80731500000002</c:v>
                </c:pt>
                <c:pt idx="4">
                  <c:v>6.6673539999999996</c:v>
                </c:pt>
                <c:pt idx="5">
                  <c:v>790.66956200000004</c:v>
                </c:pt>
                <c:pt idx="6">
                  <c:v>688.45025199999998</c:v>
                </c:pt>
                <c:pt idx="7">
                  <c:v>378.87662799999998</c:v>
                </c:pt>
                <c:pt idx="8">
                  <c:v>392.02730600000001</c:v>
                </c:pt>
                <c:pt idx="9">
                  <c:v>10.005214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편의점</c:v>
                </c:pt>
                <c:pt idx="2">
                  <c:v>할인점</c:v>
                </c:pt>
                <c:pt idx="3">
                  <c:v>일반한식/백반</c:v>
                </c:pt>
                <c:pt idx="4">
                  <c:v>골프장</c:v>
                </c:pt>
                <c:pt idx="5">
                  <c:v>슈퍼마켓</c:v>
                </c:pt>
                <c:pt idx="6">
                  <c:v>일반의류</c:v>
                </c:pt>
                <c:pt idx="7">
                  <c:v>자동차정비/카센타</c:v>
                </c:pt>
                <c:pt idx="8">
                  <c:v>농산물</c:v>
                </c:pt>
                <c:pt idx="9">
                  <c:v>건축/건설/설비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1118.0771279999999</c:v>
                </c:pt>
                <c:pt idx="1">
                  <c:v>334.78657500000003</c:v>
                </c:pt>
                <c:pt idx="2">
                  <c:v>566.48272199999997</c:v>
                </c:pt>
                <c:pt idx="3">
                  <c:v>345.49569500000001</c:v>
                </c:pt>
                <c:pt idx="4">
                  <c:v>24.075779000000001</c:v>
                </c:pt>
                <c:pt idx="5">
                  <c:v>422.84039999999999</c:v>
                </c:pt>
                <c:pt idx="6">
                  <c:v>428.320626</c:v>
                </c:pt>
                <c:pt idx="7">
                  <c:v>298.53268200000002</c:v>
                </c:pt>
                <c:pt idx="8">
                  <c:v>408.80847399999999</c:v>
                </c:pt>
                <c:pt idx="9">
                  <c:v>36.323523999999999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편의점</c:v>
                </c:pt>
                <c:pt idx="2">
                  <c:v>할인점</c:v>
                </c:pt>
                <c:pt idx="3">
                  <c:v>일반한식/백반</c:v>
                </c:pt>
                <c:pt idx="4">
                  <c:v>골프장</c:v>
                </c:pt>
                <c:pt idx="5">
                  <c:v>슈퍼마켓</c:v>
                </c:pt>
                <c:pt idx="6">
                  <c:v>일반의류</c:v>
                </c:pt>
                <c:pt idx="7">
                  <c:v>자동차정비/카센타</c:v>
                </c:pt>
                <c:pt idx="8">
                  <c:v>농산물</c:v>
                </c:pt>
                <c:pt idx="9">
                  <c:v>건축/건설/설비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2361.6880270000001</c:v>
                </c:pt>
                <c:pt idx="1">
                  <c:v>2501.3186529999998</c:v>
                </c:pt>
                <c:pt idx="2">
                  <c:v>1888.427422</c:v>
                </c:pt>
                <c:pt idx="3">
                  <c:v>2566.8517590000001</c:v>
                </c:pt>
                <c:pt idx="4">
                  <c:v>2415.875239</c:v>
                </c:pt>
                <c:pt idx="5">
                  <c:v>819.07931799999994</c:v>
                </c:pt>
                <c:pt idx="6">
                  <c:v>853.96742600000005</c:v>
                </c:pt>
                <c:pt idx="7">
                  <c:v>986.90616699999998</c:v>
                </c:pt>
                <c:pt idx="8">
                  <c:v>800.97004000000004</c:v>
                </c:pt>
                <c:pt idx="9">
                  <c:v>1351.426657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3-14E9-4D42-973D-663ADB9DD2A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5-14E9-4D42-973D-663ADB9DD2A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7-14E9-4D42-973D-663ADB9DD2A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9-14E9-4D42-973D-663ADB9DD2A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B-14E9-4D42-973D-663ADB9DD2A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D-14E9-4D42-973D-663ADB9DD2A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0F-14E9-4D42-973D-663ADB9DD2A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1-14E9-4D42-973D-663ADB9DD2A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3-14E9-4D42-973D-663ADB9DD2A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5-14E9-4D42-973D-663ADB9DD2A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7-14E9-4D42-973D-663ADB9DD2A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9-14E9-4D42-973D-663ADB9DD2A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B-14E9-4D42-973D-663ADB9DD2A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D-14E9-4D42-973D-663ADB9DD2A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F-14E9-4D42-973D-663ADB9DD2A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1-14E9-4D42-973D-663ADB9DD2A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3-14E9-4D42-973D-663ADB9DD2A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5-14E9-4D42-973D-663ADB9DD2A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7-14E9-4D42-973D-663ADB9DD2A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9-14E9-4D42-973D-663ADB9DD2A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B-14E9-4D42-973D-663ADB9DD2A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D-14E9-4D42-973D-663ADB9DD2A9}"/>
              </c:ext>
            </c:extLst>
          </c:dPt>
          <c:dPt>
            <c:idx val="23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F-14E9-4D42-973D-663ADB9DD2A9}"/>
              </c:ext>
            </c:extLst>
          </c:dPt>
          <c:dPt>
            <c:idx val="24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1-14E9-4D42-973D-663ADB9DD2A9}"/>
              </c:ext>
            </c:extLst>
          </c:dPt>
          <c:dPt>
            <c:idx val="25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3-14E9-4D42-973D-663ADB9DD2A9}"/>
              </c:ext>
            </c:extLst>
          </c:dPt>
          <c:dPt>
            <c:idx val="26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5-14E9-4D42-973D-663ADB9DD2A9}"/>
              </c:ext>
            </c:extLst>
          </c:dPt>
          <c:dPt>
            <c:idx val="27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7-14E9-4D42-973D-663ADB9DD2A9}"/>
              </c:ext>
            </c:extLst>
          </c:dPt>
          <c:dPt>
            <c:idx val="28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9-14E9-4D42-973D-663ADB9DD2A9}"/>
              </c:ext>
            </c:extLst>
          </c:dPt>
          <c:dPt>
            <c:idx val="29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B-14E9-4D42-973D-663ADB9DD2A9}"/>
              </c:ext>
            </c:extLst>
          </c:dPt>
          <c:dPt>
            <c:idx val="30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D-14E9-4D42-973D-663ADB9DD2A9}"/>
              </c:ext>
            </c:extLst>
          </c:dPt>
          <c:dPt>
            <c:idx val="31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F-14E9-4D42-973D-663ADB9DD2A9}"/>
              </c:ext>
            </c:extLst>
          </c:dPt>
          <c:dPt>
            <c:idx val="32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1-14E9-4D42-973D-663ADB9DD2A9}"/>
              </c:ext>
            </c:extLst>
          </c:dPt>
          <c:dPt>
            <c:idx val="33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3-14E9-4D42-973D-663ADB9DD2A9}"/>
              </c:ext>
            </c:extLst>
          </c:dPt>
          <c:dPt>
            <c:idx val="34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5-14E9-4D42-973D-663ADB9DD2A9}"/>
              </c:ext>
            </c:extLst>
          </c:dPt>
          <c:dPt>
            <c:idx val="35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7-14E9-4D42-973D-663ADB9DD2A9}"/>
              </c:ext>
            </c:extLst>
          </c:dPt>
          <c:dPt>
            <c:idx val="36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9-14E9-4D42-973D-663ADB9DD2A9}"/>
              </c:ext>
            </c:extLst>
          </c:dPt>
          <c:dPt>
            <c:idx val="37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B-14E9-4D42-973D-663ADB9DD2A9}"/>
              </c:ext>
            </c:extLst>
          </c:dPt>
          <c:dPt>
            <c:idx val="38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D-14E9-4D42-973D-663ADB9DD2A9}"/>
              </c:ext>
            </c:extLst>
          </c:dPt>
          <c:dPt>
            <c:idx val="39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F-14E9-4D42-973D-663ADB9DD2A9}"/>
              </c:ext>
            </c:extLst>
          </c:dPt>
          <c:dPt>
            <c:idx val="40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1-14E9-4D42-973D-663ADB9DD2A9}"/>
              </c:ext>
            </c:extLst>
          </c:dPt>
          <c:dPt>
            <c:idx val="41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3-14E9-4D42-973D-663ADB9DD2A9}"/>
              </c:ext>
            </c:extLst>
          </c:dPt>
          <c:dPt>
            <c:idx val="42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5-14E9-4D42-973D-663ADB9DD2A9}"/>
              </c:ext>
            </c:extLst>
          </c:dPt>
          <c:dPt>
            <c:idx val="43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7-14E9-4D42-973D-663ADB9DD2A9}"/>
              </c:ext>
            </c:extLst>
          </c:dPt>
          <c:dPt>
            <c:idx val="44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9-14E9-4D42-973D-663ADB9DD2A9}"/>
              </c:ext>
            </c:extLst>
          </c:dPt>
          <c:dPt>
            <c:idx val="45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B-14E9-4D42-973D-663ADB9DD2A9}"/>
              </c:ext>
            </c:extLst>
          </c:dPt>
          <c:dPt>
            <c:idx val="46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D-14E9-4D42-973D-663ADB9DD2A9}"/>
              </c:ext>
            </c:extLst>
          </c:dPt>
          <c:dPt>
            <c:idx val="47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F-14E9-4D42-973D-663ADB9DD2A9}"/>
              </c:ext>
            </c:extLst>
          </c:dPt>
          <c:dPt>
            <c:idx val="48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1-14E9-4D42-973D-663ADB9DD2A9}"/>
              </c:ext>
            </c:extLst>
          </c:dPt>
          <c:dPt>
            <c:idx val="49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3-14E9-4D42-973D-663ADB9DD2A9}"/>
              </c:ext>
            </c:extLst>
          </c:dPt>
          <c:dPt>
            <c:idx val="50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5-14E9-4D42-973D-663ADB9DD2A9}"/>
              </c:ext>
            </c:extLst>
          </c:dPt>
          <c:dPt>
            <c:idx val="51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7-14E9-4D42-973D-663ADB9DD2A9}"/>
              </c:ext>
            </c:extLst>
          </c:dPt>
          <c:dPt>
            <c:idx val="52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9-14E9-4D42-973D-663ADB9DD2A9}"/>
              </c:ext>
            </c:extLst>
          </c:dPt>
          <c:dPt>
            <c:idx val="53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B-14E9-4D42-973D-663ADB9DD2A9}"/>
              </c:ext>
            </c:extLst>
          </c:dPt>
          <c:dPt>
            <c:idx val="54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D-14E9-4D42-973D-663ADB9DD2A9}"/>
              </c:ext>
            </c:extLst>
          </c:dPt>
          <c:dPt>
            <c:idx val="55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F-14E9-4D42-973D-663ADB9DD2A9}"/>
              </c:ext>
            </c:extLst>
          </c:dPt>
          <c:dPt>
            <c:idx val="56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1-14E9-4D42-973D-663ADB9DD2A9}"/>
              </c:ext>
            </c:extLst>
          </c:dPt>
          <c:dPt>
            <c:idx val="57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3-14E9-4D42-973D-663ADB9DD2A9}"/>
              </c:ext>
            </c:extLst>
          </c:dPt>
          <c:dPt>
            <c:idx val="58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5-14E9-4D42-973D-663ADB9DD2A9}"/>
              </c:ext>
            </c:extLst>
          </c:dPt>
          <c:dPt>
            <c:idx val="59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7-14E9-4D42-973D-663ADB9DD2A9}"/>
              </c:ext>
            </c:extLst>
          </c:dPt>
          <c:dPt>
            <c:idx val="60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9-14E9-4D42-973D-663ADB9DD2A9}"/>
              </c:ext>
            </c:extLst>
          </c:dPt>
          <c:dPt>
            <c:idx val="61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B-14E9-4D42-973D-663ADB9DD2A9}"/>
              </c:ext>
            </c:extLst>
          </c:dPt>
          <c:dPt>
            <c:idx val="62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D-14E9-4D42-973D-663ADB9DD2A9}"/>
              </c:ext>
            </c:extLst>
          </c:dPt>
          <c:dPt>
            <c:idx val="63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F-14E9-4D42-973D-663ADB9DD2A9}"/>
              </c:ext>
            </c:extLst>
          </c:dPt>
          <c:dPt>
            <c:idx val="64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81-14E9-4D42-973D-663ADB9DD2A9}"/>
              </c:ext>
            </c:extLst>
          </c:dPt>
          <c:dPt>
            <c:idx val="65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83-14E9-4D42-973D-663ADB9DD2A9}"/>
              </c:ext>
            </c:extLst>
          </c:dPt>
          <c:dPt>
            <c:idx val="66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85-14E9-4D42-973D-663ADB9DD2A9}"/>
              </c:ext>
            </c:extLst>
          </c:dPt>
          <c:dPt>
            <c:idx val="67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87-14E9-4D42-973D-663ADB9DD2A9}"/>
              </c:ext>
            </c:extLst>
          </c:dPt>
          <c:dPt>
            <c:idx val="68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89-14E9-4D42-973D-663ADB9DD2A9}"/>
              </c:ext>
            </c:extLst>
          </c:dPt>
          <c:dPt>
            <c:idx val="69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8B-14E9-4D42-973D-663ADB9DD2A9}"/>
              </c:ext>
            </c:extLst>
          </c:dPt>
          <c:dPt>
            <c:idx val="70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8D-14E9-4D42-973D-663ADB9DD2A9}"/>
              </c:ext>
            </c:extLst>
          </c:dPt>
          <c:dPt>
            <c:idx val="71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8F-14E9-4D42-973D-663ADB9DD2A9}"/>
              </c:ext>
            </c:extLst>
          </c:dPt>
          <c:dPt>
            <c:idx val="72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91-14E9-4D42-973D-663ADB9DD2A9}"/>
              </c:ext>
            </c:extLst>
          </c:dPt>
          <c:dPt>
            <c:idx val="73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93-14E9-4D42-973D-663ADB9DD2A9}"/>
              </c:ext>
            </c:extLst>
          </c:dPt>
          <c:dPt>
            <c:idx val="74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95-14E9-4D42-973D-663ADB9DD2A9}"/>
              </c:ext>
            </c:extLst>
          </c:dPt>
          <c:cat>
            <c:strRef>
              <c:f>Sheet1!$A$2:$A$76</c:f>
              <c:strCache>
                <c:ptCount val="7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DAY17</c:v>
                </c:pt>
                <c:pt idx="24">
                  <c:v>DAY18</c:v>
                </c:pt>
                <c:pt idx="25">
                  <c:v>DAY19</c:v>
                </c:pt>
                <c:pt idx="26">
                  <c:v>DAY20</c:v>
                </c:pt>
                <c:pt idx="27">
                  <c:v>DAY21</c:v>
                </c:pt>
                <c:pt idx="28">
                  <c:v>DAY22</c:v>
                </c:pt>
                <c:pt idx="29">
                  <c:v>DAY23</c:v>
                </c:pt>
                <c:pt idx="30">
                  <c:v>DAY24</c:v>
                </c:pt>
                <c:pt idx="31">
                  <c:v>DAY25</c:v>
                </c:pt>
                <c:pt idx="32">
                  <c:v>DAY26</c:v>
                </c:pt>
                <c:pt idx="33">
                  <c:v>DAY27</c:v>
                </c:pt>
                <c:pt idx="34">
                  <c:v>DAY28</c:v>
                </c:pt>
                <c:pt idx="35">
                  <c:v>DAY29</c:v>
                </c:pt>
                <c:pt idx="36">
                  <c:v>DAY30</c:v>
                </c:pt>
                <c:pt idx="37">
                  <c:v>DAY31</c:v>
                </c:pt>
                <c:pt idx="38">
                  <c:v>DAY32</c:v>
                </c:pt>
                <c:pt idx="39">
                  <c:v>DAY33</c:v>
                </c:pt>
                <c:pt idx="40">
                  <c:v>DAY34</c:v>
                </c:pt>
                <c:pt idx="41">
                  <c:v>DAY35</c:v>
                </c:pt>
                <c:pt idx="42">
                  <c:v>DAY36</c:v>
                </c:pt>
                <c:pt idx="43">
                  <c:v>DAY37</c:v>
                </c:pt>
                <c:pt idx="44">
                  <c:v>DAY38</c:v>
                </c:pt>
                <c:pt idx="45">
                  <c:v>DAY39</c:v>
                </c:pt>
                <c:pt idx="46">
                  <c:v>DAY40</c:v>
                </c:pt>
                <c:pt idx="47">
                  <c:v>DAY41</c:v>
                </c:pt>
                <c:pt idx="48">
                  <c:v>DAY42</c:v>
                </c:pt>
                <c:pt idx="49">
                  <c:v>DAY43</c:v>
                </c:pt>
                <c:pt idx="50">
                  <c:v>DAY44</c:v>
                </c:pt>
                <c:pt idx="51">
                  <c:v>DAY45</c:v>
                </c:pt>
                <c:pt idx="52">
                  <c:v>DAY46</c:v>
                </c:pt>
                <c:pt idx="53">
                  <c:v>DAY47</c:v>
                </c:pt>
                <c:pt idx="54">
                  <c:v>DAY48</c:v>
                </c:pt>
                <c:pt idx="55">
                  <c:v>DAY49</c:v>
                </c:pt>
                <c:pt idx="56">
                  <c:v>DAY50</c:v>
                </c:pt>
                <c:pt idx="57">
                  <c:v>DAY51</c:v>
                </c:pt>
                <c:pt idx="58">
                  <c:v>DAY52</c:v>
                </c:pt>
                <c:pt idx="59">
                  <c:v>DAY53</c:v>
                </c:pt>
                <c:pt idx="60">
                  <c:v>DAY54</c:v>
                </c:pt>
                <c:pt idx="61">
                  <c:v>DAY55</c:v>
                </c:pt>
                <c:pt idx="62">
                  <c:v>DAY56</c:v>
                </c:pt>
                <c:pt idx="63">
                  <c:v>DAY57</c:v>
                </c:pt>
                <c:pt idx="64">
                  <c:v>DAY58</c:v>
                </c:pt>
                <c:pt idx="65">
                  <c:v>DAY59</c:v>
                </c:pt>
                <c:pt idx="66">
                  <c:v>DAY60</c:v>
                </c:pt>
                <c:pt idx="67">
                  <c:v>DAY61</c:v>
                </c:pt>
                <c:pt idx="68">
                  <c:v>D+1</c:v>
                </c:pt>
                <c:pt idx="69">
                  <c:v>D+2</c:v>
                </c:pt>
                <c:pt idx="70">
                  <c:v>D+3</c:v>
                </c:pt>
                <c:pt idx="71">
                  <c:v>D+4</c:v>
                </c:pt>
                <c:pt idx="72">
                  <c:v>D+5</c:v>
                </c:pt>
                <c:pt idx="73">
                  <c:v>D+6</c:v>
                </c:pt>
                <c:pt idx="74">
                  <c:v>D+7</c:v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656.1</c:v>
                </c:pt>
                <c:pt idx="8">
                  <c:v>653.21</c:v>
                </c:pt>
                <c:pt idx="9">
                  <c:v>707.46</c:v>
                </c:pt>
                <c:pt idx="10">
                  <c:v>620.46</c:v>
                </c:pt>
                <c:pt idx="11">
                  <c:v>780.25</c:v>
                </c:pt>
                <c:pt idx="12">
                  <c:v>848.67</c:v>
                </c:pt>
                <c:pt idx="13">
                  <c:v>716.7</c:v>
                </c:pt>
                <c:pt idx="14">
                  <c:v>669</c:v>
                </c:pt>
                <c:pt idx="15">
                  <c:v>696.38</c:v>
                </c:pt>
                <c:pt idx="16">
                  <c:v>724.92</c:v>
                </c:pt>
                <c:pt idx="17">
                  <c:v>688.9</c:v>
                </c:pt>
                <c:pt idx="18">
                  <c:v>792.08</c:v>
                </c:pt>
                <c:pt idx="19">
                  <c:v>916.13</c:v>
                </c:pt>
                <c:pt idx="20">
                  <c:v>780.76</c:v>
                </c:pt>
                <c:pt idx="21">
                  <c:v>715.52</c:v>
                </c:pt>
                <c:pt idx="22">
                  <c:v>668.34</c:v>
                </c:pt>
                <c:pt idx="23">
                  <c:v>603.26</c:v>
                </c:pt>
                <c:pt idx="24">
                  <c:v>781.27</c:v>
                </c:pt>
                <c:pt idx="25">
                  <c:v>901.89</c:v>
                </c:pt>
                <c:pt idx="26">
                  <c:v>1002.36</c:v>
                </c:pt>
                <c:pt idx="27">
                  <c:v>772.51</c:v>
                </c:pt>
                <c:pt idx="28">
                  <c:v>713</c:v>
                </c:pt>
                <c:pt idx="29">
                  <c:v>714.16</c:v>
                </c:pt>
                <c:pt idx="30">
                  <c:v>555.74</c:v>
                </c:pt>
                <c:pt idx="31">
                  <c:v>699.18</c:v>
                </c:pt>
                <c:pt idx="32">
                  <c:v>887.95</c:v>
                </c:pt>
                <c:pt idx="33">
                  <c:v>1101.1400000000001</c:v>
                </c:pt>
                <c:pt idx="34">
                  <c:v>667.87</c:v>
                </c:pt>
                <c:pt idx="35">
                  <c:v>742.3</c:v>
                </c:pt>
                <c:pt idx="36">
                  <c:v>879.55</c:v>
                </c:pt>
                <c:pt idx="37">
                  <c:v>814.41</c:v>
                </c:pt>
                <c:pt idx="38">
                  <c:v>904.66</c:v>
                </c:pt>
                <c:pt idx="39">
                  <c:v>1123.9000000000001</c:v>
                </c:pt>
                <c:pt idx="40">
                  <c:v>1222.45</c:v>
                </c:pt>
                <c:pt idx="41">
                  <c:v>1011.07</c:v>
                </c:pt>
                <c:pt idx="42">
                  <c:v>711.61</c:v>
                </c:pt>
                <c:pt idx="43">
                  <c:v>844.56</c:v>
                </c:pt>
                <c:pt idx="44">
                  <c:v>1055.7</c:v>
                </c:pt>
                <c:pt idx="45">
                  <c:v>853.73</c:v>
                </c:pt>
                <c:pt idx="46">
                  <c:v>722.24</c:v>
                </c:pt>
                <c:pt idx="47">
                  <c:v>691.31</c:v>
                </c:pt>
                <c:pt idx="48">
                  <c:v>697.9</c:v>
                </c:pt>
                <c:pt idx="49">
                  <c:v>620.58000000000004</c:v>
                </c:pt>
                <c:pt idx="50">
                  <c:v>694.06</c:v>
                </c:pt>
                <c:pt idx="51">
                  <c:v>767.98</c:v>
                </c:pt>
                <c:pt idx="52">
                  <c:v>846.3</c:v>
                </c:pt>
                <c:pt idx="53">
                  <c:v>873.55</c:v>
                </c:pt>
                <c:pt idx="54">
                  <c:v>988.33</c:v>
                </c:pt>
                <c:pt idx="55">
                  <c:v>814.41</c:v>
                </c:pt>
                <c:pt idx="56">
                  <c:v>743.34</c:v>
                </c:pt>
                <c:pt idx="57">
                  <c:v>752.68</c:v>
                </c:pt>
                <c:pt idx="58">
                  <c:v>795.35</c:v>
                </c:pt>
                <c:pt idx="59">
                  <c:v>742.71</c:v>
                </c:pt>
                <c:pt idx="60">
                  <c:v>865.52</c:v>
                </c:pt>
                <c:pt idx="61">
                  <c:v>1312.03</c:v>
                </c:pt>
                <c:pt idx="62">
                  <c:v>891.02</c:v>
                </c:pt>
                <c:pt idx="63">
                  <c:v>743.12</c:v>
                </c:pt>
                <c:pt idx="64">
                  <c:v>771.54</c:v>
                </c:pt>
                <c:pt idx="65">
                  <c:v>721.25</c:v>
                </c:pt>
                <c:pt idx="66">
                  <c:v>756.24</c:v>
                </c:pt>
                <c:pt idx="67">
                  <c:v>882.43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76717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7-14E9-4D42-973D-663ADB9DD2A9}"/>
              </c:ext>
            </c:extLst>
          </c:dPt>
          <c:dPt>
            <c:idx val="1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8-14E9-4D42-973D-663ADB9DD2A9}"/>
              </c:ext>
            </c:extLst>
          </c:dPt>
          <c:dPt>
            <c:idx val="3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9-14E9-4D42-973D-663ADB9DD2A9}"/>
              </c:ext>
            </c:extLst>
          </c:dPt>
          <c:dPt>
            <c:idx val="4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A-14E9-4D42-973D-663ADB9DD2A9}"/>
              </c:ext>
            </c:extLst>
          </c:dPt>
          <c:dPt>
            <c:idx val="5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B-14E9-4D42-973D-663ADB9DD2A9}"/>
              </c:ext>
            </c:extLst>
          </c:dPt>
          <c:dPt>
            <c:idx val="6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C-14E9-4D42-973D-663ADB9DD2A9}"/>
              </c:ext>
            </c:extLst>
          </c:dPt>
          <c:dPt>
            <c:idx val="7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D-14E9-4D42-973D-663ADB9DD2A9}"/>
              </c:ext>
            </c:extLst>
          </c:dPt>
          <c:dPt>
            <c:idx val="8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E-14E9-4D42-973D-663ADB9DD2A9}"/>
              </c:ext>
            </c:extLst>
          </c:dPt>
          <c:dPt>
            <c:idx val="9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F-14E9-4D42-973D-663ADB9DD2A9}"/>
              </c:ext>
            </c:extLst>
          </c:dPt>
          <c:dPt>
            <c:idx val="10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0-14E9-4D42-973D-663ADB9DD2A9}"/>
              </c:ext>
            </c:extLst>
          </c:dPt>
          <c:dPt>
            <c:idx val="11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1-14E9-4D42-973D-663ADB9DD2A9}"/>
              </c:ext>
            </c:extLst>
          </c:dPt>
          <c:dPt>
            <c:idx val="12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2-14E9-4D42-973D-663ADB9DD2A9}"/>
              </c:ext>
            </c:extLst>
          </c:dPt>
          <c:dPt>
            <c:idx val="13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3-14E9-4D42-973D-663ADB9DD2A9}"/>
              </c:ext>
            </c:extLst>
          </c:dPt>
          <c:dPt>
            <c:idx val="14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4-14E9-4D42-973D-663ADB9DD2A9}"/>
              </c:ext>
            </c:extLst>
          </c:dPt>
          <c:dPt>
            <c:idx val="15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5-14E9-4D42-973D-663ADB9DD2A9}"/>
              </c:ext>
            </c:extLst>
          </c:dPt>
          <c:dPt>
            <c:idx val="16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6-14E9-4D42-973D-663ADB9DD2A9}"/>
              </c:ext>
            </c:extLst>
          </c:dPt>
          <c:dPt>
            <c:idx val="17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7-14E9-4D42-973D-663ADB9DD2A9}"/>
              </c:ext>
            </c:extLst>
          </c:dPt>
          <c:dPt>
            <c:idx val="18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8-14E9-4D42-973D-663ADB9DD2A9}"/>
              </c:ext>
            </c:extLst>
          </c:dPt>
          <c:dPt>
            <c:idx val="19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9-14E9-4D42-973D-663ADB9DD2A9}"/>
              </c:ext>
            </c:extLst>
          </c:dPt>
          <c:dPt>
            <c:idx val="20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A-14E9-4D42-973D-663ADB9DD2A9}"/>
              </c:ext>
            </c:extLst>
          </c:dPt>
          <c:dPt>
            <c:idx val="21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B-14E9-4D42-973D-663ADB9DD2A9}"/>
              </c:ext>
            </c:extLst>
          </c:dPt>
          <c:dPt>
            <c:idx val="22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C-14E9-4D42-973D-663ADB9DD2A9}"/>
              </c:ext>
            </c:extLst>
          </c:dPt>
          <c:dPt>
            <c:idx val="23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D-14E9-4D42-973D-663ADB9DD2A9}"/>
              </c:ext>
            </c:extLst>
          </c:dPt>
          <c:dPt>
            <c:idx val="24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E-14E9-4D42-973D-663ADB9DD2A9}"/>
              </c:ext>
            </c:extLst>
          </c:dPt>
          <c:dPt>
            <c:idx val="25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F-14E9-4D42-973D-663ADB9DD2A9}"/>
              </c:ext>
            </c:extLst>
          </c:dPt>
          <c:dPt>
            <c:idx val="26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0-14E9-4D42-973D-663ADB9DD2A9}"/>
              </c:ext>
            </c:extLst>
          </c:dPt>
          <c:dPt>
            <c:idx val="27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1-14E9-4D42-973D-663ADB9DD2A9}"/>
              </c:ext>
            </c:extLst>
          </c:dPt>
          <c:dPt>
            <c:idx val="28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2-14E9-4D42-973D-663ADB9DD2A9}"/>
              </c:ext>
            </c:extLst>
          </c:dPt>
          <c:dPt>
            <c:idx val="29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3-14E9-4D42-973D-663ADB9DD2A9}"/>
              </c:ext>
            </c:extLst>
          </c:dPt>
          <c:dPt>
            <c:idx val="30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4-14E9-4D42-973D-663ADB9DD2A9}"/>
              </c:ext>
            </c:extLst>
          </c:dPt>
          <c:dPt>
            <c:idx val="31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5-14E9-4D42-973D-663ADB9DD2A9}"/>
              </c:ext>
            </c:extLst>
          </c:dPt>
          <c:dPt>
            <c:idx val="32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6-14E9-4D42-973D-663ADB9DD2A9}"/>
              </c:ext>
            </c:extLst>
          </c:dPt>
          <c:dPt>
            <c:idx val="33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7-14E9-4D42-973D-663ADB9DD2A9}"/>
              </c:ext>
            </c:extLst>
          </c:dPt>
          <c:dPt>
            <c:idx val="34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8-14E9-4D42-973D-663ADB9DD2A9}"/>
              </c:ext>
            </c:extLst>
          </c:dPt>
          <c:dPt>
            <c:idx val="35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9-14E9-4D42-973D-663ADB9DD2A9}"/>
              </c:ext>
            </c:extLst>
          </c:dPt>
          <c:dPt>
            <c:idx val="36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A-14E9-4D42-973D-663ADB9DD2A9}"/>
              </c:ext>
            </c:extLst>
          </c:dPt>
          <c:dPt>
            <c:idx val="37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B-14E9-4D42-973D-663ADB9DD2A9}"/>
              </c:ext>
            </c:extLst>
          </c:dPt>
          <c:dPt>
            <c:idx val="38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C-14E9-4D42-973D-663ADB9DD2A9}"/>
              </c:ext>
            </c:extLst>
          </c:dPt>
          <c:dPt>
            <c:idx val="39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D-14E9-4D42-973D-663ADB9DD2A9}"/>
              </c:ext>
            </c:extLst>
          </c:dPt>
          <c:dPt>
            <c:idx val="40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E-14E9-4D42-973D-663ADB9DD2A9}"/>
              </c:ext>
            </c:extLst>
          </c:dPt>
          <c:dPt>
            <c:idx val="41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F-14E9-4D42-973D-663ADB9DD2A9}"/>
              </c:ext>
            </c:extLst>
          </c:dPt>
          <c:dPt>
            <c:idx val="42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0-14E9-4D42-973D-663ADB9DD2A9}"/>
              </c:ext>
            </c:extLst>
          </c:dPt>
          <c:dPt>
            <c:idx val="43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1-14E9-4D42-973D-663ADB9DD2A9}"/>
              </c:ext>
            </c:extLst>
          </c:dPt>
          <c:dPt>
            <c:idx val="44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2-14E9-4D42-973D-663ADB9DD2A9}"/>
              </c:ext>
            </c:extLst>
          </c:dPt>
          <c:dPt>
            <c:idx val="45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3-14E9-4D42-973D-663ADB9DD2A9}"/>
              </c:ext>
            </c:extLst>
          </c:dPt>
          <c:dPt>
            <c:idx val="46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4-14E9-4D42-973D-663ADB9DD2A9}"/>
              </c:ext>
            </c:extLst>
          </c:dPt>
          <c:dPt>
            <c:idx val="47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5-14E9-4D42-973D-663ADB9DD2A9}"/>
              </c:ext>
            </c:extLst>
          </c:dPt>
          <c:dPt>
            <c:idx val="48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6-14E9-4D42-973D-663ADB9DD2A9}"/>
              </c:ext>
            </c:extLst>
          </c:dPt>
          <c:dPt>
            <c:idx val="49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7-14E9-4D42-973D-663ADB9DD2A9}"/>
              </c:ext>
            </c:extLst>
          </c:dPt>
          <c:dPt>
            <c:idx val="50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8-14E9-4D42-973D-663ADB9DD2A9}"/>
              </c:ext>
            </c:extLst>
          </c:dPt>
          <c:dPt>
            <c:idx val="51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9-14E9-4D42-973D-663ADB9DD2A9}"/>
              </c:ext>
            </c:extLst>
          </c:dPt>
          <c:dPt>
            <c:idx val="52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A-14E9-4D42-973D-663ADB9DD2A9}"/>
              </c:ext>
            </c:extLst>
          </c:dPt>
          <c:dPt>
            <c:idx val="53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B-14E9-4D42-973D-663ADB9DD2A9}"/>
              </c:ext>
            </c:extLst>
          </c:dPt>
          <c:dPt>
            <c:idx val="54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C-14E9-4D42-973D-663ADB9DD2A9}"/>
              </c:ext>
            </c:extLst>
          </c:dPt>
          <c:dPt>
            <c:idx val="55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D-14E9-4D42-973D-663ADB9DD2A9}"/>
              </c:ext>
            </c:extLst>
          </c:dPt>
          <c:dPt>
            <c:idx val="56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E-14E9-4D42-973D-663ADB9DD2A9}"/>
              </c:ext>
            </c:extLst>
          </c:dPt>
          <c:dPt>
            <c:idx val="57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F-14E9-4D42-973D-663ADB9DD2A9}"/>
              </c:ext>
            </c:extLst>
          </c:dPt>
          <c:dPt>
            <c:idx val="58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0-14E9-4D42-973D-663ADB9DD2A9}"/>
              </c:ext>
            </c:extLst>
          </c:dPt>
          <c:dPt>
            <c:idx val="59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1-14E9-4D42-973D-663ADB9DD2A9}"/>
              </c:ext>
            </c:extLst>
          </c:dPt>
          <c:dPt>
            <c:idx val="60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2-14E9-4D42-973D-663ADB9DD2A9}"/>
              </c:ext>
            </c:extLst>
          </c:dPt>
          <c:dPt>
            <c:idx val="61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3-14E9-4D42-973D-663ADB9DD2A9}"/>
              </c:ext>
            </c:extLst>
          </c:dPt>
          <c:dPt>
            <c:idx val="62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4-14E9-4D42-973D-663ADB9DD2A9}"/>
              </c:ext>
            </c:extLst>
          </c:dPt>
          <c:dPt>
            <c:idx val="63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5-14E9-4D42-973D-663ADB9DD2A9}"/>
              </c:ext>
            </c:extLst>
          </c:dPt>
          <c:dPt>
            <c:idx val="64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6-14E9-4D42-973D-663ADB9DD2A9}"/>
              </c:ext>
            </c:extLst>
          </c:dPt>
          <c:dPt>
            <c:idx val="65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7-14E9-4D42-973D-663ADB9DD2A9}"/>
              </c:ext>
            </c:extLst>
          </c:dPt>
          <c:dPt>
            <c:idx val="66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8-14E9-4D42-973D-663ADB9DD2A9}"/>
              </c:ext>
            </c:extLst>
          </c:dPt>
          <c:dPt>
            <c:idx val="67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9-14E9-4D42-973D-663ADB9DD2A9}"/>
              </c:ext>
            </c:extLst>
          </c:dPt>
          <c:dPt>
            <c:idx val="68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A-14E9-4D42-973D-663ADB9DD2A9}"/>
              </c:ext>
            </c:extLst>
          </c:dPt>
          <c:dPt>
            <c:idx val="69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B-14E9-4D42-973D-663ADB9DD2A9}"/>
              </c:ext>
            </c:extLst>
          </c:dPt>
          <c:dPt>
            <c:idx val="70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C-14E9-4D42-973D-663ADB9DD2A9}"/>
              </c:ext>
            </c:extLst>
          </c:dPt>
          <c:dPt>
            <c:idx val="71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D-14E9-4D42-973D-663ADB9DD2A9}"/>
              </c:ext>
            </c:extLst>
          </c:dPt>
          <c:dPt>
            <c:idx val="72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E-14E9-4D42-973D-663ADB9DD2A9}"/>
              </c:ext>
            </c:extLst>
          </c:dPt>
          <c:dPt>
            <c:idx val="73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F-14E9-4D42-973D-663ADB9DD2A9}"/>
              </c:ext>
            </c:extLst>
          </c:dPt>
          <c:dPt>
            <c:idx val="74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E0-14E9-4D42-973D-663ADB9DD2A9}"/>
              </c:ext>
            </c:extLst>
          </c:dPt>
          <c:cat>
            <c:strRef>
              <c:f>Sheet1!$A$2:$A$76</c:f>
              <c:strCache>
                <c:ptCount val="7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DAY17</c:v>
                </c:pt>
                <c:pt idx="24">
                  <c:v>DAY18</c:v>
                </c:pt>
                <c:pt idx="25">
                  <c:v>DAY19</c:v>
                </c:pt>
                <c:pt idx="26">
                  <c:v>DAY20</c:v>
                </c:pt>
                <c:pt idx="27">
                  <c:v>DAY21</c:v>
                </c:pt>
                <c:pt idx="28">
                  <c:v>DAY22</c:v>
                </c:pt>
                <c:pt idx="29">
                  <c:v>DAY23</c:v>
                </c:pt>
                <c:pt idx="30">
                  <c:v>DAY24</c:v>
                </c:pt>
                <c:pt idx="31">
                  <c:v>DAY25</c:v>
                </c:pt>
                <c:pt idx="32">
                  <c:v>DAY26</c:v>
                </c:pt>
                <c:pt idx="33">
                  <c:v>DAY27</c:v>
                </c:pt>
                <c:pt idx="34">
                  <c:v>DAY28</c:v>
                </c:pt>
                <c:pt idx="35">
                  <c:v>DAY29</c:v>
                </c:pt>
                <c:pt idx="36">
                  <c:v>DAY30</c:v>
                </c:pt>
                <c:pt idx="37">
                  <c:v>DAY31</c:v>
                </c:pt>
                <c:pt idx="38">
                  <c:v>DAY32</c:v>
                </c:pt>
                <c:pt idx="39">
                  <c:v>DAY33</c:v>
                </c:pt>
                <c:pt idx="40">
                  <c:v>DAY34</c:v>
                </c:pt>
                <c:pt idx="41">
                  <c:v>DAY35</c:v>
                </c:pt>
                <c:pt idx="42">
                  <c:v>DAY36</c:v>
                </c:pt>
                <c:pt idx="43">
                  <c:v>DAY37</c:v>
                </c:pt>
                <c:pt idx="44">
                  <c:v>DAY38</c:v>
                </c:pt>
                <c:pt idx="45">
                  <c:v>DAY39</c:v>
                </c:pt>
                <c:pt idx="46">
                  <c:v>DAY40</c:v>
                </c:pt>
                <c:pt idx="47">
                  <c:v>DAY41</c:v>
                </c:pt>
                <c:pt idx="48">
                  <c:v>DAY42</c:v>
                </c:pt>
                <c:pt idx="49">
                  <c:v>DAY43</c:v>
                </c:pt>
                <c:pt idx="50">
                  <c:v>DAY44</c:v>
                </c:pt>
                <c:pt idx="51">
                  <c:v>DAY45</c:v>
                </c:pt>
                <c:pt idx="52">
                  <c:v>DAY46</c:v>
                </c:pt>
                <c:pt idx="53">
                  <c:v>DAY47</c:v>
                </c:pt>
                <c:pt idx="54">
                  <c:v>DAY48</c:v>
                </c:pt>
                <c:pt idx="55">
                  <c:v>DAY49</c:v>
                </c:pt>
                <c:pt idx="56">
                  <c:v>DAY50</c:v>
                </c:pt>
                <c:pt idx="57">
                  <c:v>DAY51</c:v>
                </c:pt>
                <c:pt idx="58">
                  <c:v>DAY52</c:v>
                </c:pt>
                <c:pt idx="59">
                  <c:v>DAY53</c:v>
                </c:pt>
                <c:pt idx="60">
                  <c:v>DAY54</c:v>
                </c:pt>
                <c:pt idx="61">
                  <c:v>DAY55</c:v>
                </c:pt>
                <c:pt idx="62">
                  <c:v>DAY56</c:v>
                </c:pt>
                <c:pt idx="63">
                  <c:v>DAY57</c:v>
                </c:pt>
                <c:pt idx="64">
                  <c:v>DAY58</c:v>
                </c:pt>
                <c:pt idx="65">
                  <c:v>DAY59</c:v>
                </c:pt>
                <c:pt idx="66">
                  <c:v>DAY60</c:v>
                </c:pt>
                <c:pt idx="67">
                  <c:v>DAY61</c:v>
                </c:pt>
                <c:pt idx="68">
                  <c:v>D+1</c:v>
                </c:pt>
                <c:pt idx="69">
                  <c:v>D+2</c:v>
                </c:pt>
                <c:pt idx="70">
                  <c:v>D+3</c:v>
                </c:pt>
                <c:pt idx="71">
                  <c:v>D+4</c:v>
                </c:pt>
                <c:pt idx="72">
                  <c:v>D+5</c:v>
                </c:pt>
                <c:pt idx="73">
                  <c:v>D+6</c:v>
                </c:pt>
                <c:pt idx="74">
                  <c:v>D+7</c:v>
                </c:pt>
              </c:strCache>
            </c:strRef>
          </c:cat>
          <c:val>
            <c:numRef>
              <c:f>Sheet1!$C$2:$C$76</c:f>
              <c:numCache>
                <c:formatCode>General</c:formatCode>
                <c:ptCount val="7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22244</c:v>
                </c:pt>
                <c:pt idx="8">
                  <c:v>23904</c:v>
                </c:pt>
                <c:pt idx="9">
                  <c:v>24605</c:v>
                </c:pt>
                <c:pt idx="10">
                  <c:v>23416</c:v>
                </c:pt>
                <c:pt idx="11">
                  <c:v>28820</c:v>
                </c:pt>
                <c:pt idx="12">
                  <c:v>30722</c:v>
                </c:pt>
                <c:pt idx="13">
                  <c:v>30180</c:v>
                </c:pt>
                <c:pt idx="14">
                  <c:v>22783</c:v>
                </c:pt>
                <c:pt idx="15">
                  <c:v>22993</c:v>
                </c:pt>
                <c:pt idx="16">
                  <c:v>25468</c:v>
                </c:pt>
                <c:pt idx="17">
                  <c:v>25643</c:v>
                </c:pt>
                <c:pt idx="18">
                  <c:v>28779</c:v>
                </c:pt>
                <c:pt idx="19">
                  <c:v>35710</c:v>
                </c:pt>
                <c:pt idx="20">
                  <c:v>32753</c:v>
                </c:pt>
                <c:pt idx="21">
                  <c:v>24537</c:v>
                </c:pt>
                <c:pt idx="22">
                  <c:v>22115</c:v>
                </c:pt>
                <c:pt idx="23">
                  <c:v>21162</c:v>
                </c:pt>
                <c:pt idx="24">
                  <c:v>24777</c:v>
                </c:pt>
                <c:pt idx="25">
                  <c:v>27050</c:v>
                </c:pt>
                <c:pt idx="26">
                  <c:v>36255</c:v>
                </c:pt>
                <c:pt idx="27">
                  <c:v>33389</c:v>
                </c:pt>
                <c:pt idx="28">
                  <c:v>23492</c:v>
                </c:pt>
                <c:pt idx="29">
                  <c:v>24272</c:v>
                </c:pt>
                <c:pt idx="30">
                  <c:v>20766</c:v>
                </c:pt>
                <c:pt idx="31">
                  <c:v>26127</c:v>
                </c:pt>
                <c:pt idx="32">
                  <c:v>30503</c:v>
                </c:pt>
                <c:pt idx="33">
                  <c:v>38717</c:v>
                </c:pt>
                <c:pt idx="34">
                  <c:v>26567</c:v>
                </c:pt>
                <c:pt idx="35">
                  <c:v>24921</c:v>
                </c:pt>
                <c:pt idx="36">
                  <c:v>25218</c:v>
                </c:pt>
                <c:pt idx="37">
                  <c:v>25678</c:v>
                </c:pt>
                <c:pt idx="38">
                  <c:v>28363</c:v>
                </c:pt>
                <c:pt idx="39">
                  <c:v>36710</c:v>
                </c:pt>
                <c:pt idx="40">
                  <c:v>43191</c:v>
                </c:pt>
                <c:pt idx="41">
                  <c:v>35998</c:v>
                </c:pt>
                <c:pt idx="42">
                  <c:v>29186</c:v>
                </c:pt>
                <c:pt idx="43">
                  <c:v>32167</c:v>
                </c:pt>
                <c:pt idx="44">
                  <c:v>43209</c:v>
                </c:pt>
                <c:pt idx="45">
                  <c:v>33280</c:v>
                </c:pt>
                <c:pt idx="46">
                  <c:v>25040</c:v>
                </c:pt>
                <c:pt idx="47">
                  <c:v>26560</c:v>
                </c:pt>
                <c:pt idx="48">
                  <c:v>28338</c:v>
                </c:pt>
                <c:pt idx="49">
                  <c:v>19482</c:v>
                </c:pt>
                <c:pt idx="50">
                  <c:v>22719</c:v>
                </c:pt>
                <c:pt idx="51">
                  <c:v>23270</c:v>
                </c:pt>
                <c:pt idx="52">
                  <c:v>24270</c:v>
                </c:pt>
                <c:pt idx="53">
                  <c:v>28513</c:v>
                </c:pt>
                <c:pt idx="54">
                  <c:v>36694</c:v>
                </c:pt>
                <c:pt idx="55">
                  <c:v>35255</c:v>
                </c:pt>
                <c:pt idx="56">
                  <c:v>24095</c:v>
                </c:pt>
                <c:pt idx="57">
                  <c:v>23745</c:v>
                </c:pt>
                <c:pt idx="58">
                  <c:v>23208</c:v>
                </c:pt>
                <c:pt idx="59">
                  <c:v>24239</c:v>
                </c:pt>
                <c:pt idx="60">
                  <c:v>30072</c:v>
                </c:pt>
                <c:pt idx="61">
                  <c:v>51544</c:v>
                </c:pt>
                <c:pt idx="62">
                  <c:v>36509</c:v>
                </c:pt>
                <c:pt idx="63">
                  <c:v>23212</c:v>
                </c:pt>
                <c:pt idx="64">
                  <c:v>23348</c:v>
                </c:pt>
                <c:pt idx="65">
                  <c:v>24338</c:v>
                </c:pt>
                <c:pt idx="66">
                  <c:v>24093</c:v>
                </c:pt>
                <c:pt idx="67">
                  <c:v>27386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종합소매점</cx:pt>
          <cx:pt idx="1">연료판매</cx:pt>
          <cx:pt idx="2">한식</cx:pt>
          <cx:pt idx="3">일반스포츠</cx:pt>
          <cx:pt idx="4">의복/의류</cx:pt>
          <cx:pt idx="5">기업</cx:pt>
          <cx:pt idx="6">음/식료품소매</cx:pt>
          <cx:pt idx="7">차량관리/서비스</cx:pt>
          <cx:pt idx="8">고기요리</cx:pt>
          <cx:pt idx="9">제조/도매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7756.1999999999998</cx:pt>
          <cx:pt idx="1">4627.6000000000004</cx:pt>
          <cx:pt idx="2">3491</cx:pt>
          <cx:pt idx="3">1987.0999999999999</cx:pt>
          <cx:pt idx="4">1977.8</cx:pt>
          <cx:pt idx="5">1778.5</cx:pt>
          <cx:pt idx="6">1726.5999999999999</cx:pt>
          <cx:pt idx="7">1378.3</cx:pt>
          <cx:pt idx="8">917.60000000000002</cx:pt>
          <cx:pt idx="9">906.60000000000002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제조/도매</cx:pt>
          <cx:pt idx="1">기업</cx:pt>
          <cx:pt idx="2">한식</cx:pt>
          <cx:pt idx="3">종합소매점</cx:pt>
          <cx:pt idx="4">차량관리/서비스</cx:pt>
          <cx:pt idx="5">연료판매</cx:pt>
          <cx:pt idx="6">고기요리</cx:pt>
          <cx:pt idx="7">패스트푸드</cx:pt>
          <cx:pt idx="8">커피/음료</cx:pt>
          <cx:pt idx="9">일식/수산물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137.09999999999999</cx:pt>
          <cx:pt idx="1">60</cx:pt>
          <cx:pt idx="2">21.800000000000001</cx:pt>
          <cx:pt idx="3">14.6</cx:pt>
          <cx:pt idx="4">10</cx:pt>
          <cx:pt idx="5">5.7999999999999998</cx:pt>
          <cx:pt idx="6">5.5999999999999996</cx:pt>
          <cx:pt idx="7">4.2999999999999998</cx:pt>
          <cx:pt idx="8">4.0999999999999996</cx:pt>
          <cx:pt idx="9">3.7000000000000002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chart" Target="../charts/chart15.xml"/><Relationship Id="rId7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svg"/><Relationship Id="rId5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34.svg"/><Relationship Id="rId5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Relationship Id="rId4" Type="http://schemas.openxmlformats.org/officeDocument/2006/relationships/image" Target="../media/image37.svg"/><Relationship Id="rId5" Type="http://schemas.openxmlformats.org/officeDocument/2006/relationships/image" Target="../media/image3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Relationship Id="rId4" Type="http://schemas.openxmlformats.org/officeDocument/2006/relationships/image" Target="../media/image40.svg"/><Relationship Id="rId5" Type="http://schemas.openxmlformats.org/officeDocument/2006/relationships/image" Target="../media/image4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png"/><Relationship Id="rId4" Type="http://schemas.openxmlformats.org/officeDocument/2006/relationships/image" Target="../media/image43.svg"/><Relationship Id="rId5" Type="http://schemas.openxmlformats.org/officeDocument/2006/relationships/image" Target="../media/image4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svg"/><Relationship Id="rId6" Type="http://schemas.openxmlformats.org/officeDocument/2006/relationships/image" Target="../media/image5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경기연천군</a:t>
            </a:r>
          </a:p>
          <a:p>
            <a:r>
              <a:rPr lang="en-US" sz="6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0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소비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소비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소비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경기연천군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48,893백만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11.0%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주유소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25.8%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2.2%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48,780백만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49,215백만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0.9%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48,893백만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0.2%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경기연천군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경기연천군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23533" r="48389" b="21884"/>
          <a:stretch>
            <a:fillRect/>
          </a:stretch>
        </p:blipFill>
        <p:spPr>
          <a:xfrm flipH="1">
            <a:off x="8524420" y="-1"/>
            <a:ext cx="71280" cy="142921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6396" t="23575" r="48388" b="21884"/>
          <a:stretch>
            <a:fillRect/>
          </a:stretch>
        </p:blipFill>
        <p:spPr>
          <a:xfrm flipH="1">
            <a:off x="9832781" y="0"/>
            <a:ext cx="91029" cy="142812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03906" y="12154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588333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79935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08108" y="-3286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15741" y="-30480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7204267"/>
              </p:ext>
            </p:extLst>
          </p:nvPr>
        </p:nvGraphicFramePr>
        <p:xfrm>
          <a:off x="5708541" y="17538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32253" y="14283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7">
            <a:extLst>
              <a:ext uri="{FF2B5EF4-FFF2-40B4-BE49-F238E27FC236}">
                <a16:creationId xmlns:a16="http://schemas.microsoft.com/office/drawing/2014/main" id="{5C85D958-60D4-0CB0-7940-D44C10DB8264}"/>
              </a:ext>
            </a:extLst>
          </p:cNvPr>
          <p:cNvSpPr/>
          <p:nvPr/>
        </p:nvSpPr>
        <p:spPr>
          <a:xfrm>
            <a:off x="2499231" y="4782415"/>
            <a:ext cx="1644981" cy="1123083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3846CB6E-1D26-5678-E53F-E646FAD63FBD}"/>
              </a:ext>
            </a:extLst>
          </p:cNvPr>
          <p:cNvSpPr/>
          <p:nvPr/>
        </p:nvSpPr>
        <p:spPr>
          <a:xfrm>
            <a:off x="719213" y="4773987"/>
            <a:ext cx="1644981" cy="1123083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14EB3B5C-AADE-6E00-1E34-D5B21E387B1E}"/>
              </a:ext>
            </a:extLst>
          </p:cNvPr>
          <p:cNvSpPr/>
          <p:nvPr/>
        </p:nvSpPr>
        <p:spPr>
          <a:xfrm>
            <a:off x="2499231" y="3523128"/>
            <a:ext cx="1644981" cy="1123083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4423330" y="1188024"/>
            <a:ext cx="7305883" cy="4983529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719213" y="3525954"/>
            <a:ext cx="1644981" cy="1123083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821546" y="3601202"/>
            <a:ext cx="1440315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최다 방문일자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868010" y="3914985"/>
            <a:ext cx="1347386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4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833372" y="4385824"/>
            <a:ext cx="141666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329016" y="2171710"/>
            <a:ext cx="413637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명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이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/>
        </p:nvGraphicFramePr>
        <p:xfrm>
          <a:off x="4542944" y="1322837"/>
          <a:ext cx="7033296" cy="5134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8">
            <a:extLst>
              <a:ext uri="{FF2B5EF4-FFF2-40B4-BE49-F238E27FC236}">
                <a16:creationId xmlns:a16="http://schemas.microsoft.com/office/drawing/2014/main" id="{B2A6180E-A531-8521-7321-BC6743502590}"/>
              </a:ext>
            </a:extLst>
          </p:cNvPr>
          <p:cNvSpPr txBox="1"/>
          <p:nvPr/>
        </p:nvSpPr>
        <p:spPr>
          <a:xfrm>
            <a:off x="1305339" y="1562428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하루 평균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1F8939D6-B2D0-3D58-60CD-4369F209AC69}"/>
              </a:ext>
            </a:extLst>
          </p:cNvPr>
          <p:cNvSpPr txBox="1"/>
          <p:nvPr/>
        </p:nvSpPr>
        <p:spPr>
          <a:xfrm>
            <a:off x="1366808" y="2596673"/>
            <a:ext cx="2060788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358094F-BAF3-D492-2AB4-2F261728F610}"/>
              </a:ext>
            </a:extLst>
          </p:cNvPr>
          <p:cNvSpPr/>
          <p:nvPr/>
        </p:nvSpPr>
        <p:spPr>
          <a:xfrm>
            <a:off x="5366119" y="142220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AF48564-A86E-5C82-EBC9-2CE72A296989}"/>
              </a:ext>
            </a:extLst>
          </p:cNvPr>
          <p:cNvSpPr/>
          <p:nvPr/>
        </p:nvSpPr>
        <p:spPr>
          <a:xfrm>
            <a:off x="10654927" y="139542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FF625F-0C63-CF3C-BE2E-2DED39BFB3E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16762" r="48389" b="21884"/>
          <a:stretch>
            <a:fillRect/>
          </a:stretch>
        </p:blipFill>
        <p:spPr>
          <a:xfrm flipH="1">
            <a:off x="10683100" y="-1"/>
            <a:ext cx="65106" cy="14673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7A5FBCE-65CD-8A06-D7A2-6FDB8B46DE7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677" t="15767" r="48389" b="21884"/>
          <a:stretch>
            <a:fillRect/>
          </a:stretch>
        </p:blipFill>
        <p:spPr>
          <a:xfrm flipH="1">
            <a:off x="5393527" y="0"/>
            <a:ext cx="62713" cy="1491156"/>
          </a:xfrm>
          <a:prstGeom prst="rect">
            <a:avLst/>
          </a:prstGeom>
        </p:spPr>
      </p:pic>
      <p:sp>
        <p:nvSpPr>
          <p:cNvPr id="10" name="Shape 12">
            <a:extLst>
              <a:ext uri="{FF2B5EF4-FFF2-40B4-BE49-F238E27FC236}">
                <a16:creationId xmlns:a16="http://schemas.microsoft.com/office/drawing/2014/main" id="{AC77744D-F657-3542-42A2-305628990BA7}"/>
              </a:ext>
            </a:extLst>
          </p:cNvPr>
          <p:cNvSpPr/>
          <p:nvPr/>
        </p:nvSpPr>
        <p:spPr>
          <a:xfrm>
            <a:off x="695938" y="3525954"/>
            <a:ext cx="45719" cy="1123083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7048DB9-A4F7-DC5B-74CF-6A2E17CA5BE0}"/>
              </a:ext>
            </a:extLst>
          </p:cNvPr>
          <p:cNvSpPr txBox="1"/>
          <p:nvPr/>
        </p:nvSpPr>
        <p:spPr>
          <a:xfrm>
            <a:off x="2601564" y="3601202"/>
            <a:ext cx="1440315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최소 방문일자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0FCEA9E-D808-372A-1F3F-66B7700ACBF6}"/>
              </a:ext>
            </a:extLst>
          </p:cNvPr>
          <p:cNvSpPr txBox="1"/>
          <p:nvPr/>
        </p:nvSpPr>
        <p:spPr>
          <a:xfrm>
            <a:off x="2648028" y="3914985"/>
            <a:ext cx="1347386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400" dirty="0">
              <a:solidFill>
                <a:srgbClr val="002060"/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3BD0596-B7C2-3FF9-2D9C-C863D2DE4400}"/>
              </a:ext>
            </a:extLst>
          </p:cNvPr>
          <p:cNvSpPr txBox="1"/>
          <p:nvPr/>
        </p:nvSpPr>
        <p:spPr>
          <a:xfrm>
            <a:off x="2613390" y="4385824"/>
            <a:ext cx="141666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98FA91E-624E-249F-D3E6-8FE2E92B943A}"/>
              </a:ext>
            </a:extLst>
          </p:cNvPr>
          <p:cNvSpPr/>
          <p:nvPr/>
        </p:nvSpPr>
        <p:spPr>
          <a:xfrm>
            <a:off x="2474613" y="3525954"/>
            <a:ext cx="45719" cy="1123083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423FC1A3-ACD5-162E-9559-B6EC5D1E91B7}"/>
              </a:ext>
            </a:extLst>
          </p:cNvPr>
          <p:cNvSpPr txBox="1"/>
          <p:nvPr/>
        </p:nvSpPr>
        <p:spPr>
          <a:xfrm>
            <a:off x="821546" y="4849236"/>
            <a:ext cx="1440315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altLang="ko-KR" sz="11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F09D0DCB-83A3-1501-B52F-A19F60058FA5}"/>
              </a:ext>
            </a:extLst>
          </p:cNvPr>
          <p:cNvSpPr txBox="1"/>
          <p:nvPr/>
        </p:nvSpPr>
        <p:spPr>
          <a:xfrm>
            <a:off x="719213" y="5163019"/>
            <a:ext cx="1644981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400" dirty="0">
              <a:solidFill>
                <a:srgbClr val="002060"/>
              </a:solidFill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C47B9D34-1E71-C0CE-D4EC-4BD7E202AE82}"/>
              </a:ext>
            </a:extLst>
          </p:cNvPr>
          <p:cNvSpPr txBox="1"/>
          <p:nvPr/>
        </p:nvSpPr>
        <p:spPr>
          <a:xfrm>
            <a:off x="833372" y="5633858"/>
            <a:ext cx="141666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E8225626-2DAD-010D-F92D-D86D9AA4E373}"/>
              </a:ext>
            </a:extLst>
          </p:cNvPr>
          <p:cNvSpPr/>
          <p:nvPr/>
        </p:nvSpPr>
        <p:spPr>
          <a:xfrm>
            <a:off x="695938" y="4773988"/>
            <a:ext cx="45719" cy="1123083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E6CEB9E-8407-143E-9BBC-95916A4F9C41}"/>
              </a:ext>
            </a:extLst>
          </p:cNvPr>
          <p:cNvSpPr txBox="1"/>
          <p:nvPr/>
        </p:nvSpPr>
        <p:spPr>
          <a:xfrm>
            <a:off x="2601564" y="4860489"/>
            <a:ext cx="1440315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altLang="ko-KR" sz="11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DAE1F66C-5611-3CE1-7A6F-BE5B921D4319}"/>
              </a:ext>
            </a:extLst>
          </p:cNvPr>
          <p:cNvSpPr txBox="1"/>
          <p:nvPr/>
        </p:nvSpPr>
        <p:spPr>
          <a:xfrm>
            <a:off x="2499231" y="5174272"/>
            <a:ext cx="1644981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400" dirty="0">
              <a:solidFill>
                <a:srgbClr val="002060"/>
              </a:solidFill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F57B63B2-F40A-715C-51C4-8B777BECF5A6}"/>
              </a:ext>
            </a:extLst>
          </p:cNvPr>
          <p:cNvSpPr txBox="1"/>
          <p:nvPr/>
        </p:nvSpPr>
        <p:spPr>
          <a:xfrm>
            <a:off x="2613390" y="5645111"/>
            <a:ext cx="141666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7C971C5B-ADFA-A381-99EC-CF5F5DB92D25}"/>
              </a:ext>
            </a:extLst>
          </p:cNvPr>
          <p:cNvSpPr/>
          <p:nvPr/>
        </p:nvSpPr>
        <p:spPr>
          <a:xfrm>
            <a:off x="2468831" y="4785241"/>
            <a:ext cx="45719" cy="1123083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205601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4739099" y="1191766"/>
            <a:ext cx="6946730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5722238" y="14309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664740" y="14042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93623" y="-1371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751121" y="-1228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0921060"/>
              </p:ext>
            </p:extLst>
          </p:nvPr>
        </p:nvGraphicFramePr>
        <p:xfrm>
          <a:off x="4953000" y="1284790"/>
          <a:ext cx="6553605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05716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23920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23920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27740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29372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8755866"/>
              </p:ext>
            </p:extLst>
          </p:nvPr>
        </p:nvGraphicFramePr>
        <p:xfrm>
          <a:off x="6402836" y="1345130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05716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1314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23920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38512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29372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6964455"/>
              </p:ext>
            </p:extLst>
          </p:nvPr>
        </p:nvGraphicFramePr>
        <p:xfrm>
          <a:off x="5620026" y="1345130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5F2E17B-E54D-8998-A024-FCA2B1D7B66D}"/>
              </a:ext>
            </a:extLst>
          </p:cNvPr>
          <p:cNvSpPr/>
          <p:nvPr/>
        </p:nvSpPr>
        <p:spPr>
          <a:xfrm>
            <a:off x="4848873" y="1188024"/>
            <a:ext cx="6880340" cy="4803201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BA34468-9076-1A56-5207-51D40602425C}"/>
              </a:ext>
            </a:extLst>
          </p:cNvPr>
          <p:cNvSpPr/>
          <p:nvPr/>
        </p:nvSpPr>
        <p:spPr>
          <a:xfrm>
            <a:off x="5575669" y="142220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7576F6E-1EF2-BED1-A7F9-E0F2EEC42221}"/>
              </a:ext>
            </a:extLst>
          </p:cNvPr>
          <p:cNvSpPr/>
          <p:nvPr/>
        </p:nvSpPr>
        <p:spPr>
          <a:xfrm>
            <a:off x="10864477" y="139542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31F8A1B-FF51-AD23-ECE3-48411B73DB0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16762" r="48389" b="21884"/>
          <a:stretch>
            <a:fillRect/>
          </a:stretch>
        </p:blipFill>
        <p:spPr>
          <a:xfrm flipH="1">
            <a:off x="10892650" y="-1"/>
            <a:ext cx="65106" cy="146734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F6603CD-0895-6383-864E-8DEABFA71C0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677" t="15767" r="48389" b="21884"/>
          <a:stretch>
            <a:fillRect/>
          </a:stretch>
        </p:blipFill>
        <p:spPr>
          <a:xfrm flipH="1">
            <a:off x="5603077" y="0"/>
            <a:ext cx="62713" cy="1491156"/>
          </a:xfrm>
          <a:prstGeom prst="rect">
            <a:avLst/>
          </a:prstGeom>
        </p:spPr>
      </p:pic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경기연천군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48,893백만원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(1,721,600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2.2%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28,400원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9.2% ▲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주유소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11.0%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10월25일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A749A98-4010-A84E-8BE3-9919F740D22E}"/>
              </a:ext>
            </a:extLst>
          </p:cNvPr>
          <p:cNvSpPr/>
          <p:nvPr/>
        </p:nvSpPr>
        <p:spPr>
          <a:xfrm>
            <a:off x="4250583" y="1166114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3852132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5,378,490,894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(87,377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3,901,345,604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(354,488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조경/환경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1,452,256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(37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8306685"/>
              </p:ext>
            </p:extLst>
          </p:nvPr>
        </p:nvGraphicFramePr>
        <p:xfrm>
          <a:off x="4552113" y="1232097"/>
          <a:ext cx="6695445" cy="2510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5525780"/>
              </p:ext>
            </p:extLst>
          </p:nvPr>
        </p:nvGraphicFramePr>
        <p:xfrm>
          <a:off x="4552113" y="3897537"/>
          <a:ext cx="6790594" cy="2521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15992" r="48389" b="21884"/>
          <a:stretch>
            <a:fillRect/>
          </a:stretch>
        </p:blipFill>
        <p:spPr>
          <a:xfrm flipH="1">
            <a:off x="5273199" y="-1"/>
            <a:ext cx="56533" cy="12901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5440" t="15992" r="48389" b="21884"/>
          <a:stretch>
            <a:fillRect/>
          </a:stretch>
        </p:blipFill>
        <p:spPr>
          <a:xfrm flipH="1">
            <a:off x="10510262" y="-1633"/>
            <a:ext cx="85416" cy="1290136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393481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393481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3740885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3740883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142314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449746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46051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034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(12.3%)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(9.7%)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일반한식/백반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(7.0%)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8410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할인점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(10.3%)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(8.3%)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일반한식/백반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(7.0%)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103281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-92659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1256322"/>
              </p:ext>
            </p:extLst>
          </p:nvPr>
        </p:nvGraphicFramePr>
        <p:xfrm>
          <a:off x="5659837" y="1296133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25.8%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6,357백만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(13.0%)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6,026백만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(12.3%)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8,746백만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(17.9%)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12,623백만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(25.8%)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10,750백만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(22.0%)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4,391백만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(9.0%)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할인점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일반한식/백반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골프장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주유소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할인점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일반한식/백반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골프장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커피전문점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일반한식/백반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할인점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자동판매기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커피전문점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일반한식/백반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할인점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자동판매기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28,511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35,025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26,490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10,876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(381,464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29,208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(1,102,594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일반한식/백반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7,172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(204,765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제조/도매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(46.6%)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기업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(20.4%)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30,003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76,290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1,254,472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3,854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종합소매점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(20.6%)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연료판매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(12.3%)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(9.3%)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37,638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55350517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51185474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294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ECAA2FC-FE68-227D-2AC8-E7DB0E5BBEC8}"/>
              </a:ext>
            </a:extLst>
          </p:cNvPr>
          <p:cNvSpPr/>
          <p:nvPr/>
        </p:nvSpPr>
        <p:spPr>
          <a:xfrm>
            <a:off x="4848873" y="1188024"/>
            <a:ext cx="6880340" cy="4983530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72D48FF-4586-F9AF-A570-30B1F5B2389B}"/>
              </a:ext>
            </a:extLst>
          </p:cNvPr>
          <p:cNvSpPr/>
          <p:nvPr/>
        </p:nvSpPr>
        <p:spPr>
          <a:xfrm>
            <a:off x="5575669" y="142220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8E914CB-6C6D-C2A4-2635-2F768DCEE02C}"/>
              </a:ext>
            </a:extLst>
          </p:cNvPr>
          <p:cNvSpPr/>
          <p:nvPr/>
        </p:nvSpPr>
        <p:spPr>
          <a:xfrm>
            <a:off x="10864477" y="139542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4C6C5129-21EA-B7F3-7C79-079A656F414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16762" r="48389" b="21884"/>
          <a:stretch>
            <a:fillRect/>
          </a:stretch>
        </p:blipFill>
        <p:spPr>
          <a:xfrm flipH="1">
            <a:off x="10892650" y="-1"/>
            <a:ext cx="65106" cy="146734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5069EFD-8ECB-7168-55FF-54F8BB7C460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677" t="15767" r="48389" b="21884"/>
          <a:stretch>
            <a:fillRect/>
          </a:stretch>
        </p:blipFill>
        <p:spPr>
          <a:xfrm flipH="1">
            <a:off x="5603077" y="0"/>
            <a:ext cx="62713" cy="149115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801,525,488원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28,223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28,400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074143"/>
              </p:ext>
            </p:extLst>
          </p:nvPr>
        </p:nvGraphicFramePr>
        <p:xfrm>
          <a:off x="5108482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8445541" y="1218168"/>
            <a:ext cx="3050031" cy="4935127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1" name="그래픽 10" descr="시내 전차 단색으로 채워진">
            <a:extLst>
              <a:ext uri="{FF2B5EF4-FFF2-40B4-BE49-F238E27FC236}">
                <a16:creationId xmlns:a16="http://schemas.microsoft.com/office/drawing/2014/main" id="{1C197903-3264-5DF2-0F22-245DE8D1A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1369" y="1335517"/>
            <a:ext cx="233632" cy="20743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8730239" y="1346257"/>
            <a:ext cx="17897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8583449" y="1952439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9756320" y="1952439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10383598" y="1952439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8527569" y="226882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8776503" y="2034735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9700440" y="2268822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9430556" y="203473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10327718" y="2268822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8527569" y="258886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8741539" y="2355690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9700440" y="2588862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9430556" y="236254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2,075개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10327718" y="2588862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8527569" y="29089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8776503" y="2675730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9700440" y="2908902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10327718" y="2908902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8527569" y="3229856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8776503" y="2995770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9700440" y="3229856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10327718" y="3229856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8527569" y="3531608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8776503" y="331672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9700440" y="3531608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10327718" y="3531608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8571257" y="1640014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9744128" y="1640014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10371406" y="1640014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8590592" y="2066778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8590592" y="2385359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8590592" y="2701107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8590592" y="3020804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8590592" y="3354592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9430556" y="268053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9430556" y="299874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9430556" y="331748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10353686" y="2039218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10353686" y="2367026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10353686" y="2685016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10353686" y="300322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10353686" y="332196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8688199" y="1732983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9830196" y="1732983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10668516" y="1732983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25F043-843C-4063-B4B4-BC143385D7DA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93" y="1219200"/>
            <a:ext cx="7522987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47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8445537" y="1218165"/>
            <a:ext cx="3050031" cy="4943962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8" name="그래픽 7" descr="법원 단색으로 채워진">
            <a:extLst>
              <a:ext uri="{FF2B5EF4-FFF2-40B4-BE49-F238E27FC236}">
                <a16:creationId xmlns:a16="http://schemas.microsoft.com/office/drawing/2014/main" id="{007E6CD9-52AC-42E4-9E57-0EA5492B6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520" y="1336877"/>
            <a:ext cx="195091" cy="195091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8730235" y="1346254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8583445" y="195243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9756316" y="1952436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10383594" y="1952436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8527565" y="2268819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8776499" y="2034732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9700436" y="226881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9430552" y="20347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113개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10327714" y="226881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8527565" y="2588859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8741535" y="2355687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9700436" y="258885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9430552" y="236254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135개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10327714" y="258885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8527565" y="2908899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8776499" y="2675727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9700436" y="290889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10327714" y="290889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8527565" y="322985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8776499" y="2995767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9700436" y="322985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10327714" y="322985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8571253" y="1640011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9744124" y="1640011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10371402" y="1640011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8590588" y="2066775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8590588" y="2385356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8590588" y="2701104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8590588" y="3020801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9430552" y="268053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246개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9430552" y="29987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55개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10341872" y="20392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10341872" y="236702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10341872" y="268501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10341872" y="300322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8688195" y="1732980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9830192" y="1732980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10660587" y="1732980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B61ECD-1530-9D7D-F2C0-0853D3D04245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93" y="1219200"/>
            <a:ext cx="7522987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8445537" y="1218170"/>
            <a:ext cx="3050031" cy="4952354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1" name="그래픽 10" descr="클래퍼 보드 단색으로 채워진">
            <a:extLst>
              <a:ext uri="{FF2B5EF4-FFF2-40B4-BE49-F238E27FC236}">
                <a16:creationId xmlns:a16="http://schemas.microsoft.com/office/drawing/2014/main" id="{8FC874E7-444E-A5EA-FB73-A07FA8D07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3791" y="1346259"/>
            <a:ext cx="174613" cy="174613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8730235" y="1346259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8583445" y="1952441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9756316" y="1952441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10383594" y="1952441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8527565" y="2268824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8714104" y="2034737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9700436" y="2268824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9430552" y="20347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132개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10327714" y="2268824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8527565" y="2570576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8741535" y="2337404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9700436" y="2570576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9430552" y="234425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10327714" y="2570576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8571253" y="16400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9744124" y="16400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10371402" y="16400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8590588" y="2066780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8590588" y="2367073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10346640" y="203922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10346640" y="234874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8698027" y="1732985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9830192" y="1732985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10665355" y="1732985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0ACFE-D373-7BE3-00B6-C54B355D8E3E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93" y="1219200"/>
            <a:ext cx="7522987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8445540" y="1218167"/>
            <a:ext cx="3050031" cy="49439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8730238" y="13462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8583448" y="19524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9756319" y="19524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10383597" y="19524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8527568" y="22688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8714107" y="20347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9700439" y="22688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9430555" y="20347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7,496개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10327717" y="22688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8571256" y="16400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9744127" y="16400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10371405" y="16400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8590591" y="20667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10346638" y="20392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8688198" y="17329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9830195" y="17329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10663752" y="17329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C0EE0-A3B4-C760-B6E7-7E4ECF17BA5F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pic>
        <p:nvPicPr>
          <p:cNvPr id="4" name="그래픽 3" descr="상점 단색으로 채워진">
            <a:extLst>
              <a:ext uri="{FF2B5EF4-FFF2-40B4-BE49-F238E27FC236}">
                <a16:creationId xmlns:a16="http://schemas.microsoft.com/office/drawing/2014/main" id="{30D1902B-8B29-EF5F-A447-5907188A2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9359" y="1336697"/>
            <a:ext cx="203714" cy="203714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93" y="1219200"/>
            <a:ext cx="7522987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8445538" y="1218165"/>
            <a:ext cx="3050031" cy="494396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8730236" y="1346255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8583446" y="1952437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9756317" y="1952437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10383595" y="1952437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8527566" y="2268820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8714105" y="2034733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9700437" y="2268820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9430553" y="203473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215개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10327715" y="2268820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8571254" y="1640012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9744125" y="1640012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10371403" y="1640012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8590589" y="2066776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10346632" y="2039216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8688196" y="1732981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9830193" y="1732981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10665347" y="1732981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CE6C32-7663-AF95-1606-A5DDDE84680B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pic>
        <p:nvPicPr>
          <p:cNvPr id="4" name="그래픽 3" descr="의료 단색으로 채워진">
            <a:extLst>
              <a:ext uri="{FF2B5EF4-FFF2-40B4-BE49-F238E27FC236}">
                <a16:creationId xmlns:a16="http://schemas.microsoft.com/office/drawing/2014/main" id="{B6D1748B-3B6E-33E0-92EC-52315F71A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709" y="1348861"/>
            <a:ext cx="190108" cy="190108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93" y="1219200"/>
            <a:ext cx="7522987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8445537" y="1218165"/>
            <a:ext cx="3050031" cy="4952354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8730235" y="1346254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8583445" y="195243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9756316" y="1952436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10383594" y="1952436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8527565" y="2268819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8714104" y="2034732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9700436" y="226881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9430552" y="20347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10327714" y="226881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8571253" y="1640011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9744124" y="1640011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10371402" y="1640011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8590588" y="2066775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10346638" y="20392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8688195" y="1732980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9830192" y="1732980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10665353" y="1732980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3E862B-37C8-4147-8EBF-95EED99E5470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7CBF81D3-5A57-ADFC-6DAE-1AD632F64BA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9A5B8"/>
              </a:clrFrom>
              <a:clrTo>
                <a:srgbClr val="99A5B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33025" y="1377594"/>
            <a:ext cx="157551" cy="128429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93" y="1219200"/>
            <a:ext cx="7522987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8435492" y="4339239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8759189" y="4444486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8593377" y="47066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9751008" y="4706601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10378286" y="4706601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8435854" y="4339898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8588381" y="4477428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8454962" y="1218166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8739660" y="1346255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8592870" y="1952437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9765741" y="1952437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10393019" y="1952437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8536990" y="2268820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8723529" y="2034733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9709861" y="2268820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9439977" y="203473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175개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10337139" y="2268820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8580678" y="1640012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9753549" y="1640012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10380827" y="1640012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8600013" y="2066776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10360821" y="2039216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8697620" y="1732981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9839617" y="1732981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10679536" y="1732981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8370492" y="5840920"/>
            <a:ext cx="3746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8699864" y="4869061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9165239" y="5176837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8474012" y="3983999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9" name="그래픽 18" descr="남자와 여자 단색으로 채워진">
            <a:extLst>
              <a:ext uri="{FF2B5EF4-FFF2-40B4-BE49-F238E27FC236}">
                <a16:creationId xmlns:a16="http://schemas.microsoft.com/office/drawing/2014/main" id="{76AD9E01-A21C-BD2E-3383-4D364F1A7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7011" y="1355399"/>
            <a:ext cx="203343" cy="173779"/>
          </a:xfrm>
          <a:prstGeom prst="rect">
            <a:avLst/>
          </a:prstGeom>
        </p:spPr>
      </p:pic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793" y="1219200"/>
            <a:ext cx="7522987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5880828" y="4348666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204525" y="4462966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036800" y="1227592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117978" y="1379350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302793" y="1355682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069210" y="1960688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151099" y="1721268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414707" y="1732686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075289" y="4716028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232920" y="4716028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860198" y="4716028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074290" y="1644842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231921" y="1644842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040879" y="4497681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852414"/>
              </p:ext>
            </p:extLst>
          </p:nvPr>
        </p:nvGraphicFramePr>
        <p:xfrm>
          <a:off x="9065147" y="2004768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연천읍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286대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전곡 전통시장 공영주차장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125대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(구)학소정 주차장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117대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전곡노상공영주차장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111대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전곡역 공영주차장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69대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전곡문화체육센터 주차장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58대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(구)전곡읍사무소 주차장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36대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(구)전곡읍민회관공영주차장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526417" y="1644842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5900298" y="1227593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5374" y="1379914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175569" y="1355682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038206" y="1961864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211077" y="1961864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838355" y="1961864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5982326" y="227824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168865" y="2044160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155197" y="227824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6963542" y="2044160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8개 (812대)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782475" y="227824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026014" y="1649439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198885" y="1649439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826163" y="1649439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045349" y="2076203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7882321" y="2048643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142956" y="1742408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284953" y="1742408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122807" y="1742408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5881190" y="4349325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5825255" y="5850347"/>
            <a:ext cx="4232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145200" y="4878488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610575" y="5186264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5919348" y="3993426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8159</TotalTime>
  <Words>2262</Words>
  <Application>Microsoft Office PowerPoint</Application>
  <PresentationFormat>와이드스크린</PresentationFormat>
  <Paragraphs>606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Calibri</vt:lpstr>
      <vt:lpstr>Arial</vt:lpstr>
      <vt:lpstr>Pretendard</vt:lpstr>
      <vt:lpstr>Calibri Light</vt:lpstr>
      <vt:lpstr>맑은 고딕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1652</cp:revision>
  <dcterms:created xsi:type="dcterms:W3CDTF">2025-10-15T03:48:02Z</dcterms:created>
  <dcterms:modified xsi:type="dcterms:W3CDTF">2025-11-28T05:15:28Z</dcterms:modified>
</cp:coreProperties>
</file>