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106" d="100"/>
          <a:sy n="106" d="100"/>
        </p:scale>
        <p:origin x="9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48-426A-BF60-1EB7DA970951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6611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B298832-3FA4-48D7-9752-0F4AF4B3BEF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D0-4ECA-9F4D-97AE44AAB290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0.64936000000000005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0.68066666666666664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6553C29-FD00-4A52-8B8F-B5636515DF0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1BE3B06-02CE-4985-9F8F-1DE1FE3A4FA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0843340-98C6-4FCC-BD60-B3506D825E17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344D067-C097-4E8C-991D-618491CCC7A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3104D1D-9649-4760-B9FE-88EC3C31C8E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0.13300000000000001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0.85199999999999998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2313000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133000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852000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91-46DB-8BC3-16341DD7466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91-46DB-8BC3-16341DD7466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91-46DB-8BC3-16341DD7466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B91-46DB-8BC3-16341DD7466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B91-46DB-8BC3-16341DD7466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B91-46DB-8BC3-16341DD7466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B91-46DB-8BC3-16341DD7466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B91-46DB-8BC3-16341DD7466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6B91-46DB-8BC3-16341DD7466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6B91-46DB-8BC3-16341DD7466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6B91-46DB-8BC3-16341DD7466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6B91-46DB-8BC3-16341DD7466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6B91-46DB-8BC3-16341DD7466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6B91-46DB-8BC3-16341DD7466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6B91-46DB-8BC3-16341DD7466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6B91-46DB-8BC3-16341DD7466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6B91-46DB-8BC3-16341DD7466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6B91-46DB-8BC3-16341DD7466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6B91-46DB-8BC3-16341DD7466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6B91-46DB-8BC3-16341DD7466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6B91-46DB-8BC3-16341DD7466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6B91-46DB-8BC3-16341DD74669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6B91-46DB-8BC3-16341DD74669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6B91-46DB-8BC3-16341DD74669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6B91-46DB-8BC3-16341DD74669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6B91-46DB-8BC3-16341DD74669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6B91-46DB-8BC3-16341DD74669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6B91-46DB-8BC3-16341DD74669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6B91-46DB-8BC3-16341DD74669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6B91-46DB-8BC3-16341DD74669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6B91-46DB-8BC3-16341DD74669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6B91-46DB-8BC3-16341DD74669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6B91-46DB-8BC3-16341DD74669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6B91-46DB-8BC3-16341DD74669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6B91-46DB-8BC3-16341DD74669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6B91-46DB-8BC3-16341DD74669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6B91-46DB-8BC3-16341DD74669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6B91-46DB-8BC3-16341DD74669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6B91-46DB-8BC3-16341DD74669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6B91-46DB-8BC3-16341DD74669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6B91-46DB-8BC3-16341DD74669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6B91-46DB-8BC3-16341DD7466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(19,624명)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1,829,430명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1,798,149명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2,201백만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2,697백만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19,624명)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755,257,000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(19,255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368,754,000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(25,713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04043570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16402261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0.01947개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32.7%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31.5%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0.0069대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7972</TotalTime>
  <Words>2298</Words>
  <Application>Microsoft Office PowerPoint</Application>
  <PresentationFormat>와이드스크린</PresentationFormat>
  <Paragraphs>604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Arial</vt:lpstr>
      <vt:lpstr>Calibri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1576</cp:revision>
  <dcterms:created xsi:type="dcterms:W3CDTF">2025-10-15T03:48:02Z</dcterms:created>
  <dcterms:modified xsi:type="dcterms:W3CDTF">2025-11-03T08:46:23Z</dcterms:modified>
</cp:coreProperties>
</file>