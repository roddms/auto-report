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 varScale="1">
        <p:scale>
          <a:sx n="78" d="100"/>
          <a:sy n="78" d="100"/>
        </p:scale>
        <p:origin x="10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 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52-4611-8927-8171DB9F76C4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0-6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46177.5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A0F1D7F-A70B-4574-AB7C-8638FB17415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1DF17BD-0AE2-429B-9F35-3C69AF45B46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63548C7-9C19-4256-A121-1C98620FD305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63459D4-FFFF-404F-BE8F-0582052746D7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FEE67BE-CF3B-4D83-B716-1CDAC63E9BE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50C0F24-3F39-4D5E-A360-E1005A9F65E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FC180AC-2DB2-4B45-A552-327F285862C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54A-48B1-9CDD-357BC45A0669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4.4856400000000001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4.837933333333333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/>
              <a:t>유입지별 방문인구 추이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5.7192400000000001</c:v>
                </c:pt>
                <c:pt idx="1">
                  <c:v>4.9782400000000004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91.866789999999995</c:v>
                </c:pt>
                <c:pt idx="1">
                  <c:v>86.113569999999996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8D01D87-D6E7-4238-A438-03582A3050C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36A8D50-6CAD-42E9-9965-5D4195D2213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399.01100000000002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1BC3DD0-00FE-482F-B1C6-D8D2FB626D1F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919C4EF-4302-4E1C-A86D-348448CEF9D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0B9FB8E-AB0F-48DD-A253-FB8D46658502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8.4339999999999993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2.7919999999999998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4.4160000000000004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0.22600000000000001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2.9670000000000001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4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2792000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8434000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7457000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226000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2967000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 10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7.8077683083448965E-2"/>
          <c:y val="0.13302083585204677"/>
          <c:w val="0.88894198134729685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A1-4970-A319-E42535D358D2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BA1-4970-A319-E42535D358D2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BA1-4970-A319-E42535D358D2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A1-4970-A319-E42535D358D2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BA1-4970-A319-E42535D358D2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BA1-4970-A319-E42535D358D2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A1-4970-A319-E42535D358D2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BA1-4970-A319-E42535D358D2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BA1-4970-A319-E42535D358D2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0BA1-4970-A319-E42535D358D2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0BA1-4970-A319-E42535D358D2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0BA1-4970-A319-E42535D358D2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0BA1-4970-A319-E42535D358D2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0BA1-4970-A319-E42535D358D2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0BA1-4970-A319-E42535D358D2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0BA1-4970-A319-E42535D358D2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0BA1-4970-A319-E42535D358D2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0BA1-4970-A319-E42535D358D2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0BA1-4970-A319-E42535D358D2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0BA1-4970-A319-E42535D358D2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0BA1-4970-A319-E42535D358D2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0BA1-4970-A319-E42535D358D2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0BA1-4970-A319-E42535D358D2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0BA1-4970-A319-E42535D358D2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0BA1-4970-A319-E42535D358D2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0BA1-4970-A319-E42535D358D2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0BA1-4970-A319-E42535D358D2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0BA1-4970-A319-E42535D358D2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0BA1-4970-A319-E42535D358D2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0BA1-4970-A319-E42535D358D2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0BA1-4970-A319-E42535D358D2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0BA1-4970-A319-E42535D358D2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0BA1-4970-A319-E42535D358D2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0BA1-4970-A319-E42535D358D2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0BA1-4970-A319-E42535D358D2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0BA1-4970-A319-E42535D358D2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0BA1-4970-A319-E42535D358D2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0BA1-4970-A319-E42535D358D2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0BA1-4970-A319-E42535D358D2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0BA1-4970-A319-E42535D358D2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0BA1-4970-A319-E42535D358D2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0BA1-4970-A319-E42535D358D2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081041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1" y="452513"/>
            <a:ext cx="60104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00-06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(46,178명)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1,754,083명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1,695,410명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2,119백만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2,345백만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41441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9231483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5852929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443880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00-06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46,178명)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9765981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9234555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20635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5426964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564705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203303" y="4429264"/>
            <a:ext cx="3371872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94951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31177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98541" y="5163278"/>
            <a:ext cx="3376634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208067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31177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3004162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3004161" y="4608881"/>
            <a:ext cx="1571013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4801797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062192"/>
              </p:ext>
            </p:extLst>
          </p:nvPr>
        </p:nvGraphicFramePr>
        <p:xfrm>
          <a:off x="989828" y="117850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00-06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00-06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14.2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4998116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43983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24407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75734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90519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19188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59654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75734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448497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190226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940350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37003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0241920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763,691,000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(19,389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371,546,000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(25,744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284859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002064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558389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710669" y="1111576"/>
            <a:ext cx="16559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32.9%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(158.1%)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(154.5%)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(94.1%)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(52.2%)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(21.1%)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60022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006148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60022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1958357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361603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1291" y="369041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3643" y="415560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1131" y="2180175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3483" y="2645362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82564842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60253276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/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71164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34087" y="2496765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80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62508" y="271164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140855" y="2503618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80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889786" y="271164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299511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34087" y="27802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80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62508" y="299511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889786" y="299511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27949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34087" y="306369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80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62508" y="327949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889786" y="327949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562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34087" y="3348071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8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62508" y="3562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889786" y="3562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210572" y="2526434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210572" y="28056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210572" y="3088727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210572" y="3385939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140855" y="27850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80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140855" y="3066663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80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140855" y="334882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8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79194" y="250810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80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79194" y="27895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79194" y="3071146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79194" y="335331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E4FDCF1E-FF56-E6EA-E6C2-80DF36658994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36A7E56C-DB82-C661-4795-53C5D4670F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603FD846-CC92-0F4C-7074-9C1DCF9E6D57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 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82826AC-6B67-C041-3DF7-4F68FE62D992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83F1F29F-D58F-E608-A36D-3C010D1F4635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EAF3E7DD-1706-C008-A73F-D54F0C4531DD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09551119-F8B4-1694-F7F5-60E72CA73E09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CAAFA643-00A1-27B9-FD5B-1303FAC201E9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33FE2C37-ED81-0143-4032-0026A342B6C2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22B19C3B-A5E8-745C-1091-5E1D817524BB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D7136451-BD03-25AA-CCFE-AA40DA94425A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CD338C94-5193-FB81-A634-ED153B9EEB49}"/>
              </a:ext>
            </a:extLst>
          </p:cNvPr>
          <p:cNvSpPr/>
          <p:nvPr/>
        </p:nvSpPr>
        <p:spPr>
          <a:xfrm>
            <a:off x="6104877" y="2711649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97EAA292-BD45-37B2-7B9C-2468BDA38238}"/>
              </a:ext>
            </a:extLst>
          </p:cNvPr>
          <p:cNvSpPr txBox="1"/>
          <p:nvPr/>
        </p:nvSpPr>
        <p:spPr>
          <a:xfrm>
            <a:off x="6334087" y="2496765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  <a:endParaRPr lang="en-US" sz="80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10E15282-10AD-85AE-90D1-7ED72C08B91C}"/>
              </a:ext>
            </a:extLst>
          </p:cNvPr>
          <p:cNvSpPr/>
          <p:nvPr/>
        </p:nvSpPr>
        <p:spPr>
          <a:xfrm>
            <a:off x="7262508" y="271164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F8A388C8-452F-E216-8A84-46D7C00A4908}"/>
              </a:ext>
            </a:extLst>
          </p:cNvPr>
          <p:cNvSpPr txBox="1"/>
          <p:nvPr/>
        </p:nvSpPr>
        <p:spPr>
          <a:xfrm>
            <a:off x="7140855" y="2503618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80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6F52657D-B985-84C3-497C-0341D026CB1F}"/>
              </a:ext>
            </a:extLst>
          </p:cNvPr>
          <p:cNvSpPr/>
          <p:nvPr/>
        </p:nvSpPr>
        <p:spPr>
          <a:xfrm>
            <a:off x="7889786" y="271164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D0B28C66-8C1E-BD1B-083F-10165A66B5D0}"/>
              </a:ext>
            </a:extLst>
          </p:cNvPr>
          <p:cNvSpPr/>
          <p:nvPr/>
        </p:nvSpPr>
        <p:spPr>
          <a:xfrm>
            <a:off x="6104877" y="2995113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5D818E1-64E2-7EE3-5E17-28F6BA145B9D}"/>
              </a:ext>
            </a:extLst>
          </p:cNvPr>
          <p:cNvSpPr txBox="1"/>
          <p:nvPr/>
        </p:nvSpPr>
        <p:spPr>
          <a:xfrm>
            <a:off x="6334087" y="27802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80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3AC713DF-85FD-B4FC-692D-AA3D16097AF9}"/>
              </a:ext>
            </a:extLst>
          </p:cNvPr>
          <p:cNvSpPr/>
          <p:nvPr/>
        </p:nvSpPr>
        <p:spPr>
          <a:xfrm>
            <a:off x="7262508" y="299511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1D2A4324-E992-26A7-7046-3BB513BE53C3}"/>
              </a:ext>
            </a:extLst>
          </p:cNvPr>
          <p:cNvSpPr/>
          <p:nvPr/>
        </p:nvSpPr>
        <p:spPr>
          <a:xfrm>
            <a:off x="7889786" y="299511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D9666090-2CBA-E005-0888-72E5BD4E9E73}"/>
              </a:ext>
            </a:extLst>
          </p:cNvPr>
          <p:cNvSpPr/>
          <p:nvPr/>
        </p:nvSpPr>
        <p:spPr>
          <a:xfrm>
            <a:off x="6104877" y="3279491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8A425B02-6C12-54A5-9990-226CF2F23DAF}"/>
              </a:ext>
            </a:extLst>
          </p:cNvPr>
          <p:cNvSpPr txBox="1"/>
          <p:nvPr/>
        </p:nvSpPr>
        <p:spPr>
          <a:xfrm>
            <a:off x="6334087" y="306369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sz="80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E33BDF6-E954-DABC-BB43-8075152F31AB}"/>
              </a:ext>
            </a:extLst>
          </p:cNvPr>
          <p:cNvSpPr/>
          <p:nvPr/>
        </p:nvSpPr>
        <p:spPr>
          <a:xfrm>
            <a:off x="7262508" y="327949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FE619C84-4D2A-834D-E6A9-D1C18CEF3DB3}"/>
              </a:ext>
            </a:extLst>
          </p:cNvPr>
          <p:cNvSpPr/>
          <p:nvPr/>
        </p:nvSpPr>
        <p:spPr>
          <a:xfrm>
            <a:off x="7889786" y="327949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4D9D514-CA2C-E370-EE5D-8B47882EB093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2E96DE31-D230-CCB4-3195-CCBFE7E707B1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9355CE1B-F445-D964-651E-C2F603BEE5C5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1C7E7F33-E3A8-5A03-96E4-BD7A11C7C5F2}"/>
              </a:ext>
            </a:extLst>
          </p:cNvPr>
          <p:cNvSpPr txBox="1"/>
          <p:nvPr/>
        </p:nvSpPr>
        <p:spPr>
          <a:xfrm>
            <a:off x="7140855" y="27850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80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14AB72F4-EBB0-B61A-376F-662CEE68C9F5}"/>
              </a:ext>
            </a:extLst>
          </p:cNvPr>
          <p:cNvSpPr txBox="1"/>
          <p:nvPr/>
        </p:nvSpPr>
        <p:spPr>
          <a:xfrm>
            <a:off x="7140855" y="3066663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8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C8AA61DB-F2A7-209C-5B6C-E86EC4291FCC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4F233045-0E86-F2E7-1F41-97BE9A38026D}"/>
              </a:ext>
            </a:extLst>
          </p:cNvPr>
          <p:cNvSpPr txBox="1"/>
          <p:nvPr/>
        </p:nvSpPr>
        <p:spPr>
          <a:xfrm>
            <a:off x="7979194" y="250810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FEAF0A01-CBEC-7E30-7313-552113092473}"/>
              </a:ext>
            </a:extLst>
          </p:cNvPr>
          <p:cNvSpPr txBox="1"/>
          <p:nvPr/>
        </p:nvSpPr>
        <p:spPr>
          <a:xfrm>
            <a:off x="7979194" y="27895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80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16CA35E6-4C4A-C530-B87B-20A3897990C6}"/>
              </a:ext>
            </a:extLst>
          </p:cNvPr>
          <p:cNvSpPr txBox="1"/>
          <p:nvPr/>
        </p:nvSpPr>
        <p:spPr>
          <a:xfrm>
            <a:off x="7979194" y="3071146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8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C555E22-DBA3-AB9C-C76C-EEB83D6DE632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C75B3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D469F39-A14D-B383-DADA-FBFCFA32222C}"/>
              </a:ext>
            </a:extLst>
          </p:cNvPr>
          <p:cNvSpPr/>
          <p:nvPr/>
        </p:nvSpPr>
        <p:spPr>
          <a:xfrm>
            <a:off x="6210572" y="2526434"/>
            <a:ext cx="89801" cy="91210"/>
          </a:xfrm>
          <a:prstGeom prst="ellipse">
            <a:avLst/>
          </a:prstGeom>
          <a:solidFill>
            <a:srgbClr val="FF7F0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18383BE-DEAB-7449-84C7-211F6366B539}"/>
              </a:ext>
            </a:extLst>
          </p:cNvPr>
          <p:cNvSpPr/>
          <p:nvPr/>
        </p:nvSpPr>
        <p:spPr>
          <a:xfrm>
            <a:off x="6210572" y="2805606"/>
            <a:ext cx="89801" cy="91210"/>
          </a:xfrm>
          <a:prstGeom prst="ellipse">
            <a:avLst/>
          </a:prstGeom>
          <a:solidFill>
            <a:srgbClr val="279D27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0EE2765-AF5C-2C7F-25D8-9B63F4E619FB}"/>
              </a:ext>
            </a:extLst>
          </p:cNvPr>
          <p:cNvSpPr/>
          <p:nvPr/>
        </p:nvSpPr>
        <p:spPr>
          <a:xfrm>
            <a:off x="6210572" y="3088727"/>
            <a:ext cx="89801" cy="91210"/>
          </a:xfrm>
          <a:prstGeom prst="ellipse">
            <a:avLst/>
          </a:prstGeom>
          <a:solidFill>
            <a:srgbClr val="D62829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0F646B5E-F0C1-21F6-F9C8-E390AE9CC9ED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99CC2BE5-37A5-3369-D62B-913C28AAFD6A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132BFB94-47AD-523E-9C38-68271E7E4D4F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C2E6C3E5-A9A0-125F-B41F-5B74F534281E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531C528F-E12E-70A3-7B61-4D99022A86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A8CA2FD9-3B1E-842A-99A7-9CBC1CCA7C0F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540DDAF0-8EE3-DC88-04E5-1265F035BF63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5E21C823-C9DF-6126-9FC7-6A8E2804A396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141EE852-AE72-4325-8279-83C4C999CD32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6AB9A474-5CD3-8736-1B29-566C1A195E8B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53BFB602-7A39-32E5-4A13-806562B251DB}"/>
              </a:ext>
            </a:extLst>
          </p:cNvPr>
          <p:cNvSpPr txBox="1"/>
          <p:nvPr/>
        </p:nvSpPr>
        <p:spPr>
          <a:xfrm>
            <a:off x="6334087" y="2212386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13E4422D-37A5-65BE-0D20-6650ADC67DC0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0A240D10-0111-A175-1557-F4890289D51D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BC2EE708-CC12-0CD5-FE36-3902956140BB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FA9F88F7-14D3-8C71-8F99-3F64E3EE0EF6}"/>
              </a:ext>
            </a:extLst>
          </p:cNvPr>
          <p:cNvSpPr txBox="1"/>
          <p:nvPr/>
        </p:nvSpPr>
        <p:spPr>
          <a:xfrm>
            <a:off x="6408610" y="2496765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sz="8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18CDE695-F16C-156C-7FC8-17E262667465}"/>
              </a:ext>
            </a:extLst>
          </p:cNvPr>
          <p:cNvSpPr txBox="1"/>
          <p:nvPr/>
        </p:nvSpPr>
        <p:spPr>
          <a:xfrm>
            <a:off x="7140855" y="2503618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8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45991DC7-3101-EDDF-F0A4-99FA2CCD7651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D20E44F4-9E50-F1D5-FAA1-A2A8437BCA5E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F83D5B88-9484-5353-243A-280726FCB770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F6163CFD-8123-BFED-7BF4-4C48F4F7EB7D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8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45A46CD8-15A3-94E2-6D1B-1E1853B66695}"/>
              </a:ext>
            </a:extLst>
          </p:cNvPr>
          <p:cNvSpPr txBox="1"/>
          <p:nvPr/>
        </p:nvSpPr>
        <p:spPr>
          <a:xfrm>
            <a:off x="7979194" y="250810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F830EAF-0B87-7626-AE79-644094F6540A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C75B3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91CCD58-AACE-54E8-EF88-63EF38957204}"/>
              </a:ext>
            </a:extLst>
          </p:cNvPr>
          <p:cNvSpPr/>
          <p:nvPr/>
        </p:nvSpPr>
        <p:spPr>
          <a:xfrm>
            <a:off x="6210572" y="2526434"/>
            <a:ext cx="89801" cy="91210"/>
          </a:xfrm>
          <a:prstGeom prst="ellipse">
            <a:avLst/>
          </a:prstGeom>
          <a:solidFill>
            <a:srgbClr val="FF7F0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" name="Shape 61">
            <a:extLst>
              <a:ext uri="{FF2B5EF4-FFF2-40B4-BE49-F238E27FC236}">
                <a16:creationId xmlns:a16="http://schemas.microsoft.com/office/drawing/2014/main" id="{507E5100-2C80-3698-8285-9BB0E22079BF}"/>
              </a:ext>
            </a:extLst>
          </p:cNvPr>
          <p:cNvSpPr/>
          <p:nvPr/>
        </p:nvSpPr>
        <p:spPr>
          <a:xfrm>
            <a:off x="6106706" y="2704546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" name="Shape 63">
            <a:extLst>
              <a:ext uri="{FF2B5EF4-FFF2-40B4-BE49-F238E27FC236}">
                <a16:creationId xmlns:a16="http://schemas.microsoft.com/office/drawing/2014/main" id="{F8A7758D-C420-6ABA-E974-CF10E22E9A5F}"/>
              </a:ext>
            </a:extLst>
          </p:cNvPr>
          <p:cNvSpPr/>
          <p:nvPr/>
        </p:nvSpPr>
        <p:spPr>
          <a:xfrm>
            <a:off x="7264337" y="2704546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" name="Shape 65">
            <a:extLst>
              <a:ext uri="{FF2B5EF4-FFF2-40B4-BE49-F238E27FC236}">
                <a16:creationId xmlns:a16="http://schemas.microsoft.com/office/drawing/2014/main" id="{D6604851-DA1A-0022-682C-E30B2AE4078C}"/>
              </a:ext>
            </a:extLst>
          </p:cNvPr>
          <p:cNvSpPr/>
          <p:nvPr/>
        </p:nvSpPr>
        <p:spPr>
          <a:xfrm>
            <a:off x="7891615" y="2704546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6D1042DD-36EC-C79D-0847-331286C4FE8A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7" name="Text 24">
            <a:extLst>
              <a:ext uri="{FF2B5EF4-FFF2-40B4-BE49-F238E27FC236}">
                <a16:creationId xmlns:a16="http://schemas.microsoft.com/office/drawing/2014/main" id="{3079A675-47A2-1849-969B-86CCE72A379D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B177CCB9-8074-6445-E922-6ADD26A627BD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D52CDFB1-3973-3499-7DC0-0F21882E7405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C2C3AA0F-F4A4-DDB0-23A4-CA8D2055C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3310972F-B13F-A644-3541-D8E1BB60EB8D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0B659F7-3690-FEB8-4967-69EF8E976640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3488BE2-2F30-1221-ECAA-904057A0970C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F385822-4EA0-3A57-3DA3-E9AE42A7B05C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1B2BDEBD-37DD-BA25-8237-5BCEAAB8A3E8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sz="800" dirty="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32CDB6D8-8814-5721-CBCA-61D16D87B7F8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sz="8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8F6B874B-751E-A227-75A6-0F302495AC1F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4C3E3413-4C9C-85EB-04FD-C9131E3EBB33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88F7112-C6AF-9D4A-F281-A0D9414B2295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0BA0D43-F6A6-17C1-557A-7CAE325CC98A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2E9FC41-AA56-0F90-3481-88A7F73B02E7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0.00243개</a:t>
            </a:r>
            <a:endParaRPr lang="en-US" sz="800" dirty="0"/>
          </a:p>
        </p:txBody>
      </p:sp>
      <p:sp>
        <p:nvSpPr>
          <p:cNvPr id="2" name="Shape 29">
            <a:extLst>
              <a:ext uri="{FF2B5EF4-FFF2-40B4-BE49-F238E27FC236}">
                <a16:creationId xmlns:a16="http://schemas.microsoft.com/office/drawing/2014/main" id="{85CFFAA8-D532-C51A-CBE6-3DE0E41499A3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Shape 31">
            <a:extLst>
              <a:ext uri="{FF2B5EF4-FFF2-40B4-BE49-F238E27FC236}">
                <a16:creationId xmlns:a16="http://schemas.microsoft.com/office/drawing/2014/main" id="{5BF19D66-D165-129E-59FD-73B8EFAAD216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Shape 33">
            <a:extLst>
              <a:ext uri="{FF2B5EF4-FFF2-40B4-BE49-F238E27FC236}">
                <a16:creationId xmlns:a16="http://schemas.microsoft.com/office/drawing/2014/main" id="{A1774882-E49D-E661-2D74-B27E509A169D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145977A3-D6CE-0BF7-9358-FB9D4FD668D9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8" name="Text 24">
            <a:extLst>
              <a:ext uri="{FF2B5EF4-FFF2-40B4-BE49-F238E27FC236}">
                <a16:creationId xmlns:a16="http://schemas.microsoft.com/office/drawing/2014/main" id="{184D5097-7C04-FF47-0C54-7FC801BCC7FA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20463E94-58E4-12D4-0C84-D312807AC264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4830B7AA-2AB6-1DD8-B121-9A66250D7177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6C667C30-1706-F757-53DE-79F203C332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608AB24A-5470-587F-803F-28AD1F287453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56E0285B-CF69-206A-9558-ECD010EE4CE2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2AA25358-787A-990D-2C00-67A9161D7C17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1E2C16A3-0145-7107-D66E-43553BB2A4CD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8441843E-7347-5E66-8E00-616DAE48F624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2B28FC62-4468-0F41-63F2-B0C19730345A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24E4A150-7C14-6F90-3C85-746FCCB607FE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4D3EC296-58D5-E643-71C3-BA9486B257DC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A20F406E-79F6-0F1B-95EA-A20381B54E04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71AC1480-3A26-4145-D5CE-EBCF55C10F18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AF86566A-4E99-A5F8-EFDA-ED9BB4B33268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2B87D4DA-C38A-6BD5-74F9-06E97F99138C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E7D1C89B-27F1-525A-C6E8-D5D28E871806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8F4AE311-6A7B-3124-C0E2-ED82D30CD99B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ABD1E8F1-237F-8456-7257-14E7CB56735D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2993CA6-8F02-423F-5997-B7E65595B635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2A66C8AF-9621-CE95-5F81-DD249BF518DC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8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A0503253-D940-E5AB-51AF-64CEB3D545A4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5F5BA9BD-D68A-FF35-738E-77DF8164DD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56D4970C-F442-1F5E-7F16-0ABE11FD3363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101703F-807A-2FDE-F61C-CAA397CC9A65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CCB33B57-A0EC-E612-D68E-8C95EC442B4B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B8F1491-86C1-4A12-851A-F678ED4C6146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D16E83D7-F858-29DB-3C53-E0EB970C0E20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2E18B445-F43C-AB7B-AD75-271E2DF5EF4E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5BAF3540-6A20-2313-77B0-C8E604B6A0FB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E9477070-3FEC-B914-8A13-A276D5A537FA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33E99A41-25CD-1BEA-0106-54B19D24378D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FE05529D-3CAA-FD67-7393-5EABE8484B59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57ABE3BA-DF21-5EB4-E5DB-478101596D57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F657A335-5BB0-DD77-0CE4-D4259D5DDE09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90E7D891-F424-54EA-EE95-14850CF0F380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FD7426F8-E5E4-AAA0-6572-1DC7A4A094D7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CF6B465-2940-CE58-76D8-76D767F06FA9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E524FE39-19DE-37DF-59DC-4D00B8631C45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007FC31E-37DA-4CDD-38BF-9D62BA9CF1E9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800" dirty="0"/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651E177E-B903-C3A8-D92B-8020F101341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BF207263-0D9C-57C4-D4B7-5FCA7F7877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16A4B77A-8D46-20BC-BC8F-5EBBF4DC3B32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51B7297D-7741-BF3F-F885-5188CFF0DC9A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8256CCB4-C0BF-E792-A120-6774A9DDFD65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4907802-FA3F-1AD2-391A-9595D46FF471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A2F98670-40B3-9173-6FD7-626836291A34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D5F76DE2-532C-E169-ED32-87A21354AE68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85D57975-E61C-89D3-AD5B-DC4D5CEB7E98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437BE9A4-061D-3CDD-15C2-A38D03FD4530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sz="800" dirty="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5F72F855-046D-41A5-CA69-B0FBA7A19B77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sz="800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2884589" cy="1314907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0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0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584F9EFE-A870-53B6-C24F-A6E0A2AF27B5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E9852B9C-B28D-1570-CE32-B7D4A5497E5D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BC203451-3EA2-877E-34B9-44BAA11BF828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12496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270127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897405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15933" y="4573095"/>
            <a:ext cx="45719" cy="1326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C9C3680-D4C4-F55F-E8E4-7ED89FE26758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882D4CD1-AE68-771C-D48B-AF3A6D644EAB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800" dirty="0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81B8E5-4109-785F-CAE0-43745048A1C0}"/>
              </a:ext>
            </a:extLst>
          </p:cNvPr>
          <p:cNvSpPr txBox="1"/>
          <p:nvPr/>
        </p:nvSpPr>
        <p:spPr>
          <a:xfrm>
            <a:off x="6181687" y="5064734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{{SL27_3}}</a:t>
            </a:r>
            <a:r>
              <a:rPr lang="en-US" altLang="ko-KR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E92252CC-1036-2527-76ED-BB2475B1F1B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4F6A8AC3-F803-50F5-3BDB-962D2FD4E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E7DE17C9-4CA4-81CF-9700-22F537912E9E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279F168-2693-90D8-2C10-4558333A6675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D78CA75F-2711-DFC9-8438-5BD4006460F9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4D494CD7-C8DF-1C47-E88B-DEB0202DBE1C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9FF22311-8475-EFFE-9F0A-767F6D1691E4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63CED607-7F75-768E-0CB5-6A74A3EC9313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1547111F-7719-30B9-C0B3-BCAB23D0D23C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A8849E64-3C97-930C-2B68-0DC712FB2A20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주차장</a:t>
            </a:r>
            <a:endParaRPr lang="en-US" sz="8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8679B89C-7518-EE9E-DB17-AADA0E711B5A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sz="8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2884589" cy="1314907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0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000" dirty="0"/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021700" y="1463267"/>
            <a:ext cx="2457799" cy="44359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9081542" y="1552675"/>
            <a:ext cx="114300" cy="133502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264071" y="1531824"/>
            <a:ext cx="12499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 구획수 상세</a:t>
            </a:r>
            <a:endParaRPr lang="en-US" sz="10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059190" y="2077744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136000" y="1857374"/>
            <a:ext cx="4800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9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304400" y="1868792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9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84666310-A32A-E9D4-B587-FFAC7C6FBD62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F78352B7-4589-A779-1770-5D2B1FC39CA4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0D73B428-B97A-154D-8287-B117CDA7D1FB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12496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270127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897405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059190" y="17771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216821" y="1777138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F3DDFE1A-BEC0-8645-DEE5-041278B18791}"/>
              </a:ext>
            </a:extLst>
          </p:cNvPr>
          <p:cNvSpPr/>
          <p:nvPr/>
        </p:nvSpPr>
        <p:spPr>
          <a:xfrm>
            <a:off x="6015933" y="4573095"/>
            <a:ext cx="45719" cy="1326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18FEB0D-054F-0393-1A21-3E45A27C30F3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CFD3C653-EC7F-08E7-740C-36CA757D2C5C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endParaRPr lang="en-US" sz="8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sp>
        <p:nvSpPr>
          <p:cNvPr id="11" name="Shape 29">
            <a:extLst>
              <a:ext uri="{FF2B5EF4-FFF2-40B4-BE49-F238E27FC236}">
                <a16:creationId xmlns:a16="http://schemas.microsoft.com/office/drawing/2014/main" id="{80D42946-657E-EFBF-E2F1-7B92A3AE87BF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2" name="Shape 31">
            <a:extLst>
              <a:ext uri="{FF2B5EF4-FFF2-40B4-BE49-F238E27FC236}">
                <a16:creationId xmlns:a16="http://schemas.microsoft.com/office/drawing/2014/main" id="{2EEB2C99-F676-58BF-E3FA-3851B49557C4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3" name="Shape 33">
            <a:extLst>
              <a:ext uri="{FF2B5EF4-FFF2-40B4-BE49-F238E27FC236}">
                <a16:creationId xmlns:a16="http://schemas.microsoft.com/office/drawing/2014/main" id="{9B8F727F-CBCC-D266-002D-CB9A5C395362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98692"/>
              </p:ext>
            </p:extLst>
          </p:nvPr>
        </p:nvGraphicFramePr>
        <p:xfrm>
          <a:off x="9050047" y="2123832"/>
          <a:ext cx="2302320" cy="45325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51160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151160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340대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138대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73대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60대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B14BF68-D90F-B159-7349-BC7C2D95AC23}"/>
              </a:ext>
            </a:extLst>
          </p:cNvPr>
          <p:cNvSpPr txBox="1"/>
          <p:nvPr/>
        </p:nvSpPr>
        <p:spPr>
          <a:xfrm>
            <a:off x="6181687" y="5064734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{{SL28_3}}</a:t>
            </a:r>
            <a:r>
              <a:rPr lang="en-US" altLang="ko-KR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11462</TotalTime>
  <Words>2136</Words>
  <Application>Microsoft Office PowerPoint</Application>
  <PresentationFormat>와이드스크린</PresentationFormat>
  <Paragraphs>596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1446</cp:revision>
  <dcterms:created xsi:type="dcterms:W3CDTF">2025-10-15T03:48:02Z</dcterms:created>
  <dcterms:modified xsi:type="dcterms:W3CDTF">2025-11-02T23:44:15Z</dcterms:modified>
</cp:coreProperties>
</file>