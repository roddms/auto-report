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14.7782</c:v>
                </c:pt>
                <c:pt idx="1">
                  <c:v>13.119199999999999</c:v>
                </c:pt>
                <c:pt idx="2">
                  <c:v>12.4824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-11.23</c:v>
                </c:pt>
                <c:pt idx="2">
                  <c:v>-4.8499999999999996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6AD-4FDD-B12C-D26B2CA33C2B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0.87819999999999998</c:v>
                </c:pt>
                <c:pt idx="1">
                  <c:v>1.7437</c:v>
                </c:pt>
                <c:pt idx="2">
                  <c:v>1.8070999999999999</c:v>
                </c:pt>
                <c:pt idx="3">
                  <c:v>2.7553000000000001</c:v>
                </c:pt>
                <c:pt idx="4">
                  <c:v>3.6072000000000002</c:v>
                </c:pt>
                <c:pt idx="5">
                  <c:v>1.6908000000000001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180.6</c:v>
                </c:pt>
                <c:pt idx="1">
                  <c:v>370.8</c:v>
                </c:pt>
                <c:pt idx="2">
                  <c:v>772.2</c:v>
                </c:pt>
                <c:pt idx="3">
                  <c:v>1233.8</c:v>
                </c:pt>
                <c:pt idx="4">
                  <c:v>1911.8</c:v>
                </c:pt>
                <c:pt idx="5">
                  <c:v>2756</c:v>
                </c:pt>
                <c:pt idx="6">
                  <c:v>3341.6</c:v>
                </c:pt>
                <c:pt idx="7">
                  <c:v>3535.6</c:v>
                </c:pt>
                <c:pt idx="8">
                  <c:v>3272.2</c:v>
                </c:pt>
                <c:pt idx="9">
                  <c:v>2829.6</c:v>
                </c:pt>
                <c:pt idx="10">
                  <c:v>2166.4</c:v>
                </c:pt>
                <c:pt idx="11">
                  <c:v>1258.5999999999999</c:v>
                </c:pt>
                <c:pt idx="12">
                  <c:v>394.2</c:v>
                </c:pt>
                <c:pt idx="13">
                  <c:v>152.4</c:v>
                </c:pt>
                <c:pt idx="14">
                  <c:v>101.2</c:v>
                </c:pt>
                <c:pt idx="15">
                  <c:v>76.8</c:v>
                </c:pt>
                <c:pt idx="16">
                  <c:v>68.2</c:v>
                </c:pt>
                <c:pt idx="17">
                  <c:v>64.2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2.2431999999999999</c:v>
                </c:pt>
                <c:pt idx="1">
                  <c:v>2.2911999999999999</c:v>
                </c:pt>
                <c:pt idx="2">
                  <c:v>2.1400999999999999</c:v>
                </c:pt>
                <c:pt idx="3">
                  <c:v>2.9962</c:v>
                </c:pt>
                <c:pt idx="4">
                  <c:v>2.8117000000000001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DFD1AAC-07E5-4BEA-8C24-24521E47B9C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DAA4D79-280F-4522-B235-1FDCB8DF512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5.5065999999999997</c:v>
                </c:pt>
                <c:pt idx="1">
                  <c:v>6.9757999999999996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EC5B825-ED56-4603-B22B-1B248630715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5D31333-3F54-45F9-9B17-999F4DA1E6A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12.245100000000001</c:v>
                </c:pt>
                <c:pt idx="1">
                  <c:v>0.2374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2F6ECC6-83B9-4E2E-9A86-5113D9AED5E2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6105E9B-3C79-4CD4-8979-E5398872013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7489C53-B69E-44FE-A6E2-DBCB34A2525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0.57220000000000004</c:v>
                </c:pt>
                <c:pt idx="1">
                  <c:v>5.8605999999999998</c:v>
                </c:pt>
                <c:pt idx="2">
                  <c:v>6.0495999999999999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55066</c:v>
                </c:pt>
                <c:pt idx="1">
                  <c:v>69758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FB0-4AC4-8B79-6E253EE446D5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8782</c:v>
                </c:pt>
                <c:pt idx="1">
                  <c:v>17437</c:v>
                </c:pt>
                <c:pt idx="2">
                  <c:v>18071</c:v>
                </c:pt>
                <c:pt idx="3">
                  <c:v>27553</c:v>
                </c:pt>
                <c:pt idx="4">
                  <c:v>36072</c:v>
                </c:pt>
                <c:pt idx="5">
                  <c:v>16908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2.2431999999999999</c:v>
                </c:pt>
                <c:pt idx="1">
                  <c:v>2.2911999999999999</c:v>
                </c:pt>
                <c:pt idx="2">
                  <c:v>2.1400999999999999</c:v>
                </c:pt>
                <c:pt idx="3">
                  <c:v>2.9962</c:v>
                </c:pt>
                <c:pt idx="4">
                  <c:v>2.8117000000000001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1.9599999999999999E-2</c:v>
                </c:pt>
                <c:pt idx="1">
                  <c:v>3.73E-2</c:v>
                </c:pt>
                <c:pt idx="2">
                  <c:v>7.3866666666666664E-2</c:v>
                </c:pt>
                <c:pt idx="3">
                  <c:v>0.11409999999999999</c:v>
                </c:pt>
                <c:pt idx="4">
                  <c:v>0.17613333333333334</c:v>
                </c:pt>
                <c:pt idx="5">
                  <c:v>0.25819999999999999</c:v>
                </c:pt>
                <c:pt idx="6">
                  <c:v>0.30203333333333332</c:v>
                </c:pt>
                <c:pt idx="7">
                  <c:v>0.31323333333333331</c:v>
                </c:pt>
                <c:pt idx="8">
                  <c:v>0.27993333333333331</c:v>
                </c:pt>
                <c:pt idx="9">
                  <c:v>0.23300000000000001</c:v>
                </c:pt>
                <c:pt idx="10">
                  <c:v>0.17469999999999999</c:v>
                </c:pt>
                <c:pt idx="11">
                  <c:v>0.10133333333333333</c:v>
                </c:pt>
                <c:pt idx="12">
                  <c:v>3.44E-2</c:v>
                </c:pt>
                <c:pt idx="13">
                  <c:v>1.8766666666666668E-2</c:v>
                </c:pt>
                <c:pt idx="14">
                  <c:v>1.26E-2</c:v>
                </c:pt>
                <c:pt idx="15">
                  <c:v>9.2999999999999992E-3</c:v>
                </c:pt>
                <c:pt idx="16">
                  <c:v>8.0999999999999996E-3</c:v>
                </c:pt>
                <c:pt idx="17">
                  <c:v>7.4333333333333335E-3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1.575E-2</c:v>
                </c:pt>
                <c:pt idx="1">
                  <c:v>3.6749999999999998E-2</c:v>
                </c:pt>
                <c:pt idx="2">
                  <c:v>8.2250000000000004E-2</c:v>
                </c:pt>
                <c:pt idx="3">
                  <c:v>0.13730000000000001</c:v>
                </c:pt>
                <c:pt idx="4">
                  <c:v>0.21375</c:v>
                </c:pt>
                <c:pt idx="5">
                  <c:v>0.30170000000000002</c:v>
                </c:pt>
                <c:pt idx="6">
                  <c:v>0.38235000000000002</c:v>
                </c:pt>
                <c:pt idx="7">
                  <c:v>0.41404999999999997</c:v>
                </c:pt>
                <c:pt idx="8">
                  <c:v>0.39815</c:v>
                </c:pt>
                <c:pt idx="9">
                  <c:v>0.3579</c:v>
                </c:pt>
                <c:pt idx="10">
                  <c:v>0.27955000000000002</c:v>
                </c:pt>
                <c:pt idx="11">
                  <c:v>0.16264999999999999</c:v>
                </c:pt>
                <c:pt idx="12">
                  <c:v>4.6949999999999999E-2</c:v>
                </c:pt>
                <c:pt idx="13">
                  <c:v>9.9500000000000005E-3</c:v>
                </c:pt>
                <c:pt idx="14">
                  <c:v>6.4000000000000003E-3</c:v>
                </c:pt>
                <c:pt idx="15">
                  <c:v>5.2500000000000003E-3</c:v>
                </c:pt>
                <c:pt idx="16">
                  <c:v>4.8999999999999998E-3</c:v>
                </c:pt>
                <c:pt idx="17">
                  <c:v>4.8999999999999998E-3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5.722E-2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0.58606000000000003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0.60496000000000005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2.3740000000000001E-2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1.22451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3773</c:v>
                </c:pt>
                <c:pt idx="1">
                  <c:v>2869</c:v>
                </c:pt>
                <c:pt idx="2">
                  <c:v>3889</c:v>
                </c:pt>
                <c:pt idx="3">
                  <c:v>2527</c:v>
                </c:pt>
                <c:pt idx="4">
                  <c:v>2830</c:v>
                </c:pt>
                <c:pt idx="5">
                  <c:v>2957</c:v>
                </c:pt>
                <c:pt idx="6">
                  <c:v>4987</c:v>
                </c:pt>
                <c:pt idx="7">
                  <c:v>22432</c:v>
                </c:pt>
                <c:pt idx="8">
                  <c:v>22912</c:v>
                </c:pt>
                <c:pt idx="9">
                  <c:v>21401</c:v>
                </c:pt>
                <c:pt idx="10">
                  <c:v>29962</c:v>
                </c:pt>
                <c:pt idx="11">
                  <c:v>28117</c:v>
                </c:pt>
                <c:pt idx="12">
                  <c:v>2824</c:v>
                </c:pt>
                <c:pt idx="13">
                  <c:v>3699</c:v>
                </c:pt>
                <c:pt idx="14">
                  <c:v>4150</c:v>
                </c:pt>
                <c:pt idx="15">
                  <c:v>4342</c:v>
                </c:pt>
                <c:pt idx="16">
                  <c:v>4151</c:v>
                </c:pt>
                <c:pt idx="17">
                  <c:v>3101</c:v>
                </c:pt>
                <c:pt idx="18">
                  <c:v>3300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19A3251-07BB-40FE-BCBA-A6E306DE025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  <c:pt idx="10">
                  <c:v>항목 11</c:v>
                </c:pt>
                <c:pt idx="11">
                  <c:v>항목 12</c:v>
                </c:pt>
                <c:pt idx="12">
                  <c:v>항목 13</c:v>
                </c:pt>
                <c:pt idx="13">
                  <c:v>항목 14</c:v>
                </c:pt>
                <c:pt idx="14">
                  <c:v>항목 15</c:v>
                </c:pt>
                <c:pt idx="15">
                  <c:v>항목 16</c:v>
                </c:pt>
                <c:pt idx="16">
                  <c:v>항목 17</c:v>
                </c:pt>
                <c:pt idx="17">
                  <c:v>항목 18</c:v>
                </c:pt>
                <c:pt idx="18">
                  <c:v>항목 19</c:v>
                </c:pt>
                <c:pt idx="19">
                  <c:v>항목 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  <c:pt idx="10">
                  <c:v>5.0599999999999996</c:v>
                </c:pt>
                <c:pt idx="11">
                  <c:v>5.22</c:v>
                </c:pt>
                <c:pt idx="12">
                  <c:v>5.38</c:v>
                </c:pt>
                <c:pt idx="13">
                  <c:v>5.54</c:v>
                </c:pt>
                <c:pt idx="14">
                  <c:v>5.7</c:v>
                </c:pt>
                <c:pt idx="15">
                  <c:v>5.86</c:v>
                </c:pt>
                <c:pt idx="16">
                  <c:v>6.02</c:v>
                </c:pt>
                <c:pt idx="17">
                  <c:v>6.18</c:v>
                </c:pt>
                <c:pt idx="18">
                  <c:v>6.34</c:v>
                </c:pt>
                <c:pt idx="19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소비금액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소비건수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4.0999999999999996</c:v>
                </c:pt>
                <c:pt idx="5">
                  <c:v>4.26</c:v>
                </c:pt>
                <c:pt idx="6">
                  <c:v>4.42</c:v>
                </c:pt>
                <c:pt idx="7">
                  <c:v>4.58</c:v>
                </c:pt>
                <c:pt idx="8">
                  <c:v>4.74</c:v>
                </c:pt>
                <c:pt idx="9">
                  <c:v>4.9000000000000004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2.36</c:v>
                </c:pt>
                <c:pt idx="6">
                  <c:v>2.2200000000000002</c:v>
                </c:pt>
                <c:pt idx="7">
                  <c:v>2.08</c:v>
                </c:pt>
                <c:pt idx="8">
                  <c:v>1.94</c:v>
                </c:pt>
                <c:pt idx="9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  <c:pt idx="4">
                  <c:v>항목 5</c:v>
                </c:pt>
                <c:pt idx="5">
                  <c:v>항목 6</c:v>
                </c:pt>
                <c:pt idx="6">
                  <c:v>항목 7</c:v>
                </c:pt>
                <c:pt idx="7">
                  <c:v>항목 8</c:v>
                </c:pt>
                <c:pt idx="8">
                  <c:v>항목 9</c:v>
                </c:pt>
                <c:pt idx="9">
                  <c:v>항목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  <c:pt idx="7">
                  <c:v>8.5</c:v>
                </c:pt>
                <c:pt idx="8">
                  <c:v>9.5</c:v>
                </c:pt>
                <c:pt idx="9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B1-4F05-B1F0-586E62CBF2BA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BB1-4F05-B1F0-586E62CBF2BA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BB1-4F05-B1F0-586E62CBF2BA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BB1-4F05-B1F0-586E62CBF2BA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BB1-4F05-B1F0-586E62CBF2BA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BB1-4F05-B1F0-586E62CBF2BA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BB1-4F05-B1F0-586E62CBF2BA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6BB1-4F05-B1F0-586E62CBF2BA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6BB1-4F05-B1F0-586E62CBF2BA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6BB1-4F05-B1F0-586E62CBF2BA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6BB1-4F05-B1F0-586E62CBF2BA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6BB1-4F05-B1F0-586E62CBF2BA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6BB1-4F05-B1F0-586E62CBF2BA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6BB1-4F05-B1F0-586E62CBF2BA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6BB1-4F05-B1F0-586E62CBF2BA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6BB1-4F05-B1F0-586E62CBF2BA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6BB1-4F05-B1F0-586E62CBF2BA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6BB1-4F05-B1F0-586E62CBF2BA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6BB1-4F05-B1F0-586E62CBF2BA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6BB1-4F05-B1F0-586E62CBF2BA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6BB1-4F05-B1F0-586E62CBF2BA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6BB1-4F05-B1F0-586E62CBF2BA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6BB1-4F05-B1F0-586E62CBF2BA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6BB1-4F05-B1F0-586E62CBF2BA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6BB1-4F05-B1F0-586E62CBF2BA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6BB1-4F05-B1F0-586E62CBF2BA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6BB1-4F05-B1F0-586E62CBF2BA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6BB1-4F05-B1F0-586E62CBF2BA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6BB1-4F05-B1F0-586E62CBF2BA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6BB1-4F05-B1F0-586E62CBF2BA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6BB1-4F05-B1F0-586E62CBF2BA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6BB1-4F05-B1F0-586E62CBF2BA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6BB1-4F05-B1F0-586E62CBF2BA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6BB1-4F05-B1F0-586E62CBF2BA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6BB1-4F05-B1F0-586E62CBF2BA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6BB1-4F05-B1F0-586E62CBF2BA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/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/>
          <cx:pt idx="1"/>
          <cx:pt idx="2"/>
          <cx:pt idx="3"/>
          <cx:pt idx="4"/>
          <cx:pt idx="5"/>
          <cx:pt idx="6"/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/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소비금액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이천농업테마공원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이천농업테마공원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124,824명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4.9%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25일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(29,962명)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24.0%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(3,342명)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11.2%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124,824명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15.5%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이천농업테마공원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이천농업테마공원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124,824명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4.9%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25일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(29,962명)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3,342명)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13.6%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2,374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11.8%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25일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24일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24,965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22,248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53.5%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29,040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46.5%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13.9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14.5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5,722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60,496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58,606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96.2%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122,451명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2,374명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23,832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3,405명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124,824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24,965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25,567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3,652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이천농업테마공원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(0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None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(None%)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sp>
        <p:nvSpPr>
          <p:cNvPr id="2" name="SL15_heatmap">
            <a:extLst>
              <a:ext uri="{FF2B5EF4-FFF2-40B4-BE49-F238E27FC236}">
                <a16:creationId xmlns:a16="http://schemas.microsoft.com/office/drawing/2014/main" id="{2A403ACE-2BEB-8F41-2E80-977A58506AEA}"/>
              </a:ext>
            </a:extLst>
          </p:cNvPr>
          <p:cNvSpPr/>
          <p:nvPr/>
        </p:nvSpPr>
        <p:spPr>
          <a:xfrm>
            <a:off x="5287681" y="1505665"/>
            <a:ext cx="6314811" cy="4848963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None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(None%)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44923339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33340891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0.00144개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100.0%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100.0%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2248</Words>
  <Application>Microsoft Office PowerPoint</Application>
  <PresentationFormat>와이드스크린</PresentationFormat>
  <Paragraphs>604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Arial</vt:lpstr>
      <vt:lpstr>Calibri Light</vt:lpstr>
      <vt:lpstr>Pretendard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2025-11-07T09:07:35Z</dcterms:modified>
</cp:coreProperties>
</file>