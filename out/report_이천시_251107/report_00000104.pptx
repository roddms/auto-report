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9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1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2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3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15.xml" ContentType="application/vnd.openxmlformats-officedocument.presentationml.notesSl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18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19.xml" ContentType="application/vnd.openxmlformats-officedocument.presentationml.notesSlid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20.xml" ContentType="application/vnd.openxmlformats-officedocument.presentationml.notesSlide+xml"/>
  <Override PartName="/ppt/charts/chartEx1.xml" ContentType="application/vnd.ms-office.chartex+xml"/>
  <Override PartName="/ppt/charts/style27.xml" ContentType="application/vnd.ms-office.chartstyle+xml"/>
  <Override PartName="/ppt/charts/colors27.xml" ContentType="application/vnd.ms-office.chartcolorstyle+xml"/>
  <Override PartName="/ppt/charts/chartEx2.xml" ContentType="application/vnd.ms-office.chartex+xml"/>
  <Override PartName="/ppt/charts/style28.xml" ContentType="application/vnd.ms-office.chartstyle+xml"/>
  <Override PartName="/ppt/charts/colors28.xml" ContentType="application/vnd.ms-office.chartcolorstyle+xml"/>
  <Override PartName="/ppt/notesSlides/notesSlide21.xml" ContentType="application/vnd.openxmlformats-officedocument.presentationml.notesSlide+xml"/>
  <Override PartName="/ppt/charts/chart27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7.xml"/><Relationship Id="rId2" Type="http://schemas.microsoft.com/office/2011/relationships/chartStyle" Target="style27.xml"/><Relationship Id="rId1" Type="http://schemas.openxmlformats.org/officeDocument/2006/relationships/package" Target="../embeddings/Microsoft_Excel_Worksheet26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8.xml"/><Relationship Id="rId2" Type="http://schemas.microsoft.com/office/2011/relationships/chartStyle" Target="style28.xml"/><Relationship Id="rId1" Type="http://schemas.openxmlformats.org/officeDocument/2006/relationships/package" Target="../embeddings/Microsoft_Excel_Worksheet2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14.7782</c:v>
                </c:pt>
                <c:pt idx="1">
                  <c:v>13.175800000000001</c:v>
                </c:pt>
                <c:pt idx="2">
                  <c:v>12.616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-10.84</c:v>
                </c:pt>
                <c:pt idx="2">
                  <c:v>-4.25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C10-4F26-87A5-C2ACC2F81134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0.88049999999999995</c:v>
                </c:pt>
                <c:pt idx="1">
                  <c:v>1.7958000000000001</c:v>
                </c:pt>
                <c:pt idx="2">
                  <c:v>1.8289</c:v>
                </c:pt>
                <c:pt idx="3">
                  <c:v>2.7831000000000001</c:v>
                </c:pt>
                <c:pt idx="4">
                  <c:v>3.6341000000000001</c:v>
                </c:pt>
                <c:pt idx="5">
                  <c:v>1.6934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189.6</c:v>
                </c:pt>
                <c:pt idx="1">
                  <c:v>384.2</c:v>
                </c:pt>
                <c:pt idx="2">
                  <c:v>792</c:v>
                </c:pt>
                <c:pt idx="3">
                  <c:v>1257.8</c:v>
                </c:pt>
                <c:pt idx="4">
                  <c:v>1937.4</c:v>
                </c:pt>
                <c:pt idx="5">
                  <c:v>2783.6</c:v>
                </c:pt>
                <c:pt idx="6">
                  <c:v>3369.4</c:v>
                </c:pt>
                <c:pt idx="7">
                  <c:v>3562.8</c:v>
                </c:pt>
                <c:pt idx="8">
                  <c:v>3298.2</c:v>
                </c:pt>
                <c:pt idx="9">
                  <c:v>2851.6</c:v>
                </c:pt>
                <c:pt idx="10">
                  <c:v>2183.1999999999998</c:v>
                </c:pt>
                <c:pt idx="11">
                  <c:v>1267.8</c:v>
                </c:pt>
                <c:pt idx="12">
                  <c:v>400</c:v>
                </c:pt>
                <c:pt idx="13">
                  <c:v>154.4</c:v>
                </c:pt>
                <c:pt idx="14">
                  <c:v>103.2</c:v>
                </c:pt>
                <c:pt idx="15">
                  <c:v>78.2</c:v>
                </c:pt>
                <c:pt idx="16">
                  <c:v>69.400000000000006</c:v>
                </c:pt>
                <c:pt idx="17">
                  <c:v>64.599999999999994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2.2749999999999999</c:v>
                </c:pt>
                <c:pt idx="1">
                  <c:v>2.3216999999999999</c:v>
                </c:pt>
                <c:pt idx="2">
                  <c:v>2.1697000000000002</c:v>
                </c:pt>
                <c:pt idx="3">
                  <c:v>3.0211999999999999</c:v>
                </c:pt>
                <c:pt idx="4">
                  <c:v>2.8283999999999998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7B61FC21-99B3-4501-868A-1AE8847B2F5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275272F-9E40-4748-98E7-4F92B30B5AC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5.5963000000000003</c:v>
                </c:pt>
                <c:pt idx="1">
                  <c:v>7.0197000000000003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D055CA1-3863-4C5A-A997-B9E47686031A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11B256D-1CCD-4CA4-B472-CE42E3E5AC02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12.372999999999999</c:v>
                </c:pt>
                <c:pt idx="1">
                  <c:v>0.24299999999999999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D4DACC9E-81E2-4D86-8C9E-5B3FB6B255BF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6664625E-429B-4030-9A95-F87F44F2D7F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E5C08425-EB07-433D-B56A-75DB54A2AC35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0.5857</c:v>
                </c:pt>
                <c:pt idx="1">
                  <c:v>5.9025999999999996</c:v>
                </c:pt>
                <c:pt idx="2">
                  <c:v>6.1279000000000003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55963</c:v>
                </c:pt>
                <c:pt idx="1">
                  <c:v>70197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670-4D14-B594-BBB6614A15D0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8805</c:v>
                </c:pt>
                <c:pt idx="1">
                  <c:v>17958</c:v>
                </c:pt>
                <c:pt idx="2">
                  <c:v>18289</c:v>
                </c:pt>
                <c:pt idx="3">
                  <c:v>27831</c:v>
                </c:pt>
                <c:pt idx="4">
                  <c:v>36341</c:v>
                </c:pt>
                <c:pt idx="5">
                  <c:v>16934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2.2749999999999999</c:v>
                </c:pt>
                <c:pt idx="1">
                  <c:v>2.3216999999999999</c:v>
                </c:pt>
                <c:pt idx="2">
                  <c:v>2.1697000000000002</c:v>
                </c:pt>
                <c:pt idx="3">
                  <c:v>3.0211999999999999</c:v>
                </c:pt>
                <c:pt idx="4">
                  <c:v>2.8283999999999998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2.0633333333333333E-2</c:v>
                </c:pt>
                <c:pt idx="1">
                  <c:v>3.8966666666666663E-2</c:v>
                </c:pt>
                <c:pt idx="2">
                  <c:v>7.6333333333333336E-2</c:v>
                </c:pt>
                <c:pt idx="3">
                  <c:v>0.11696666666666666</c:v>
                </c:pt>
                <c:pt idx="4">
                  <c:v>0.17903333333333332</c:v>
                </c:pt>
                <c:pt idx="5">
                  <c:v>0.26119999999999999</c:v>
                </c:pt>
                <c:pt idx="6">
                  <c:v>0.30520000000000003</c:v>
                </c:pt>
                <c:pt idx="7">
                  <c:v>0.31636666666666668</c:v>
                </c:pt>
                <c:pt idx="8">
                  <c:v>0.28289999999999998</c:v>
                </c:pt>
                <c:pt idx="9">
                  <c:v>0.23543333333333333</c:v>
                </c:pt>
                <c:pt idx="10">
                  <c:v>0.17656666666666668</c:v>
                </c:pt>
                <c:pt idx="11">
                  <c:v>0.1024</c:v>
                </c:pt>
                <c:pt idx="12">
                  <c:v>3.5266666666666668E-2</c:v>
                </c:pt>
                <c:pt idx="13">
                  <c:v>1.8866666666666667E-2</c:v>
                </c:pt>
                <c:pt idx="14">
                  <c:v>1.2699999999999999E-2</c:v>
                </c:pt>
                <c:pt idx="15">
                  <c:v>9.4333333333333335E-3</c:v>
                </c:pt>
                <c:pt idx="16">
                  <c:v>8.0999999999999996E-3</c:v>
                </c:pt>
                <c:pt idx="17">
                  <c:v>7.4333333333333335E-3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1.6449999999999999E-2</c:v>
                </c:pt>
                <c:pt idx="1">
                  <c:v>3.7600000000000001E-2</c:v>
                </c:pt>
                <c:pt idx="2">
                  <c:v>8.3500000000000005E-2</c:v>
                </c:pt>
                <c:pt idx="3">
                  <c:v>0.13900000000000001</c:v>
                </c:pt>
                <c:pt idx="4">
                  <c:v>0.21579999999999999</c:v>
                </c:pt>
                <c:pt idx="5">
                  <c:v>0.30409999999999998</c:v>
                </c:pt>
                <c:pt idx="6">
                  <c:v>0.38455</c:v>
                </c:pt>
                <c:pt idx="7">
                  <c:v>0.41615000000000002</c:v>
                </c:pt>
                <c:pt idx="8">
                  <c:v>0.4002</c:v>
                </c:pt>
                <c:pt idx="9">
                  <c:v>0.35975000000000001</c:v>
                </c:pt>
                <c:pt idx="10">
                  <c:v>0.28094999999999998</c:v>
                </c:pt>
                <c:pt idx="11">
                  <c:v>0.16335</c:v>
                </c:pt>
                <c:pt idx="12">
                  <c:v>4.7100000000000003E-2</c:v>
                </c:pt>
                <c:pt idx="13">
                  <c:v>1.03E-2</c:v>
                </c:pt>
                <c:pt idx="14">
                  <c:v>6.7499999999999999E-3</c:v>
                </c:pt>
                <c:pt idx="15">
                  <c:v>5.4000000000000003E-3</c:v>
                </c:pt>
                <c:pt idx="16">
                  <c:v>5.1999999999999998E-3</c:v>
                </c:pt>
                <c:pt idx="17">
                  <c:v>5.0000000000000001E-3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5.8569999999999997E-2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0.59026000000000001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0.61278999999999995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2.4299999999999999E-2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1.2373000000000001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4111</c:v>
                </c:pt>
                <c:pt idx="1">
                  <c:v>3090</c:v>
                </c:pt>
                <c:pt idx="2">
                  <c:v>4193</c:v>
                </c:pt>
                <c:pt idx="3">
                  <c:v>2721</c:v>
                </c:pt>
                <c:pt idx="4">
                  <c:v>3009</c:v>
                </c:pt>
                <c:pt idx="5">
                  <c:v>3168</c:v>
                </c:pt>
                <c:pt idx="6">
                  <c:v>5385</c:v>
                </c:pt>
                <c:pt idx="7">
                  <c:v>22750</c:v>
                </c:pt>
                <c:pt idx="8">
                  <c:v>23217</c:v>
                </c:pt>
                <c:pt idx="9">
                  <c:v>21697</c:v>
                </c:pt>
                <c:pt idx="10">
                  <c:v>30212</c:v>
                </c:pt>
                <c:pt idx="11">
                  <c:v>28284</c:v>
                </c:pt>
                <c:pt idx="12">
                  <c:v>3030</c:v>
                </c:pt>
                <c:pt idx="13">
                  <c:v>3933</c:v>
                </c:pt>
                <c:pt idx="14">
                  <c:v>4410</c:v>
                </c:pt>
                <c:pt idx="15">
                  <c:v>4634</c:v>
                </c:pt>
                <c:pt idx="16">
                  <c:v>4483</c:v>
                </c:pt>
                <c:pt idx="17">
                  <c:v>3210</c:v>
                </c:pt>
                <c:pt idx="18">
                  <c:v>3442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19A3251-07BB-40FE-BCBA-A6E306DE025A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  <c:pt idx="10">
                  <c:v>항목 11</c:v>
                </c:pt>
                <c:pt idx="11">
                  <c:v>항목 12</c:v>
                </c:pt>
                <c:pt idx="12">
                  <c:v>항목 13</c:v>
                </c:pt>
                <c:pt idx="13">
                  <c:v>항목 14</c:v>
                </c:pt>
                <c:pt idx="14">
                  <c:v>항목 15</c:v>
                </c:pt>
                <c:pt idx="15">
                  <c:v>항목 16</c:v>
                </c:pt>
                <c:pt idx="16">
                  <c:v>항목 17</c:v>
                </c:pt>
                <c:pt idx="17">
                  <c:v>항목 18</c:v>
                </c:pt>
                <c:pt idx="18">
                  <c:v>항목 19</c:v>
                </c:pt>
                <c:pt idx="19">
                  <c:v>항목 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  <c:pt idx="10">
                  <c:v>5.0599999999999996</c:v>
                </c:pt>
                <c:pt idx="11">
                  <c:v>5.22</c:v>
                </c:pt>
                <c:pt idx="12">
                  <c:v>5.38</c:v>
                </c:pt>
                <c:pt idx="13">
                  <c:v>5.54</c:v>
                </c:pt>
                <c:pt idx="14">
                  <c:v>5.7</c:v>
                </c:pt>
                <c:pt idx="15">
                  <c:v>5.86</c:v>
                </c:pt>
                <c:pt idx="16">
                  <c:v>6.02</c:v>
                </c:pt>
                <c:pt idx="17">
                  <c:v>6.18</c:v>
                </c:pt>
                <c:pt idx="18">
                  <c:v>6.34</c:v>
                </c:pt>
                <c:pt idx="19">
                  <c:v>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소비금액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소비건수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2.5</c:v>
                </c:pt>
                <c:pt idx="5">
                  <c:v>2.36</c:v>
                </c:pt>
                <c:pt idx="6">
                  <c:v>2.2200000000000002</c:v>
                </c:pt>
                <c:pt idx="7">
                  <c:v>2.08</c:v>
                </c:pt>
                <c:pt idx="8">
                  <c:v>1.94</c:v>
                </c:pt>
                <c:pt idx="9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2.5</c:v>
                </c:pt>
                <c:pt idx="5">
                  <c:v>2.36</c:v>
                </c:pt>
                <c:pt idx="6">
                  <c:v>2.2200000000000002</c:v>
                </c:pt>
                <c:pt idx="7">
                  <c:v>2.08</c:v>
                </c:pt>
                <c:pt idx="8">
                  <c:v>1.94</c:v>
                </c:pt>
                <c:pt idx="9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2.5</c:v>
                </c:pt>
                <c:pt idx="5">
                  <c:v>2.36</c:v>
                </c:pt>
                <c:pt idx="6">
                  <c:v>2.2200000000000002</c:v>
                </c:pt>
                <c:pt idx="7">
                  <c:v>2.08</c:v>
                </c:pt>
                <c:pt idx="8">
                  <c:v>1.94</c:v>
                </c:pt>
                <c:pt idx="9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5.5</c:v>
                </c:pt>
                <c:pt idx="5">
                  <c:v>6.5</c:v>
                </c:pt>
                <c:pt idx="6">
                  <c:v>7.5</c:v>
                </c:pt>
                <c:pt idx="7">
                  <c:v>8.5</c:v>
                </c:pt>
                <c:pt idx="8">
                  <c:v>9.5</c:v>
                </c:pt>
                <c:pt idx="9">
                  <c:v>10.5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91C-42C2-9700-BA6FD6A944E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91C-42C2-9700-BA6FD6A944E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91C-42C2-9700-BA6FD6A944E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91C-42C2-9700-BA6FD6A944E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E91C-42C2-9700-BA6FD6A944E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E91C-42C2-9700-BA6FD6A944E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E91C-42C2-9700-BA6FD6A944E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E91C-42C2-9700-BA6FD6A944E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E91C-42C2-9700-BA6FD6A944E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E91C-42C2-9700-BA6FD6A944E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E91C-42C2-9700-BA6FD6A944E9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E91C-42C2-9700-BA6FD6A944E9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E91C-42C2-9700-BA6FD6A944E9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E91C-42C2-9700-BA6FD6A944E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E91C-42C2-9700-BA6FD6A944E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E91C-42C2-9700-BA6FD6A944E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E91C-42C2-9700-BA6FD6A944E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E91C-42C2-9700-BA6FD6A944E9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9-E91C-42C2-9700-BA6FD6A944E9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B-E91C-42C2-9700-BA6FD6A944E9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D-E91C-42C2-9700-BA6FD6A944E9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E91C-42C2-9700-BA6FD6A944E9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E91C-42C2-9700-BA6FD6A944E9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E91C-42C2-9700-BA6FD6A944E9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E91C-42C2-9700-BA6FD6A944E9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E91C-42C2-9700-BA6FD6A944E9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E91C-42C2-9700-BA6FD6A944E9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E91C-42C2-9700-BA6FD6A944E9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D-E91C-42C2-9700-BA6FD6A944E9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E91C-42C2-9700-BA6FD6A944E9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E91C-42C2-9700-BA6FD6A944E9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E91C-42C2-9700-BA6FD6A944E9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E91C-42C2-9700-BA6FD6A944E9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E91C-42C2-9700-BA6FD6A944E9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E91C-42C2-9700-BA6FD6A944E9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E91C-42C2-9700-BA6FD6A944E9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/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/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/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/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소비금액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/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/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/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/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소비금액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7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image" Target="../media/image14.png"/><Relationship Id="rId9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0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4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chart" Target="../charts/chart15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image" Target="../media/image7.png"/><Relationship Id="rId7" Type="http://schemas.openxmlformats.org/officeDocument/2006/relationships/chart" Target="../charts/chart1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image" Target="../media/image23.png"/><Relationship Id="rId9" Type="http://schemas.openxmlformats.org/officeDocument/2006/relationships/chart" Target="../charts/char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5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6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microsoft.com/office/2014/relationships/chartEx" Target="../charts/chartEx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microsoft.com/office/2014/relationships/chartEx" Target="../charts/chartEx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27.xml"/><Relationship Id="rId5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이천시 농업_민주화 공원 통합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이천시 농업_민주화 공원 통합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126,160명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4.2% ▼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25일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(30,212명)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23.9%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(3,369명)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13.6%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0.0% -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10.8%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126,160명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14.6% ▼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0.0% -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이천시 농업_민주화 공원 통합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이천시 농업_민주화 공원 통합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126,160명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4.2% ▼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25일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(30,212명)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3,369명)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13.6%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48.6%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2,430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11.3%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 -)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 -)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25일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23.9%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24일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17.2%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25,232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22,555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53.6%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29,248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46.4%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13.8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14.4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5,857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61,279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59,026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96.1%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123,730명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2,430명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25,677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3,668명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126,160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25,232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27,142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3,877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이천시 농업_민주화 공원 통합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(0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없음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sp>
        <p:nvSpPr>
          <p:cNvPr id="2" name="SL15_heatmap">
            <a:extLst>
              <a:ext uri="{FF2B5EF4-FFF2-40B4-BE49-F238E27FC236}">
                <a16:creationId xmlns:a16="http://schemas.microsoft.com/office/drawing/2014/main" id="{2A403ACE-2BEB-8F41-2E80-977A58506AEA}"/>
              </a:ext>
            </a:extLst>
          </p:cNvPr>
          <p:cNvSpPr/>
          <p:nvPr/>
        </p:nvSpPr>
        <p:spPr>
          <a:xfrm>
            <a:off x="5287681" y="1505665"/>
            <a:ext cx="6314811" cy="4848963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67668146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32900151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sp>
        <p:nvSpPr>
          <p:cNvPr id="4" name="SL_G1_MAP">
            <a:extLst>
              <a:ext uri="{FF2B5EF4-FFF2-40B4-BE49-F238E27FC236}">
                <a16:creationId xmlns:a16="http://schemas.microsoft.com/office/drawing/2014/main" id="{7E915718-9648-7698-E72F-F0C9D5D0C2BC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0.00024개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4" name="SL_G6_MAP">
            <a:extLst>
              <a:ext uri="{FF2B5EF4-FFF2-40B4-BE49-F238E27FC236}">
                <a16:creationId xmlns:a16="http://schemas.microsoft.com/office/drawing/2014/main" id="{F76B16E8-4246-2232-1647-6CF896189311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4" name="SL_G8_MAP">
            <a:extLst>
              <a:ext uri="{FF2B5EF4-FFF2-40B4-BE49-F238E27FC236}">
                <a16:creationId xmlns:a16="http://schemas.microsoft.com/office/drawing/2014/main" id="{928488D2-9256-DE19-5411-B745B265A60C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0.00024개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4" name="SL_G2_MAP">
            <a:extLst>
              <a:ext uri="{FF2B5EF4-FFF2-40B4-BE49-F238E27FC236}">
                <a16:creationId xmlns:a16="http://schemas.microsoft.com/office/drawing/2014/main" id="{AB702CF3-504E-A9C4-8090-98D5CD31AABE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45개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0.00178개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4" name="SL_G3_MAP">
            <a:extLst>
              <a:ext uri="{FF2B5EF4-FFF2-40B4-BE49-F238E27FC236}">
                <a16:creationId xmlns:a16="http://schemas.microsoft.com/office/drawing/2014/main" id="{5E94535E-C925-6B6C-CE2A-2C66A89AF9D2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0.00012개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4" name="SL_G7_MAP">
            <a:extLst>
              <a:ext uri="{FF2B5EF4-FFF2-40B4-BE49-F238E27FC236}">
                <a16:creationId xmlns:a16="http://schemas.microsoft.com/office/drawing/2014/main" id="{5E1AC7BF-5EA5-56AA-8EFA-4E7EF12B7B68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0.00012개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4" name="SL_G4_MAP">
            <a:extLst>
              <a:ext uri="{FF2B5EF4-FFF2-40B4-BE49-F238E27FC236}">
                <a16:creationId xmlns:a16="http://schemas.microsoft.com/office/drawing/2014/main" id="{D50688A8-AEE7-18D8-5F7E-3DB68178E927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100.0%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4" name="SL_G5_MAP">
            <a:extLst>
              <a:ext uri="{FF2B5EF4-FFF2-40B4-BE49-F238E27FC236}">
                <a16:creationId xmlns:a16="http://schemas.microsoft.com/office/drawing/2014/main" id="{9D8EDA86-3F0A-24F3-DC19-D9D97B27EBDE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 (0대)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100.0%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2273</Words>
  <Application>Microsoft Office PowerPoint</Application>
  <PresentationFormat>와이드스크린</PresentationFormat>
  <Paragraphs>604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Arial</vt:lpstr>
      <vt:lpstr>Pretendard</vt:lpstr>
      <vt:lpstr>Calibri Light</vt:lpstr>
      <vt:lpstr>Calibri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2025-11-07T09:08:37Z</dcterms:modified>
</cp:coreProperties>
</file>