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1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15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19.xml" ContentType="application/vnd.openxmlformats-officedocument.presentationml.notesSl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0.xml" ContentType="application/vnd.openxmlformats-officedocument.presentationml.notesSlide+xml"/>
  <Override PartName="/ppt/charts/chartEx1.xml" ContentType="application/vnd.ms-office.chartex+xml"/>
  <Override PartName="/ppt/charts/style27.xml" ContentType="application/vnd.ms-office.chartstyle+xml"/>
  <Override PartName="/ppt/charts/colors27.xml" ContentType="application/vnd.ms-office.chartcolorstyle+xml"/>
  <Override PartName="/ppt/charts/chartEx2.xml" ContentType="application/vnd.ms-office.chartex+xml"/>
  <Override PartName="/ppt/charts/style28.xml" ContentType="application/vnd.ms-office.chartstyle+xml"/>
  <Override PartName="/ppt/charts/colors28.xml" ContentType="application/vnd.ms-office.chartcolorstyle+xml"/>
  <Override PartName="/ppt/notesSlides/notesSlide21.xml" ContentType="application/vnd.openxmlformats-officedocument.presentationml.notesSlid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package" Target="../embeddings/Microsoft_Excel_Worksheet26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8.xml"/><Relationship Id="rId2" Type="http://schemas.microsoft.com/office/2011/relationships/chartStyle" Target="style28.xml"/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3.431</c:v>
                </c:pt>
                <c:pt idx="1">
                  <c:v>2.992</c:v>
                </c:pt>
                <c:pt idx="2">
                  <c:v>3.25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-12.8</c:v>
                </c:pt>
                <c:pt idx="2">
                  <c:v>8.6199999999999992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39D4000-8E92-4589-B2D9-504065920BE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631C220-D317-4B62-9096-183AB0F7832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90D6C55-0B0A-4034-B3B6-6EABDA36279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E7BF03-5446-49FA-BBDB-4A2864FCDEF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FAD975B-6178-4C0F-91B1-FEB41B9BCAD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00135DF-3BDA-45E9-89CF-96100050D58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3DBADAB-59EC-46FF-B8D1-9D7B8FE5D8D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629797B-D8E6-48AF-AB33-EC13E122DFCA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1.9870000000000001</c:v>
                </c:pt>
                <c:pt idx="1">
                  <c:v>1.262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60대</c:v>
                </c:pt>
                <c:pt idx="1">
                  <c:v>50대</c:v>
                </c:pt>
                <c:pt idx="2">
                  <c:v>40대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2.19</c:v>
                </c:pt>
                <c:pt idx="1">
                  <c:v>0.60699999999999998</c:v>
                </c:pt>
                <c:pt idx="2">
                  <c:v>0.20799999999999999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1.3640000000000001</c:v>
                </c:pt>
                <c:pt idx="1">
                  <c:v>1.8859999999999999</c:v>
                </c:pt>
                <c:pt idx="2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Sheet1!$A$2:$A$2</c:f>
              <c:strCache>
                <c:ptCount val="1"/>
                <c:pt idx="0">
                  <c:v>한식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10.22</c:v>
                </c:pt>
                <c:pt idx="1">
                  <c:v>10.24</c:v>
                </c:pt>
                <c:pt idx="2">
                  <c:v>10.25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0.70299999999999996</c:v>
                </c:pt>
                <c:pt idx="1">
                  <c:v>0.53300000000000003</c:v>
                </c:pt>
                <c:pt idx="2">
                  <c:v>2.0139999999999998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한식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Sheet1!$A$2:$A$2</c:f>
              <c:strCache>
                <c:ptCount val="1"/>
                <c:pt idx="0">
                  <c:v>한식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Sheet1!$A$2:$A$2</c:f>
              <c:strCache>
                <c:ptCount val="1"/>
                <c:pt idx="0">
                  <c:v>한식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4.7101449275362315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한식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1.9870000000000001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한식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1.262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1.6E-2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1.998</c:v>
                </c:pt>
                <c:pt idx="7">
                  <c:v>0.27700000000000002</c:v>
                </c:pt>
                <c:pt idx="8">
                  <c:v>0</c:v>
                </c:pt>
                <c:pt idx="9">
                  <c:v>0</c:v>
                </c:pt>
                <c:pt idx="10">
                  <c:v>0.25600000000000001</c:v>
                </c:pt>
                <c:pt idx="11">
                  <c:v>0</c:v>
                </c:pt>
                <c:pt idx="12">
                  <c:v>0.42099999999999999</c:v>
                </c:pt>
                <c:pt idx="13">
                  <c:v>0.28199999999999997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16000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1998000</c:v>
                </c:pt>
                <c:pt idx="7">
                  <c:v>277000</c:v>
                </c:pt>
                <c:pt idx="8">
                  <c:v>0</c:v>
                </c:pt>
                <c:pt idx="9">
                  <c:v>0</c:v>
                </c:pt>
                <c:pt idx="10">
                  <c:v>256000</c:v>
                </c:pt>
                <c:pt idx="11">
                  <c:v>0</c:v>
                </c:pt>
                <c:pt idx="12">
                  <c:v>421000</c:v>
                </c:pt>
                <c:pt idx="13">
                  <c:v>282000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한식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1.3640000000000001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한식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1.8859999999999999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한식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5FB-4F76-954E-BF9DF1C91A86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5FB-4F76-954E-BF9DF1C91A86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5FB-4F76-954E-BF9DF1C91A86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5FB-4F76-954E-BF9DF1C91A86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5FB-4F76-954E-BF9DF1C91A86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85FB-4F76-954E-BF9DF1C91A86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85FB-4F76-954E-BF9DF1C91A86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85FB-4F76-954E-BF9DF1C91A86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85FB-4F76-954E-BF9DF1C91A86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85FB-4F76-954E-BF9DF1C91A86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85FB-4F76-954E-BF9DF1C91A86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85FB-4F76-954E-BF9DF1C91A86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85FB-4F76-954E-BF9DF1C91A86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85FB-4F76-954E-BF9DF1C91A86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85FB-4F76-954E-BF9DF1C91A86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85FB-4F76-954E-BF9DF1C91A86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85FB-4F76-954E-BF9DF1C91A86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85FB-4F76-954E-BF9DF1C91A86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0.49</c:v>
                </c:pt>
                <c:pt idx="1">
                  <c:v>0</c:v>
                </c:pt>
                <c:pt idx="2">
                  <c:v>0.56000000000000005</c:v>
                </c:pt>
                <c:pt idx="3">
                  <c:v>19.170000000000002</c:v>
                </c:pt>
                <c:pt idx="4">
                  <c:v>0</c:v>
                </c:pt>
                <c:pt idx="5">
                  <c:v>0.43</c:v>
                </c:pt>
                <c:pt idx="6">
                  <c:v>0</c:v>
                </c:pt>
                <c:pt idx="7">
                  <c:v>0.7</c:v>
                </c:pt>
                <c:pt idx="8">
                  <c:v>0</c:v>
                </c:pt>
                <c:pt idx="9">
                  <c:v>0.53</c:v>
                </c:pt>
                <c:pt idx="10">
                  <c:v>2.0099999999999998</c:v>
                </c:pt>
                <c:pt idx="11">
                  <c:v>0</c:v>
                </c:pt>
                <c:pt idx="12">
                  <c:v>0.28999999999999998</c:v>
                </c:pt>
                <c:pt idx="13">
                  <c:v>0.76</c:v>
                </c:pt>
                <c:pt idx="14">
                  <c:v>0</c:v>
                </c:pt>
                <c:pt idx="15">
                  <c:v>0.62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9-85FB-4F76-954E-BF9DF1C91A86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B-85FB-4F76-954E-BF9DF1C91A86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D-85FB-4F76-954E-BF9DF1C91A86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85FB-4F76-954E-BF9DF1C91A86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85FB-4F76-954E-BF9DF1C91A86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85FB-4F76-954E-BF9DF1C91A86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85FB-4F76-954E-BF9DF1C91A86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85FB-4F76-954E-BF9DF1C91A86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85FB-4F76-954E-BF9DF1C91A86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85FB-4F76-954E-BF9DF1C91A86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85FB-4F76-954E-BF9DF1C91A86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85FB-4F76-954E-BF9DF1C91A86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85FB-4F76-954E-BF9DF1C91A86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85FB-4F76-954E-BF9DF1C91A86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85FB-4F76-954E-BF9DF1C91A86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85FB-4F76-954E-BF9DF1C91A86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85FB-4F76-954E-BF9DF1C91A86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85FB-4F76-954E-BF9DF1C91A86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21</c:v>
                </c:pt>
                <c:pt idx="1">
                  <c:v>0</c:v>
                </c:pt>
                <c:pt idx="2">
                  <c:v>16</c:v>
                </c:pt>
                <c:pt idx="3">
                  <c:v>16</c:v>
                </c:pt>
                <c:pt idx="4">
                  <c:v>0</c:v>
                </c:pt>
                <c:pt idx="5">
                  <c:v>21</c:v>
                </c:pt>
                <c:pt idx="6">
                  <c:v>0</c:v>
                </c:pt>
                <c:pt idx="7">
                  <c:v>16</c:v>
                </c:pt>
                <c:pt idx="8">
                  <c:v>0</c:v>
                </c:pt>
                <c:pt idx="9">
                  <c:v>21</c:v>
                </c:pt>
                <c:pt idx="10">
                  <c:v>32</c:v>
                </c:pt>
                <c:pt idx="11">
                  <c:v>0</c:v>
                </c:pt>
                <c:pt idx="12">
                  <c:v>21</c:v>
                </c:pt>
                <c:pt idx="13">
                  <c:v>27</c:v>
                </c:pt>
                <c:pt idx="14">
                  <c:v>0</c:v>
                </c:pt>
                <c:pt idx="15">
                  <c:v>16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3.2999999999999998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소비금액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7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image" Target="../media/image14.png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0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4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chart" Target="../charts/chart1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image" Target="../media/image7.png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23.png"/><Relationship Id="rId9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5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9.png"/><Relationship Id="rId7" Type="http://schemas.microsoft.com/office/2014/relationships/chartEx" Target="../charts/chartEx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microsoft.com/office/2014/relationships/chartEx" Target="../charts/chartEx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7.xml"/><Relationship Id="rId5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단월동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단월동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100.0%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67.4%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8.6% ▲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12.8%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5.3% ▼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단월동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단월동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단월동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(69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8.6% ▲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47,101원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없음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67.4%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10월25일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62.0%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58.0%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3,250,000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(69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3,250,000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(69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47,101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(69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(100.0%)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(100.0%)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67.4%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(4.6%)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(6.4%)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(18.7%)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(67.4%)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(3.0%)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61.5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39.1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42,625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50,973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(32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(37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47,101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69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(100.0%)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07806919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35911219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2,950,000원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279,054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650,000원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47,101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238,286원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26,063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sp>
        <p:nvSpPr>
          <p:cNvPr id="4" name="SL_G1_MAP">
            <a:extLst>
              <a:ext uri="{FF2B5EF4-FFF2-40B4-BE49-F238E27FC236}">
                <a16:creationId xmlns:a16="http://schemas.microsoft.com/office/drawing/2014/main" id="{7E915718-9648-7698-E72F-F0C9D5D0C2B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4" name="SL_G6_MAP">
            <a:extLst>
              <a:ext uri="{FF2B5EF4-FFF2-40B4-BE49-F238E27FC236}">
                <a16:creationId xmlns:a16="http://schemas.microsoft.com/office/drawing/2014/main" id="{F76B16E8-4246-2232-1647-6CF896189311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4" name="SL_G8_MAP">
            <a:extLst>
              <a:ext uri="{FF2B5EF4-FFF2-40B4-BE49-F238E27FC236}">
                <a16:creationId xmlns:a16="http://schemas.microsoft.com/office/drawing/2014/main" id="{928488D2-9256-DE19-5411-B745B265A60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4" name="SL_G2_MAP">
            <a:extLst>
              <a:ext uri="{FF2B5EF4-FFF2-40B4-BE49-F238E27FC236}">
                <a16:creationId xmlns:a16="http://schemas.microsoft.com/office/drawing/2014/main" id="{AB702CF3-504E-A9C4-8090-98D5CD31AAB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238개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4" name="SL_G3_MAP">
            <a:extLst>
              <a:ext uri="{FF2B5EF4-FFF2-40B4-BE49-F238E27FC236}">
                <a16:creationId xmlns:a16="http://schemas.microsoft.com/office/drawing/2014/main" id="{5E94535E-C925-6B6C-CE2A-2C66A89AF9D2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4" name="SL_G7_MAP">
            <a:extLst>
              <a:ext uri="{FF2B5EF4-FFF2-40B4-BE49-F238E27FC236}">
                <a16:creationId xmlns:a16="http://schemas.microsoft.com/office/drawing/2014/main" id="{5E1AC7BF-5EA5-56AA-8EFA-4E7EF12B7B68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4" name="SL_G4_MAP">
            <a:extLst>
              <a:ext uri="{FF2B5EF4-FFF2-40B4-BE49-F238E27FC236}">
                <a16:creationId xmlns:a16="http://schemas.microsoft.com/office/drawing/2014/main" id="{D50688A8-AEE7-18D8-5F7E-3DB68178E927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데이터 없음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4" name="SL_G5_MAP">
            <a:extLst>
              <a:ext uri="{FF2B5EF4-FFF2-40B4-BE49-F238E27FC236}">
                <a16:creationId xmlns:a16="http://schemas.microsoft.com/office/drawing/2014/main" id="{9D8EDA86-3F0A-24F3-DC19-D9D97B27EBD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 (0대)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데이터 없음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없음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2236</Words>
  <Application>Microsoft Office PowerPoint</Application>
  <PresentationFormat>와이드스크린</PresentationFormat>
  <Paragraphs>607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</vt:lpstr>
      <vt:lpstr>Arial</vt:lpstr>
      <vt:lpstr>Pretendard</vt:lpstr>
      <vt:lpstr>Calibri Light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2025-11-07T09:00:49Z</dcterms:modified>
</cp:coreProperties>
</file>