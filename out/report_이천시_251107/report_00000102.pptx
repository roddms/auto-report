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120.529</c:v>
                </c:pt>
                <c:pt idx="1">
                  <c:v>110.246</c:v>
                </c:pt>
                <c:pt idx="2">
                  <c:v>127.748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-8.5299999999999994</c:v>
                </c:pt>
                <c:pt idx="2">
                  <c:v>15.88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39D4000-8E92-4589-B2D9-504065920BE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631C220-D317-4B62-9096-183AB0F7832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90D6C55-0B0A-4034-B3B6-6EABDA36279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E7BF03-5446-49FA-BBDB-4A2864FCDEF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FAD975B-6178-4C0F-91B1-FEB41B9BCAD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00135DF-3BDA-45E9-89CF-96100050D58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3DBADAB-59EC-46FF-B8D1-9D7B8FE5D8D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57F6ACC-DCAA-4A88-A310-7A318BDBE54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89.426000000000002</c:v>
                </c:pt>
                <c:pt idx="1">
                  <c:v>38.320999999999998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50대</c:v>
                </c:pt>
                <c:pt idx="1">
                  <c:v>40대</c:v>
                </c:pt>
                <c:pt idx="2">
                  <c:v>60대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44.191000000000003</c:v>
                </c:pt>
                <c:pt idx="1">
                  <c:v>31.904</c:v>
                </c:pt>
                <c:pt idx="2">
                  <c:v>26.806000000000001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50.301000000000002</c:v>
                </c:pt>
                <c:pt idx="1">
                  <c:v>50.061</c:v>
                </c:pt>
                <c:pt idx="2">
                  <c:v>27.388000000000002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주유소</c:v>
                </c:pt>
                <c:pt idx="1">
                  <c:v>한식</c:v>
                </c:pt>
                <c:pt idx="2">
                  <c:v>편의점</c:v>
                </c:pt>
                <c:pt idx="3">
                  <c:v>농산물</c:v>
                </c:pt>
                <c:pt idx="4">
                  <c:v>중식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87.948999999999998</c:v>
                </c:pt>
                <c:pt idx="1">
                  <c:v>12.99</c:v>
                </c:pt>
                <c:pt idx="2">
                  <c:v>9.1280000000000001</c:v>
                </c:pt>
                <c:pt idx="3">
                  <c:v>5.3109999999999999</c:v>
                </c:pt>
                <c:pt idx="4">
                  <c:v>4.4059999999999997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25.518999999999998</c:v>
                </c:pt>
                <c:pt idx="1">
                  <c:v>32.387</c:v>
                </c:pt>
                <c:pt idx="2">
                  <c:v>30.425000000000001</c:v>
                </c:pt>
                <c:pt idx="3">
                  <c:v>24.545000000000002</c:v>
                </c:pt>
                <c:pt idx="4">
                  <c:v>14.872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주유소</c:v>
                </c:pt>
                <c:pt idx="1">
                  <c:v>한식</c:v>
                </c:pt>
                <c:pt idx="2">
                  <c:v>편의점</c:v>
                </c:pt>
                <c:pt idx="3">
                  <c:v>농산물</c:v>
                </c:pt>
                <c:pt idx="4">
                  <c:v>중식</c:v>
                </c:pt>
                <c:pt idx="5">
                  <c:v>종합식품</c:v>
                </c:pt>
                <c:pt idx="6">
                  <c:v>인테리어    자재</c:v>
                </c:pt>
                <c:pt idx="7">
                  <c:v>주점</c:v>
                </c:pt>
                <c:pt idx="8">
                  <c:v>음료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87.948999999999998</c:v>
                </c:pt>
                <c:pt idx="1">
                  <c:v>12.99</c:v>
                </c:pt>
                <c:pt idx="2">
                  <c:v>9.1280000000000001</c:v>
                </c:pt>
                <c:pt idx="3">
                  <c:v>5.3109999999999999</c:v>
                </c:pt>
                <c:pt idx="4">
                  <c:v>4.4059999999999997</c:v>
                </c:pt>
                <c:pt idx="5">
                  <c:v>3.448</c:v>
                </c:pt>
                <c:pt idx="6">
                  <c:v>2.0950000000000002</c:v>
                </c:pt>
                <c:pt idx="7">
                  <c:v>1.66</c:v>
                </c:pt>
                <c:pt idx="8">
                  <c:v>0.76100000000000001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주유소</c:v>
                </c:pt>
                <c:pt idx="1">
                  <c:v>한식</c:v>
                </c:pt>
                <c:pt idx="2">
                  <c:v>편의점</c:v>
                </c:pt>
                <c:pt idx="3">
                  <c:v>농산물</c:v>
                </c:pt>
                <c:pt idx="4">
                  <c:v>중식</c:v>
                </c:pt>
                <c:pt idx="5">
                  <c:v>종합식품</c:v>
                </c:pt>
                <c:pt idx="6">
                  <c:v>인테리어    자재</c:v>
                </c:pt>
                <c:pt idx="7">
                  <c:v>주점</c:v>
                </c:pt>
                <c:pt idx="8">
                  <c:v>음료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1076</c:v>
                </c:pt>
                <c:pt idx="1">
                  <c:v>427</c:v>
                </c:pt>
                <c:pt idx="2">
                  <c:v>788</c:v>
                </c:pt>
                <c:pt idx="3">
                  <c:v>400</c:v>
                </c:pt>
                <c:pt idx="4">
                  <c:v>192</c:v>
                </c:pt>
                <c:pt idx="5">
                  <c:v>325</c:v>
                </c:pt>
                <c:pt idx="6">
                  <c:v>27</c:v>
                </c:pt>
                <c:pt idx="7">
                  <c:v>69</c:v>
                </c:pt>
                <c:pt idx="8">
                  <c:v>118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Sheet1!$A$2:$A$10</c:f>
              <c:strCache>
                <c:ptCount val="9"/>
                <c:pt idx="0">
                  <c:v>주유소</c:v>
                </c:pt>
                <c:pt idx="1">
                  <c:v>인테리어    자재</c:v>
                </c:pt>
                <c:pt idx="2">
                  <c:v>한식</c:v>
                </c:pt>
                <c:pt idx="3">
                  <c:v>주점</c:v>
                </c:pt>
                <c:pt idx="4">
                  <c:v>중식</c:v>
                </c:pt>
                <c:pt idx="5">
                  <c:v>농산물</c:v>
                </c:pt>
                <c:pt idx="6">
                  <c:v>편의점</c:v>
                </c:pt>
                <c:pt idx="7">
                  <c:v>종합식품</c:v>
                </c:pt>
                <c:pt idx="8">
                  <c:v>음료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8.1736988847583643</c:v>
                </c:pt>
                <c:pt idx="1">
                  <c:v>7.7592592592592595</c:v>
                </c:pt>
                <c:pt idx="2">
                  <c:v>3.0421545667447307</c:v>
                </c:pt>
                <c:pt idx="3">
                  <c:v>2.4057971014492754</c:v>
                </c:pt>
                <c:pt idx="4">
                  <c:v>2.2947916666666668</c:v>
                </c:pt>
                <c:pt idx="5">
                  <c:v>1.32775</c:v>
                </c:pt>
                <c:pt idx="6">
                  <c:v>1.1583756345177665</c:v>
                </c:pt>
                <c:pt idx="7">
                  <c:v>1.0609230769230769</c:v>
                </c:pt>
                <c:pt idx="8">
                  <c:v>0.64491525423728813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주유소</c:v>
                </c:pt>
                <c:pt idx="1">
                  <c:v>한식</c:v>
                </c:pt>
                <c:pt idx="2">
                  <c:v>편의점</c:v>
                </c:pt>
                <c:pt idx="3">
                  <c:v>농산물</c:v>
                </c:pt>
                <c:pt idx="4">
                  <c:v>중식</c:v>
                </c:pt>
                <c:pt idx="5">
                  <c:v>종합식품</c:v>
                </c:pt>
                <c:pt idx="6">
                  <c:v>인테리어    자재</c:v>
                </c:pt>
                <c:pt idx="7">
                  <c:v>주점</c:v>
                </c:pt>
                <c:pt idx="8">
                  <c:v>음료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61.241</c:v>
                </c:pt>
                <c:pt idx="1">
                  <c:v>8.8569999999999993</c:v>
                </c:pt>
                <c:pt idx="2">
                  <c:v>7.8220000000000001</c:v>
                </c:pt>
                <c:pt idx="3">
                  <c:v>3.1640000000000001</c:v>
                </c:pt>
                <c:pt idx="4">
                  <c:v>3.6379999999999999</c:v>
                </c:pt>
                <c:pt idx="5">
                  <c:v>2.4580000000000002</c:v>
                </c:pt>
                <c:pt idx="6">
                  <c:v>0.52500000000000002</c:v>
                </c:pt>
                <c:pt idx="7">
                  <c:v>1.3140000000000001</c:v>
                </c:pt>
                <c:pt idx="8">
                  <c:v>0.40699999999999997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주유소</c:v>
                </c:pt>
                <c:pt idx="1">
                  <c:v>한식</c:v>
                </c:pt>
                <c:pt idx="2">
                  <c:v>편의점</c:v>
                </c:pt>
                <c:pt idx="3">
                  <c:v>농산물</c:v>
                </c:pt>
                <c:pt idx="4">
                  <c:v>중식</c:v>
                </c:pt>
                <c:pt idx="5">
                  <c:v>종합식품</c:v>
                </c:pt>
                <c:pt idx="6">
                  <c:v>인테리어    자재</c:v>
                </c:pt>
                <c:pt idx="7">
                  <c:v>주점</c:v>
                </c:pt>
                <c:pt idx="8">
                  <c:v>음료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26.706</c:v>
                </c:pt>
                <c:pt idx="1">
                  <c:v>4.1340000000000003</c:v>
                </c:pt>
                <c:pt idx="2">
                  <c:v>1.3049999999999999</c:v>
                </c:pt>
                <c:pt idx="3">
                  <c:v>2.1480000000000001</c:v>
                </c:pt>
                <c:pt idx="4">
                  <c:v>0.76700000000000002</c:v>
                </c:pt>
                <c:pt idx="5">
                  <c:v>0.99</c:v>
                </c:pt>
                <c:pt idx="6">
                  <c:v>1.571</c:v>
                </c:pt>
                <c:pt idx="7">
                  <c:v>0.34599999999999997</c:v>
                </c:pt>
                <c:pt idx="8">
                  <c:v>0.35399999999999998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2.5390000000000001</c:v>
                </c:pt>
                <c:pt idx="1">
                  <c:v>4.9790000000000001</c:v>
                </c:pt>
                <c:pt idx="2">
                  <c:v>6.0270000000000001</c:v>
                </c:pt>
                <c:pt idx="3">
                  <c:v>3.8380000000000001</c:v>
                </c:pt>
                <c:pt idx="4">
                  <c:v>3.1419999999999999</c:v>
                </c:pt>
                <c:pt idx="5">
                  <c:v>5.0789999999999997</c:v>
                </c:pt>
                <c:pt idx="6">
                  <c:v>6.3380000000000001</c:v>
                </c:pt>
                <c:pt idx="7">
                  <c:v>5.05</c:v>
                </c:pt>
                <c:pt idx="8">
                  <c:v>8.8160000000000007</c:v>
                </c:pt>
                <c:pt idx="9">
                  <c:v>11.512</c:v>
                </c:pt>
                <c:pt idx="10">
                  <c:v>8.5310000000000006</c:v>
                </c:pt>
                <c:pt idx="11">
                  <c:v>6.8840000000000003</c:v>
                </c:pt>
                <c:pt idx="12">
                  <c:v>6.9459999999999997</c:v>
                </c:pt>
                <c:pt idx="13">
                  <c:v>1.337</c:v>
                </c:pt>
                <c:pt idx="14">
                  <c:v>1.49</c:v>
                </c:pt>
                <c:pt idx="15">
                  <c:v>1.407</c:v>
                </c:pt>
                <c:pt idx="16">
                  <c:v>1.8460000000000001</c:v>
                </c:pt>
                <c:pt idx="17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4.2999999999999997E-2</c:v>
                </c:pt>
                <c:pt idx="2">
                  <c:v>0.26700000000000002</c:v>
                </c:pt>
                <c:pt idx="3">
                  <c:v>0</c:v>
                </c:pt>
                <c:pt idx="4">
                  <c:v>0.20300000000000001</c:v>
                </c:pt>
                <c:pt idx="5">
                  <c:v>2.1789999999999998</c:v>
                </c:pt>
                <c:pt idx="6">
                  <c:v>3.367</c:v>
                </c:pt>
                <c:pt idx="7">
                  <c:v>2.0419999999999998</c:v>
                </c:pt>
                <c:pt idx="8">
                  <c:v>1.2729999999999999</c:v>
                </c:pt>
                <c:pt idx="9">
                  <c:v>0</c:v>
                </c:pt>
                <c:pt idx="10">
                  <c:v>0</c:v>
                </c:pt>
                <c:pt idx="11">
                  <c:v>1.157</c:v>
                </c:pt>
                <c:pt idx="12">
                  <c:v>0.57499999999999996</c:v>
                </c:pt>
                <c:pt idx="13">
                  <c:v>1.1719999999999999</c:v>
                </c:pt>
                <c:pt idx="14">
                  <c:v>0.67100000000000004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0.30199999999999999</c:v>
                </c:pt>
                <c:pt idx="1">
                  <c:v>0.78900000000000003</c:v>
                </c:pt>
                <c:pt idx="2">
                  <c:v>0.871</c:v>
                </c:pt>
                <c:pt idx="3">
                  <c:v>0.498</c:v>
                </c:pt>
                <c:pt idx="4">
                  <c:v>0.46600000000000003</c:v>
                </c:pt>
                <c:pt idx="5">
                  <c:v>0.17699999999999999</c:v>
                </c:pt>
                <c:pt idx="6">
                  <c:v>1.0329999999999999</c:v>
                </c:pt>
                <c:pt idx="7">
                  <c:v>0.48499999999999999</c:v>
                </c:pt>
                <c:pt idx="8">
                  <c:v>1.107</c:v>
                </c:pt>
                <c:pt idx="9">
                  <c:v>0.35599999999999998</c:v>
                </c:pt>
                <c:pt idx="10">
                  <c:v>0.22500000000000001</c:v>
                </c:pt>
                <c:pt idx="11">
                  <c:v>0.99199999999999999</c:v>
                </c:pt>
                <c:pt idx="12">
                  <c:v>0.51900000000000002</c:v>
                </c:pt>
                <c:pt idx="13">
                  <c:v>0.33300000000000002</c:v>
                </c:pt>
                <c:pt idx="14">
                  <c:v>0.33500000000000002</c:v>
                </c:pt>
                <c:pt idx="15">
                  <c:v>0.16200000000000001</c:v>
                </c:pt>
                <c:pt idx="16">
                  <c:v>0.155</c:v>
                </c:pt>
                <c:pt idx="17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5.2999999999999999E-2</c:v>
                </c:pt>
                <c:pt idx="2">
                  <c:v>5.2999999999999999E-2</c:v>
                </c:pt>
                <c:pt idx="3">
                  <c:v>0.19700000000000001</c:v>
                </c:pt>
                <c:pt idx="4">
                  <c:v>0.154</c:v>
                </c:pt>
                <c:pt idx="5">
                  <c:v>0.72399999999999998</c:v>
                </c:pt>
                <c:pt idx="6">
                  <c:v>1.8160000000000001</c:v>
                </c:pt>
                <c:pt idx="7">
                  <c:v>0.60099999999999998</c:v>
                </c:pt>
                <c:pt idx="8">
                  <c:v>1.262</c:v>
                </c:pt>
                <c:pt idx="9">
                  <c:v>0.28799999999999998</c:v>
                </c:pt>
                <c:pt idx="10">
                  <c:v>0.16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0.27200000000000002</c:v>
                </c:pt>
                <c:pt idx="6">
                  <c:v>2.488</c:v>
                </c:pt>
                <c:pt idx="7">
                  <c:v>0.76300000000000001</c:v>
                </c:pt>
                <c:pt idx="8">
                  <c:v>0.38800000000000001</c:v>
                </c:pt>
                <c:pt idx="9">
                  <c:v>5.2999999999999999E-2</c:v>
                </c:pt>
                <c:pt idx="10">
                  <c:v>0.16500000000000001</c:v>
                </c:pt>
                <c:pt idx="11">
                  <c:v>9.6000000000000002E-2</c:v>
                </c:pt>
                <c:pt idx="12">
                  <c:v>0.18099999999999999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2539000</c:v>
                </c:pt>
                <c:pt idx="1">
                  <c:v>4979000</c:v>
                </c:pt>
                <c:pt idx="2">
                  <c:v>6027000</c:v>
                </c:pt>
                <c:pt idx="3">
                  <c:v>3838000</c:v>
                </c:pt>
                <c:pt idx="4">
                  <c:v>3142000</c:v>
                </c:pt>
                <c:pt idx="5">
                  <c:v>5079000</c:v>
                </c:pt>
                <c:pt idx="6">
                  <c:v>6338000</c:v>
                </c:pt>
                <c:pt idx="7">
                  <c:v>5050000</c:v>
                </c:pt>
                <c:pt idx="8">
                  <c:v>8816000</c:v>
                </c:pt>
                <c:pt idx="9">
                  <c:v>11512000</c:v>
                </c:pt>
                <c:pt idx="10">
                  <c:v>8531000</c:v>
                </c:pt>
                <c:pt idx="11">
                  <c:v>6884000</c:v>
                </c:pt>
                <c:pt idx="12">
                  <c:v>6946000</c:v>
                </c:pt>
                <c:pt idx="13">
                  <c:v>1337000</c:v>
                </c:pt>
                <c:pt idx="14">
                  <c:v>1490000</c:v>
                </c:pt>
                <c:pt idx="15">
                  <c:v>1407000</c:v>
                </c:pt>
                <c:pt idx="16">
                  <c:v>1846000</c:v>
                </c:pt>
                <c:pt idx="17">
                  <c:v>260000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302000</c:v>
                </c:pt>
                <c:pt idx="1">
                  <c:v>789000</c:v>
                </c:pt>
                <c:pt idx="2">
                  <c:v>871000</c:v>
                </c:pt>
                <c:pt idx="3">
                  <c:v>498000</c:v>
                </c:pt>
                <c:pt idx="4">
                  <c:v>466000</c:v>
                </c:pt>
                <c:pt idx="5">
                  <c:v>177000</c:v>
                </c:pt>
                <c:pt idx="6">
                  <c:v>1033000</c:v>
                </c:pt>
                <c:pt idx="7">
                  <c:v>485000</c:v>
                </c:pt>
                <c:pt idx="8">
                  <c:v>1107000</c:v>
                </c:pt>
                <c:pt idx="9">
                  <c:v>356000</c:v>
                </c:pt>
                <c:pt idx="10">
                  <c:v>225000</c:v>
                </c:pt>
                <c:pt idx="11">
                  <c:v>992000</c:v>
                </c:pt>
                <c:pt idx="12">
                  <c:v>519000</c:v>
                </c:pt>
                <c:pt idx="13">
                  <c:v>333000</c:v>
                </c:pt>
                <c:pt idx="14">
                  <c:v>335000</c:v>
                </c:pt>
                <c:pt idx="15">
                  <c:v>162000</c:v>
                </c:pt>
                <c:pt idx="16">
                  <c:v>155000</c:v>
                </c:pt>
                <c:pt idx="17">
                  <c:v>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43000</c:v>
                </c:pt>
                <c:pt idx="2">
                  <c:v>267000</c:v>
                </c:pt>
                <c:pt idx="3">
                  <c:v>0</c:v>
                </c:pt>
                <c:pt idx="4">
                  <c:v>203000</c:v>
                </c:pt>
                <c:pt idx="5">
                  <c:v>2179000</c:v>
                </c:pt>
                <c:pt idx="6">
                  <c:v>3367000</c:v>
                </c:pt>
                <c:pt idx="7">
                  <c:v>2042000</c:v>
                </c:pt>
                <c:pt idx="8">
                  <c:v>1273000</c:v>
                </c:pt>
                <c:pt idx="9">
                  <c:v>0</c:v>
                </c:pt>
                <c:pt idx="10">
                  <c:v>0</c:v>
                </c:pt>
                <c:pt idx="11">
                  <c:v>1157000</c:v>
                </c:pt>
                <c:pt idx="12">
                  <c:v>575000</c:v>
                </c:pt>
                <c:pt idx="13">
                  <c:v>1172000</c:v>
                </c:pt>
                <c:pt idx="14">
                  <c:v>671000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53000</c:v>
                </c:pt>
                <c:pt idx="2">
                  <c:v>53000</c:v>
                </c:pt>
                <c:pt idx="3">
                  <c:v>197000</c:v>
                </c:pt>
                <c:pt idx="4">
                  <c:v>154000</c:v>
                </c:pt>
                <c:pt idx="5">
                  <c:v>724000</c:v>
                </c:pt>
                <c:pt idx="6">
                  <c:v>1816000</c:v>
                </c:pt>
                <c:pt idx="7">
                  <c:v>601000</c:v>
                </c:pt>
                <c:pt idx="8">
                  <c:v>1262000</c:v>
                </c:pt>
                <c:pt idx="9">
                  <c:v>288000</c:v>
                </c:pt>
                <c:pt idx="10">
                  <c:v>160000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272000</c:v>
                </c:pt>
                <c:pt idx="6">
                  <c:v>2488000</c:v>
                </c:pt>
                <c:pt idx="7">
                  <c:v>763000</c:v>
                </c:pt>
                <c:pt idx="8">
                  <c:v>388000</c:v>
                </c:pt>
                <c:pt idx="9">
                  <c:v>53000</c:v>
                </c:pt>
                <c:pt idx="10">
                  <c:v>165000</c:v>
                </c:pt>
                <c:pt idx="11">
                  <c:v>96000</c:v>
                </c:pt>
                <c:pt idx="12">
                  <c:v>181000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주유소</c:v>
                </c:pt>
                <c:pt idx="1">
                  <c:v>한식</c:v>
                </c:pt>
                <c:pt idx="2">
                  <c:v>편의점</c:v>
                </c:pt>
                <c:pt idx="3">
                  <c:v>농산물</c:v>
                </c:pt>
                <c:pt idx="4">
                  <c:v>중식</c:v>
                </c:pt>
                <c:pt idx="5">
                  <c:v>종합식품</c:v>
                </c:pt>
                <c:pt idx="6">
                  <c:v>인테리어    자재</c:v>
                </c:pt>
                <c:pt idx="7">
                  <c:v>주점</c:v>
                </c:pt>
                <c:pt idx="8">
                  <c:v>음료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35.012999999999998</c:v>
                </c:pt>
                <c:pt idx="1">
                  <c:v>3.3620000000000001</c:v>
                </c:pt>
                <c:pt idx="2">
                  <c:v>4.8</c:v>
                </c:pt>
                <c:pt idx="3">
                  <c:v>1.667</c:v>
                </c:pt>
                <c:pt idx="4">
                  <c:v>1.821</c:v>
                </c:pt>
                <c:pt idx="5">
                  <c:v>0.86099999999999999</c:v>
                </c:pt>
                <c:pt idx="6">
                  <c:v>1.8180000000000001</c:v>
                </c:pt>
                <c:pt idx="7">
                  <c:v>0.80400000000000005</c:v>
                </c:pt>
                <c:pt idx="8">
                  <c:v>0.155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주유소</c:v>
                </c:pt>
                <c:pt idx="1">
                  <c:v>한식</c:v>
                </c:pt>
                <c:pt idx="2">
                  <c:v>편의점</c:v>
                </c:pt>
                <c:pt idx="3">
                  <c:v>농산물</c:v>
                </c:pt>
                <c:pt idx="4">
                  <c:v>중식</c:v>
                </c:pt>
                <c:pt idx="5">
                  <c:v>종합식품</c:v>
                </c:pt>
                <c:pt idx="6">
                  <c:v>인테리어    자재</c:v>
                </c:pt>
                <c:pt idx="7">
                  <c:v>주점</c:v>
                </c:pt>
                <c:pt idx="8">
                  <c:v>음료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31.914000000000001</c:v>
                </c:pt>
                <c:pt idx="1">
                  <c:v>6.3209999999999997</c:v>
                </c:pt>
                <c:pt idx="2">
                  <c:v>3.0670000000000002</c:v>
                </c:pt>
                <c:pt idx="3">
                  <c:v>3.2069999999999999</c:v>
                </c:pt>
                <c:pt idx="4">
                  <c:v>1.704</c:v>
                </c:pt>
                <c:pt idx="5">
                  <c:v>2.3690000000000002</c:v>
                </c:pt>
                <c:pt idx="6">
                  <c:v>0.224</c:v>
                </c:pt>
                <c:pt idx="7">
                  <c:v>0.65800000000000003</c:v>
                </c:pt>
                <c:pt idx="8">
                  <c:v>0.59699999999999998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주유소</c:v>
                </c:pt>
                <c:pt idx="1">
                  <c:v>한식</c:v>
                </c:pt>
                <c:pt idx="2">
                  <c:v>편의점</c:v>
                </c:pt>
                <c:pt idx="3">
                  <c:v>농산물</c:v>
                </c:pt>
                <c:pt idx="4">
                  <c:v>중식</c:v>
                </c:pt>
                <c:pt idx="5">
                  <c:v>종합식품</c:v>
                </c:pt>
                <c:pt idx="6">
                  <c:v>인테리어    자재</c:v>
                </c:pt>
                <c:pt idx="7">
                  <c:v>주점</c:v>
                </c:pt>
                <c:pt idx="8">
                  <c:v>음료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21.023</c:v>
                </c:pt>
                <c:pt idx="1">
                  <c:v>3.3079999999999998</c:v>
                </c:pt>
                <c:pt idx="2">
                  <c:v>1.262</c:v>
                </c:pt>
                <c:pt idx="3">
                  <c:v>0.437</c:v>
                </c:pt>
                <c:pt idx="4">
                  <c:v>0.879</c:v>
                </c:pt>
                <c:pt idx="5">
                  <c:v>0.218</c:v>
                </c:pt>
                <c:pt idx="6">
                  <c:v>5.2999999999999999E-2</c:v>
                </c:pt>
                <c:pt idx="7">
                  <c:v>0.19700000000000001</c:v>
                </c:pt>
                <c:pt idx="8">
                  <c:v>1.0999999999999999E-2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6EF-44C2-AA2D-A8749FE0ED6D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6EF-44C2-AA2D-A8749FE0ED6D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6EF-44C2-AA2D-A8749FE0ED6D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6EF-44C2-AA2D-A8749FE0ED6D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6EF-44C2-AA2D-A8749FE0ED6D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6EF-44C2-AA2D-A8749FE0ED6D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D6EF-44C2-AA2D-A8749FE0ED6D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D6EF-44C2-AA2D-A8749FE0ED6D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D6EF-44C2-AA2D-A8749FE0ED6D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D6EF-44C2-AA2D-A8749FE0ED6D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D6EF-44C2-AA2D-A8749FE0ED6D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D6EF-44C2-AA2D-A8749FE0ED6D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D6EF-44C2-AA2D-A8749FE0ED6D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D6EF-44C2-AA2D-A8749FE0ED6D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D6EF-44C2-AA2D-A8749FE0ED6D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D6EF-44C2-AA2D-A8749FE0ED6D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D6EF-44C2-AA2D-A8749FE0ED6D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D6EF-44C2-AA2D-A8749FE0ED6D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20.62</c:v>
                </c:pt>
                <c:pt idx="1">
                  <c:v>21.48</c:v>
                </c:pt>
                <c:pt idx="2">
                  <c:v>25.95</c:v>
                </c:pt>
                <c:pt idx="3">
                  <c:v>19.73</c:v>
                </c:pt>
                <c:pt idx="4">
                  <c:v>19.07</c:v>
                </c:pt>
                <c:pt idx="5">
                  <c:v>34.869999999999997</c:v>
                </c:pt>
                <c:pt idx="6">
                  <c:v>28.89</c:v>
                </c:pt>
                <c:pt idx="7">
                  <c:v>25.52</c:v>
                </c:pt>
                <c:pt idx="8">
                  <c:v>32.39</c:v>
                </c:pt>
                <c:pt idx="9">
                  <c:v>30.43</c:v>
                </c:pt>
                <c:pt idx="10">
                  <c:v>24.55</c:v>
                </c:pt>
                <c:pt idx="11">
                  <c:v>14.87</c:v>
                </c:pt>
                <c:pt idx="12">
                  <c:v>21.74</c:v>
                </c:pt>
                <c:pt idx="13">
                  <c:v>25.04</c:v>
                </c:pt>
                <c:pt idx="14">
                  <c:v>21.5</c:v>
                </c:pt>
                <c:pt idx="15">
                  <c:v>21.63</c:v>
                </c:pt>
                <c:pt idx="16">
                  <c:v>22.87</c:v>
                </c:pt>
                <c:pt idx="17">
                  <c:v>21.42</c:v>
                </c:pt>
                <c:pt idx="18">
                  <c:v>21.03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D6EF-44C2-AA2D-A8749FE0ED6D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D6EF-44C2-AA2D-A8749FE0ED6D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D6EF-44C2-AA2D-A8749FE0ED6D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D6EF-44C2-AA2D-A8749FE0ED6D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D6EF-44C2-AA2D-A8749FE0ED6D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D6EF-44C2-AA2D-A8749FE0ED6D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D6EF-44C2-AA2D-A8749FE0ED6D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D6EF-44C2-AA2D-A8749FE0ED6D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D6EF-44C2-AA2D-A8749FE0ED6D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D6EF-44C2-AA2D-A8749FE0ED6D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D6EF-44C2-AA2D-A8749FE0ED6D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D6EF-44C2-AA2D-A8749FE0ED6D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D6EF-44C2-AA2D-A8749FE0ED6D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D6EF-44C2-AA2D-A8749FE0ED6D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D6EF-44C2-AA2D-A8749FE0ED6D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D6EF-44C2-AA2D-A8749FE0ED6D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D6EF-44C2-AA2D-A8749FE0ED6D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D6EF-44C2-AA2D-A8749FE0ED6D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633</c:v>
                </c:pt>
                <c:pt idx="1">
                  <c:v>581</c:v>
                </c:pt>
                <c:pt idx="2">
                  <c:v>725</c:v>
                </c:pt>
                <c:pt idx="3">
                  <c:v>629</c:v>
                </c:pt>
                <c:pt idx="4">
                  <c:v>645</c:v>
                </c:pt>
                <c:pt idx="5">
                  <c:v>693</c:v>
                </c:pt>
                <c:pt idx="6">
                  <c:v>846</c:v>
                </c:pt>
                <c:pt idx="7">
                  <c:v>724</c:v>
                </c:pt>
                <c:pt idx="8">
                  <c:v>560</c:v>
                </c:pt>
                <c:pt idx="9">
                  <c:v>714</c:v>
                </c:pt>
                <c:pt idx="10">
                  <c:v>768</c:v>
                </c:pt>
                <c:pt idx="11">
                  <c:v>656</c:v>
                </c:pt>
                <c:pt idx="12">
                  <c:v>543</c:v>
                </c:pt>
                <c:pt idx="13">
                  <c:v>624</c:v>
                </c:pt>
                <c:pt idx="14">
                  <c:v>590</c:v>
                </c:pt>
                <c:pt idx="15">
                  <c:v>554</c:v>
                </c:pt>
                <c:pt idx="16">
                  <c:v>682</c:v>
                </c:pt>
                <c:pt idx="17">
                  <c:v>740</c:v>
                </c:pt>
                <c:pt idx="18">
                  <c:v>677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주유소</cx:pt>
          <cx:pt idx="1">한식</cx:pt>
          <cx:pt idx="2">편의점</cx:pt>
          <cx:pt idx="3">농산물</cx:pt>
          <cx:pt idx="4">중식</cx:pt>
          <cx:pt idx="5">종합식품</cx:pt>
          <cx:pt idx="6">인테리어    자재</cx:pt>
          <cx:pt idx="7">주점</cx:pt>
          <cx:pt idx="8">음료</cx:pt>
          <cx:pt idx="9"/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87.900000000000006</cx:pt>
          <cx:pt idx="1">13</cx:pt>
          <cx:pt idx="2">9</cx:pt>
          <cx:pt idx="3">5.2999999999999998</cx:pt>
          <cx:pt idx="4">4.4000000000000004</cx:pt>
          <cx:pt idx="5">3.3999999999999999</cx:pt>
          <cx:pt idx="6">2.1000000000000001</cx:pt>
          <cx:pt idx="7">1.7</cx:pt>
          <cx:pt idx="8">0.80000000000000004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편의점</cx:pt>
          <cx:pt idx="1">음료</cx:pt>
          <cx:pt idx="2">주점</cx:pt>
          <cx:pt idx="3">중식</cx:pt>
          <cx:pt idx="4">한식</cx:pt>
          <cx:pt idx="5">농산물</cx:pt>
          <cx:pt idx="6">주유소</cx:pt>
          <cx:pt idx="7">종합식품</cx:pt>
          <cx:pt idx="8">인테리어    자재</cx:pt>
          <cx:pt idx="9"/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0.10000000000000001</cx:pt>
          <cx:pt idx="1">0</cx:pt>
          <cx:pt idx="2">0</cx:pt>
          <cx:pt idx="3">0</cx:pt>
          <cx:pt idx="4">0</cx:pt>
          <cx:pt idx="5">0</cx:pt>
          <cx:pt idx="6">0</cx:pt>
          <cx:pt idx="7">0</cx:pt>
          <cx:pt idx="8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설성면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설성면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128백만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68.8%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주유소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34.6%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15.9%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8.5%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128백만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6.0%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설성면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설성면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설성면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128백만원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(3,422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15.9%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37,331원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없음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주유소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68.8%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10월23일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87,949,000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(1,076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87,949,000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(1,076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81,737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(1,076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(68.5%)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(9.9%)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(8.7%)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(69.7%)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(10.8%)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농산물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(5.6%)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34.6%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(4.3%)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(11.7%)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(25.0%)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(34.6%)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27백만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(21.0%)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(3.4%)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주유소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농산물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종합식품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주유소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농산물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종합식품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46,190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28,574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47,384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(1,089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(578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(1,752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(100.0%)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종합식품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종합식품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37,362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16,200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3,417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(68.9%)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(10.2%)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(7.1%)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128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59915767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27068601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24,371,714원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679건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35,901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25,549,600원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684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37,331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22,175,143원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630건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35,199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sp>
        <p:nvSpPr>
          <p:cNvPr id="4" name="SL_G1_MAP">
            <a:extLst>
              <a:ext uri="{FF2B5EF4-FFF2-40B4-BE49-F238E27FC236}">
                <a16:creationId xmlns:a16="http://schemas.microsoft.com/office/drawing/2014/main" id="{7E915718-9648-7698-E72F-F0C9D5D0C2B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350개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4" name="SL_G6_MAP">
            <a:extLst>
              <a:ext uri="{FF2B5EF4-FFF2-40B4-BE49-F238E27FC236}">
                <a16:creationId xmlns:a16="http://schemas.microsoft.com/office/drawing/2014/main" id="{F76B16E8-4246-2232-1647-6CF896189311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4" name="SL_G8_MAP">
            <a:extLst>
              <a:ext uri="{FF2B5EF4-FFF2-40B4-BE49-F238E27FC236}">
                <a16:creationId xmlns:a16="http://schemas.microsoft.com/office/drawing/2014/main" id="{928488D2-9256-DE19-5411-B745B265A60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4" name="SL_G2_MAP">
            <a:extLst>
              <a:ext uri="{FF2B5EF4-FFF2-40B4-BE49-F238E27FC236}">
                <a16:creationId xmlns:a16="http://schemas.microsoft.com/office/drawing/2014/main" id="{AB702CF3-504E-A9C4-8090-98D5CD31AAB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664개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4" name="SL_G3_MAP">
            <a:extLst>
              <a:ext uri="{FF2B5EF4-FFF2-40B4-BE49-F238E27FC236}">
                <a16:creationId xmlns:a16="http://schemas.microsoft.com/office/drawing/2014/main" id="{5E94535E-C925-6B6C-CE2A-2C66A89AF9D2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4" name="SL_G7_MAP">
            <a:extLst>
              <a:ext uri="{FF2B5EF4-FFF2-40B4-BE49-F238E27FC236}">
                <a16:creationId xmlns:a16="http://schemas.microsoft.com/office/drawing/2014/main" id="{5E1AC7BF-5EA5-56AA-8EFA-4E7EF12B7B68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4" name="SL_G4_MAP">
            <a:extLst>
              <a:ext uri="{FF2B5EF4-FFF2-40B4-BE49-F238E27FC236}">
                <a16:creationId xmlns:a16="http://schemas.microsoft.com/office/drawing/2014/main" id="{D50688A8-AEE7-18D8-5F7E-3DB68178E927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데이터 없음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4" name="SL_G5_MAP">
            <a:extLst>
              <a:ext uri="{FF2B5EF4-FFF2-40B4-BE49-F238E27FC236}">
                <a16:creationId xmlns:a16="http://schemas.microsoft.com/office/drawing/2014/main" id="{9D8EDA86-3F0A-24F3-DC19-D9D97B27EBD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 (0대)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데이터 없음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없음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2244</Words>
  <Application>Microsoft Office PowerPoint</Application>
  <PresentationFormat>와이드스크린</PresentationFormat>
  <Paragraphs>607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</vt:lpstr>
      <vt:lpstr>Arial</vt:lpstr>
      <vt:lpstr>Pretendard</vt:lpstr>
      <vt:lpstr>Calibri Light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2025-11-07T09:06:35Z</dcterms:modified>
</cp:coreProperties>
</file>