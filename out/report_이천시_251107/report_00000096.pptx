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15734.123</c:v>
                </c:pt>
                <c:pt idx="1">
                  <c:v>15597.761</c:v>
                </c:pt>
                <c:pt idx="2">
                  <c:v>18736.205000000002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-0.87</c:v>
                </c:pt>
                <c:pt idx="2">
                  <c:v>20.12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F822B3E-F5B6-4CEA-8B93-95F5EF86EC9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12716.656999999999</c:v>
                </c:pt>
                <c:pt idx="1">
                  <c:v>6019.54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5507.7250000000004</c:v>
                </c:pt>
                <c:pt idx="1">
                  <c:v>5406.9979999999996</c:v>
                </c:pt>
                <c:pt idx="2">
                  <c:v>3390.4340000000002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7055.527</c:v>
                </c:pt>
                <c:pt idx="1">
                  <c:v>9841.0969999999998</c:v>
                </c:pt>
                <c:pt idx="2">
                  <c:v>1839.57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3233.5889999999999</c:v>
                </c:pt>
                <c:pt idx="1">
                  <c:v>3169.6959999999999</c:v>
                </c:pt>
                <c:pt idx="2">
                  <c:v>2244.6089999999999</c:v>
                </c:pt>
                <c:pt idx="3">
                  <c:v>1156.181</c:v>
                </c:pt>
                <c:pt idx="4">
                  <c:v>1048.239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4054.3389999999999</c:v>
                </c:pt>
                <c:pt idx="1">
                  <c:v>3654.4659999999999</c:v>
                </c:pt>
                <c:pt idx="2">
                  <c:v>4169.7479999999996</c:v>
                </c:pt>
                <c:pt idx="3">
                  <c:v>4305.6710000000003</c:v>
                </c:pt>
                <c:pt idx="4">
                  <c:v>2551.9810000000002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3233.5889999999999</c:v>
                </c:pt>
                <c:pt idx="1">
                  <c:v>3169.6959999999999</c:v>
                </c:pt>
                <c:pt idx="2">
                  <c:v>2244.6089999999999</c:v>
                </c:pt>
                <c:pt idx="3">
                  <c:v>1156.181</c:v>
                </c:pt>
                <c:pt idx="4">
                  <c:v>1048.239</c:v>
                </c:pt>
                <c:pt idx="5">
                  <c:v>980.66600000000005</c:v>
                </c:pt>
                <c:pt idx="6">
                  <c:v>881.99099999999999</c:v>
                </c:pt>
                <c:pt idx="7">
                  <c:v>857.77800000000002</c:v>
                </c:pt>
                <c:pt idx="8">
                  <c:v>846.19200000000001</c:v>
                </c:pt>
                <c:pt idx="9">
                  <c:v>287.661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39025</c:v>
                </c:pt>
                <c:pt idx="1">
                  <c:v>10080</c:v>
                </c:pt>
                <c:pt idx="2">
                  <c:v>52968</c:v>
                </c:pt>
                <c:pt idx="3">
                  <c:v>5233</c:v>
                </c:pt>
                <c:pt idx="4">
                  <c:v>30602</c:v>
                </c:pt>
                <c:pt idx="5">
                  <c:v>29782</c:v>
                </c:pt>
                <c:pt idx="6">
                  <c:v>2664</c:v>
                </c:pt>
                <c:pt idx="7">
                  <c:v>94630</c:v>
                </c:pt>
                <c:pt idx="8">
                  <c:v>15726</c:v>
                </c:pt>
                <c:pt idx="9">
                  <c:v>4007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바닥,벽지,창호</c:v>
                </c:pt>
                <c:pt idx="1">
                  <c:v>가구</c:v>
                </c:pt>
                <c:pt idx="2">
                  <c:v>가전제품</c:v>
                </c:pt>
                <c:pt idx="3">
                  <c:v>차량정비/부품</c:v>
                </c:pt>
                <c:pt idx="4">
                  <c:v>가공식품</c:v>
                </c:pt>
                <c:pt idx="5">
                  <c:v>귀금속/시계</c:v>
                </c:pt>
                <c:pt idx="6">
                  <c:v>골프장</c:v>
                </c:pt>
                <c:pt idx="7">
                  <c:v>유흥음식/주점</c:v>
                </c:pt>
                <c:pt idx="8">
                  <c:v>오토바이</c:v>
                </c:pt>
                <c:pt idx="9">
                  <c:v>의생활복합판매점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224.82499999999999</c:v>
                </c:pt>
                <c:pt idx="1">
                  <c:v>162.36666666666667</c:v>
                </c:pt>
                <c:pt idx="2">
                  <c:v>112.36138613861387</c:v>
                </c:pt>
                <c:pt idx="3">
                  <c:v>33.107770270270272</c:v>
                </c:pt>
                <c:pt idx="4">
                  <c:v>31.445396825396827</c:v>
                </c:pt>
                <c:pt idx="5">
                  <c:v>23.659259259259258</c:v>
                </c:pt>
                <c:pt idx="6">
                  <c:v>22.09403783680489</c:v>
                </c:pt>
                <c:pt idx="7">
                  <c:v>19.952013422818791</c:v>
                </c:pt>
                <c:pt idx="8">
                  <c:v>19.824999999999999</c:v>
                </c:pt>
                <c:pt idx="9">
                  <c:v>18.985714285714284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2556.326</c:v>
                </c:pt>
                <c:pt idx="1">
                  <c:v>2621.2260000000001</c:v>
                </c:pt>
                <c:pt idx="2">
                  <c:v>1500.546</c:v>
                </c:pt>
                <c:pt idx="3">
                  <c:v>899.77599999999995</c:v>
                </c:pt>
                <c:pt idx="4">
                  <c:v>535.65499999999997</c:v>
                </c:pt>
                <c:pt idx="5">
                  <c:v>516.53899999999999</c:v>
                </c:pt>
                <c:pt idx="6">
                  <c:v>638.77300000000002</c:v>
                </c:pt>
                <c:pt idx="7">
                  <c:v>632.65200000000004</c:v>
                </c:pt>
                <c:pt idx="8">
                  <c:v>389.80799999999999</c:v>
                </c:pt>
                <c:pt idx="9">
                  <c:v>181.81200000000001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677.26199999999994</c:v>
                </c:pt>
                <c:pt idx="1">
                  <c:v>548.46799999999996</c:v>
                </c:pt>
                <c:pt idx="2">
                  <c:v>744.06299999999999</c:v>
                </c:pt>
                <c:pt idx="3">
                  <c:v>256.40600000000001</c:v>
                </c:pt>
                <c:pt idx="4">
                  <c:v>512.58500000000004</c:v>
                </c:pt>
                <c:pt idx="5">
                  <c:v>464.12599999999998</c:v>
                </c:pt>
                <c:pt idx="6">
                  <c:v>243.21700000000001</c:v>
                </c:pt>
                <c:pt idx="7">
                  <c:v>225.125</c:v>
                </c:pt>
                <c:pt idx="8">
                  <c:v>456.38299999999998</c:v>
                </c:pt>
                <c:pt idx="9">
                  <c:v>105.848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109.90600000000001</c:v>
                </c:pt>
                <c:pt idx="1">
                  <c:v>138.839</c:v>
                </c:pt>
                <c:pt idx="2">
                  <c:v>158.173</c:v>
                </c:pt>
                <c:pt idx="3">
                  <c:v>171.48400000000001</c:v>
                </c:pt>
                <c:pt idx="4">
                  <c:v>172.11</c:v>
                </c:pt>
                <c:pt idx="5">
                  <c:v>177.947</c:v>
                </c:pt>
                <c:pt idx="6">
                  <c:v>194.16</c:v>
                </c:pt>
                <c:pt idx="7">
                  <c:v>193.911</c:v>
                </c:pt>
                <c:pt idx="8">
                  <c:v>194.44</c:v>
                </c:pt>
                <c:pt idx="9">
                  <c:v>233.774</c:v>
                </c:pt>
                <c:pt idx="10">
                  <c:v>269.31700000000001</c:v>
                </c:pt>
                <c:pt idx="11">
                  <c:v>239.87700000000001</c:v>
                </c:pt>
                <c:pt idx="12">
                  <c:v>157.81700000000001</c:v>
                </c:pt>
                <c:pt idx="13">
                  <c:v>172.465</c:v>
                </c:pt>
                <c:pt idx="14">
                  <c:v>128.29900000000001</c:v>
                </c:pt>
                <c:pt idx="15">
                  <c:v>97.760999999999996</c:v>
                </c:pt>
                <c:pt idx="16">
                  <c:v>64.849999999999994</c:v>
                </c:pt>
                <c:pt idx="17">
                  <c:v>48.101999999999997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9.4390000000000001</c:v>
                </c:pt>
                <c:pt idx="1">
                  <c:v>83.266999999999996</c:v>
                </c:pt>
                <c:pt idx="2">
                  <c:v>14.284000000000001</c:v>
                </c:pt>
                <c:pt idx="3">
                  <c:v>15.83</c:v>
                </c:pt>
                <c:pt idx="4">
                  <c:v>24.155000000000001</c:v>
                </c:pt>
                <c:pt idx="5">
                  <c:v>114.38500000000001</c:v>
                </c:pt>
                <c:pt idx="6">
                  <c:v>264.47800000000001</c:v>
                </c:pt>
                <c:pt idx="7">
                  <c:v>238.18</c:v>
                </c:pt>
                <c:pt idx="8">
                  <c:v>152.614</c:v>
                </c:pt>
                <c:pt idx="9">
                  <c:v>76.906000000000006</c:v>
                </c:pt>
                <c:pt idx="10">
                  <c:v>49.534999999999997</c:v>
                </c:pt>
                <c:pt idx="11">
                  <c:v>112.254</c:v>
                </c:pt>
                <c:pt idx="12">
                  <c:v>223.869</c:v>
                </c:pt>
                <c:pt idx="13">
                  <c:v>323.22899999999998</c:v>
                </c:pt>
                <c:pt idx="14">
                  <c:v>249.94300000000001</c:v>
                </c:pt>
                <c:pt idx="15">
                  <c:v>134.61500000000001</c:v>
                </c:pt>
                <c:pt idx="16">
                  <c:v>60.655000000000001</c:v>
                </c:pt>
                <c:pt idx="17">
                  <c:v>39.005000000000003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446.13099999999997</c:v>
                </c:pt>
                <c:pt idx="1">
                  <c:v>307.42200000000003</c:v>
                </c:pt>
                <c:pt idx="2">
                  <c:v>321.53100000000001</c:v>
                </c:pt>
                <c:pt idx="3">
                  <c:v>188.00700000000001</c:v>
                </c:pt>
                <c:pt idx="4">
                  <c:v>213.102</c:v>
                </c:pt>
                <c:pt idx="5">
                  <c:v>135.999</c:v>
                </c:pt>
                <c:pt idx="6">
                  <c:v>67.897999999999996</c:v>
                </c:pt>
                <c:pt idx="7">
                  <c:v>95.497</c:v>
                </c:pt>
                <c:pt idx="8">
                  <c:v>56.234000000000002</c:v>
                </c:pt>
                <c:pt idx="9">
                  <c:v>56.118000000000002</c:v>
                </c:pt>
                <c:pt idx="10">
                  <c:v>35.497</c:v>
                </c:pt>
                <c:pt idx="11">
                  <c:v>10.936</c:v>
                </c:pt>
                <c:pt idx="12">
                  <c:v>8.1259999999999994</c:v>
                </c:pt>
                <c:pt idx="13">
                  <c:v>4.0730000000000004</c:v>
                </c:pt>
                <c:pt idx="14">
                  <c:v>4.1909999999999998</c:v>
                </c:pt>
                <c:pt idx="15">
                  <c:v>3.3210000000000002</c:v>
                </c:pt>
                <c:pt idx="16">
                  <c:v>1.2929999999999999</c:v>
                </c:pt>
                <c:pt idx="17">
                  <c:v>0.89500000000000002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5.35</c:v>
                </c:pt>
                <c:pt idx="1">
                  <c:v>15.045</c:v>
                </c:pt>
                <c:pt idx="2">
                  <c:v>4.306</c:v>
                </c:pt>
                <c:pt idx="3">
                  <c:v>2.8450000000000002</c:v>
                </c:pt>
                <c:pt idx="4">
                  <c:v>16.670999999999999</c:v>
                </c:pt>
                <c:pt idx="5">
                  <c:v>161.05699999999999</c:v>
                </c:pt>
                <c:pt idx="6">
                  <c:v>204.50200000000001</c:v>
                </c:pt>
                <c:pt idx="7">
                  <c:v>113.753</c:v>
                </c:pt>
                <c:pt idx="8">
                  <c:v>23.698</c:v>
                </c:pt>
                <c:pt idx="9">
                  <c:v>29.760999999999999</c:v>
                </c:pt>
                <c:pt idx="10">
                  <c:v>99.804000000000002</c:v>
                </c:pt>
                <c:pt idx="11">
                  <c:v>171.02500000000001</c:v>
                </c:pt>
                <c:pt idx="12">
                  <c:v>225.119</c:v>
                </c:pt>
                <c:pt idx="13">
                  <c:v>80.406000000000006</c:v>
                </c:pt>
                <c:pt idx="14">
                  <c:v>2.7959999999999998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0.23599999999999999</c:v>
                </c:pt>
                <c:pt idx="1">
                  <c:v>12.641999999999999</c:v>
                </c:pt>
                <c:pt idx="2">
                  <c:v>17.059999999999999</c:v>
                </c:pt>
                <c:pt idx="3">
                  <c:v>62.557000000000002</c:v>
                </c:pt>
                <c:pt idx="4">
                  <c:v>90.497</c:v>
                </c:pt>
                <c:pt idx="5">
                  <c:v>73.096000000000004</c:v>
                </c:pt>
                <c:pt idx="6">
                  <c:v>83.084000000000003</c:v>
                </c:pt>
                <c:pt idx="7">
                  <c:v>71.153999999999996</c:v>
                </c:pt>
                <c:pt idx="8">
                  <c:v>87.391999999999996</c:v>
                </c:pt>
                <c:pt idx="9">
                  <c:v>97.721999999999994</c:v>
                </c:pt>
                <c:pt idx="10">
                  <c:v>113.29900000000001</c:v>
                </c:pt>
                <c:pt idx="11">
                  <c:v>110.273</c:v>
                </c:pt>
                <c:pt idx="12">
                  <c:v>82.498000000000005</c:v>
                </c:pt>
                <c:pt idx="13">
                  <c:v>64.213999999999999</c:v>
                </c:pt>
                <c:pt idx="14">
                  <c:v>44.296999999999997</c:v>
                </c:pt>
                <c:pt idx="15">
                  <c:v>28.564</c:v>
                </c:pt>
                <c:pt idx="16">
                  <c:v>7.1470000000000002</c:v>
                </c:pt>
                <c:pt idx="17">
                  <c:v>1.2410000000000001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25041000</c:v>
                </c:pt>
                <c:pt idx="1">
                  <c:v>46356000</c:v>
                </c:pt>
                <c:pt idx="2">
                  <c:v>44416000</c:v>
                </c:pt>
                <c:pt idx="3">
                  <c:v>35958000</c:v>
                </c:pt>
                <c:pt idx="4">
                  <c:v>31894000</c:v>
                </c:pt>
                <c:pt idx="5">
                  <c:v>39510000</c:v>
                </c:pt>
                <c:pt idx="6">
                  <c:v>52032000</c:v>
                </c:pt>
                <c:pt idx="7">
                  <c:v>32957000</c:v>
                </c:pt>
                <c:pt idx="8">
                  <c:v>35960000</c:v>
                </c:pt>
                <c:pt idx="9">
                  <c:v>38590000</c:v>
                </c:pt>
                <c:pt idx="10">
                  <c:v>39886000</c:v>
                </c:pt>
                <c:pt idx="11">
                  <c:v>58463000</c:v>
                </c:pt>
                <c:pt idx="12">
                  <c:v>70911000</c:v>
                </c:pt>
                <c:pt idx="13">
                  <c:v>62950000</c:v>
                </c:pt>
                <c:pt idx="14">
                  <c:v>55573000</c:v>
                </c:pt>
                <c:pt idx="15">
                  <c:v>52540000</c:v>
                </c:pt>
                <c:pt idx="16">
                  <c:v>39687000</c:v>
                </c:pt>
                <c:pt idx="17">
                  <c:v>30009000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9439000</c:v>
                </c:pt>
                <c:pt idx="1">
                  <c:v>83267000</c:v>
                </c:pt>
                <c:pt idx="2">
                  <c:v>14284000</c:v>
                </c:pt>
                <c:pt idx="3">
                  <c:v>15830000</c:v>
                </c:pt>
                <c:pt idx="4">
                  <c:v>24155000</c:v>
                </c:pt>
                <c:pt idx="5">
                  <c:v>114385000</c:v>
                </c:pt>
                <c:pt idx="6">
                  <c:v>264478000</c:v>
                </c:pt>
                <c:pt idx="7">
                  <c:v>238180000</c:v>
                </c:pt>
                <c:pt idx="8">
                  <c:v>152614000</c:v>
                </c:pt>
                <c:pt idx="9">
                  <c:v>76906000</c:v>
                </c:pt>
                <c:pt idx="10">
                  <c:v>49535000</c:v>
                </c:pt>
                <c:pt idx="11">
                  <c:v>112254000</c:v>
                </c:pt>
                <c:pt idx="12">
                  <c:v>223869000</c:v>
                </c:pt>
                <c:pt idx="13">
                  <c:v>323229000</c:v>
                </c:pt>
                <c:pt idx="14">
                  <c:v>249943000</c:v>
                </c:pt>
                <c:pt idx="15">
                  <c:v>134615000</c:v>
                </c:pt>
                <c:pt idx="16">
                  <c:v>60655000</c:v>
                </c:pt>
                <c:pt idx="17">
                  <c:v>39005000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109906000</c:v>
                </c:pt>
                <c:pt idx="1">
                  <c:v>138839000</c:v>
                </c:pt>
                <c:pt idx="2">
                  <c:v>158173000</c:v>
                </c:pt>
                <c:pt idx="3">
                  <c:v>171484000</c:v>
                </c:pt>
                <c:pt idx="4">
                  <c:v>172110000</c:v>
                </c:pt>
                <c:pt idx="5">
                  <c:v>177947000</c:v>
                </c:pt>
                <c:pt idx="6">
                  <c:v>194160000</c:v>
                </c:pt>
                <c:pt idx="7">
                  <c:v>193911000</c:v>
                </c:pt>
                <c:pt idx="8">
                  <c:v>194440000</c:v>
                </c:pt>
                <c:pt idx="9">
                  <c:v>233774000</c:v>
                </c:pt>
                <c:pt idx="10">
                  <c:v>269317000</c:v>
                </c:pt>
                <c:pt idx="11">
                  <c:v>239877000</c:v>
                </c:pt>
                <c:pt idx="12">
                  <c:v>157817000</c:v>
                </c:pt>
                <c:pt idx="13">
                  <c:v>172465000</c:v>
                </c:pt>
                <c:pt idx="14">
                  <c:v>128299000</c:v>
                </c:pt>
                <c:pt idx="15">
                  <c:v>97761000</c:v>
                </c:pt>
                <c:pt idx="16">
                  <c:v>64850000</c:v>
                </c:pt>
                <c:pt idx="17">
                  <c:v>48102000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236000</c:v>
                </c:pt>
                <c:pt idx="1">
                  <c:v>12642000</c:v>
                </c:pt>
                <c:pt idx="2">
                  <c:v>17060000</c:v>
                </c:pt>
                <c:pt idx="3">
                  <c:v>62557000</c:v>
                </c:pt>
                <c:pt idx="4">
                  <c:v>90497000</c:v>
                </c:pt>
                <c:pt idx="5">
                  <c:v>73096000</c:v>
                </c:pt>
                <c:pt idx="6">
                  <c:v>83084000</c:v>
                </c:pt>
                <c:pt idx="7">
                  <c:v>71154000</c:v>
                </c:pt>
                <c:pt idx="8">
                  <c:v>87392000</c:v>
                </c:pt>
                <c:pt idx="9">
                  <c:v>97722000</c:v>
                </c:pt>
                <c:pt idx="10">
                  <c:v>113299000</c:v>
                </c:pt>
                <c:pt idx="11">
                  <c:v>110273000</c:v>
                </c:pt>
                <c:pt idx="12">
                  <c:v>82498000</c:v>
                </c:pt>
                <c:pt idx="13">
                  <c:v>64214000</c:v>
                </c:pt>
                <c:pt idx="14">
                  <c:v>44297000</c:v>
                </c:pt>
                <c:pt idx="15">
                  <c:v>28564000</c:v>
                </c:pt>
                <c:pt idx="16">
                  <c:v>7147000</c:v>
                </c:pt>
                <c:pt idx="17">
                  <c:v>1241000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236000</c:v>
                </c:pt>
                <c:pt idx="1">
                  <c:v>12642000</c:v>
                </c:pt>
                <c:pt idx="2">
                  <c:v>17060000</c:v>
                </c:pt>
                <c:pt idx="3">
                  <c:v>62557000</c:v>
                </c:pt>
                <c:pt idx="4">
                  <c:v>90497000</c:v>
                </c:pt>
                <c:pt idx="5">
                  <c:v>73096000</c:v>
                </c:pt>
                <c:pt idx="6">
                  <c:v>83084000</c:v>
                </c:pt>
                <c:pt idx="7">
                  <c:v>71154000</c:v>
                </c:pt>
                <c:pt idx="8">
                  <c:v>87392000</c:v>
                </c:pt>
                <c:pt idx="9">
                  <c:v>97722000</c:v>
                </c:pt>
                <c:pt idx="10">
                  <c:v>113299000</c:v>
                </c:pt>
                <c:pt idx="11">
                  <c:v>110273000</c:v>
                </c:pt>
                <c:pt idx="12">
                  <c:v>82498000</c:v>
                </c:pt>
                <c:pt idx="13">
                  <c:v>64214000</c:v>
                </c:pt>
                <c:pt idx="14">
                  <c:v>44297000</c:v>
                </c:pt>
                <c:pt idx="15">
                  <c:v>28564000</c:v>
                </c:pt>
                <c:pt idx="16">
                  <c:v>7147000</c:v>
                </c:pt>
                <c:pt idx="17">
                  <c:v>1241000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1151.6949999999999</c:v>
                </c:pt>
                <c:pt idx="1">
                  <c:v>75.953999999999994</c:v>
                </c:pt>
                <c:pt idx="2">
                  <c:v>1089.3150000000001</c:v>
                </c:pt>
                <c:pt idx="3">
                  <c:v>22.815000000000001</c:v>
                </c:pt>
                <c:pt idx="4">
                  <c:v>772.22900000000004</c:v>
                </c:pt>
                <c:pt idx="5">
                  <c:v>161.80000000000001</c:v>
                </c:pt>
                <c:pt idx="6">
                  <c:v>357.42599999999999</c:v>
                </c:pt>
                <c:pt idx="7">
                  <c:v>502.77100000000002</c:v>
                </c:pt>
                <c:pt idx="8">
                  <c:v>599.553</c:v>
                </c:pt>
                <c:pt idx="9">
                  <c:v>158.42500000000001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1565.6410000000001</c:v>
                </c:pt>
                <c:pt idx="1">
                  <c:v>3023.0859999999998</c:v>
                </c:pt>
                <c:pt idx="2">
                  <c:v>974.13400000000001</c:v>
                </c:pt>
                <c:pt idx="3">
                  <c:v>1069.588</c:v>
                </c:pt>
                <c:pt idx="4">
                  <c:v>236.709</c:v>
                </c:pt>
                <c:pt idx="5">
                  <c:v>560.28700000000003</c:v>
                </c:pt>
                <c:pt idx="6">
                  <c:v>395.38</c:v>
                </c:pt>
                <c:pt idx="7">
                  <c:v>278.036</c:v>
                </c:pt>
                <c:pt idx="8">
                  <c:v>218.506</c:v>
                </c:pt>
                <c:pt idx="9">
                  <c:v>100.485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가공식품</c:v>
                </c:pt>
                <c:pt idx="2">
                  <c:v>한식</c:v>
                </c:pt>
                <c:pt idx="3">
                  <c:v>골프장</c:v>
                </c:pt>
                <c:pt idx="4">
                  <c:v>마트</c:v>
                </c:pt>
                <c:pt idx="5">
                  <c:v>종합식품</c:v>
                </c:pt>
                <c:pt idx="6">
                  <c:v>차량정비/부품</c:v>
                </c:pt>
                <c:pt idx="7">
                  <c:v>편의점</c:v>
                </c:pt>
                <c:pt idx="8">
                  <c:v>대형마트/할인점</c:v>
                </c:pt>
                <c:pt idx="9">
                  <c:v>축산물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516.25300000000004</c:v>
                </c:pt>
                <c:pt idx="1">
                  <c:v>70.656000000000006</c:v>
                </c:pt>
                <c:pt idx="2">
                  <c:v>181.161</c:v>
                </c:pt>
                <c:pt idx="3">
                  <c:v>63.779000000000003</c:v>
                </c:pt>
                <c:pt idx="4">
                  <c:v>39.301000000000002</c:v>
                </c:pt>
                <c:pt idx="5">
                  <c:v>258.57900000000001</c:v>
                </c:pt>
                <c:pt idx="6">
                  <c:v>129.184</c:v>
                </c:pt>
                <c:pt idx="7">
                  <c:v>76.968999999999994</c:v>
                </c:pt>
                <c:pt idx="8">
                  <c:v>28.132000000000001</c:v>
                </c:pt>
                <c:pt idx="9">
                  <c:v>28.751000000000001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0B-4E9F-8CE8-487CAE322B6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0B-4E9F-8CE8-487CAE322B65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0B-4E9F-8CE8-487CAE322B65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00B-4E9F-8CE8-487CAE322B65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00B-4E9F-8CE8-487CAE322B65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00B-4E9F-8CE8-487CAE322B65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00B-4E9F-8CE8-487CAE322B65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00B-4E9F-8CE8-487CAE322B65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00B-4E9F-8CE8-487CAE322B65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00B-4E9F-8CE8-487CAE322B65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00B-4E9F-8CE8-487CAE322B65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00B-4E9F-8CE8-487CAE322B65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00B-4E9F-8CE8-487CAE322B65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400B-4E9F-8CE8-487CAE322B65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400B-4E9F-8CE8-487CAE322B65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400B-4E9F-8CE8-487CAE322B65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400B-4E9F-8CE8-487CAE322B65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400B-4E9F-8CE8-487CAE322B65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3894.94</c:v>
                </c:pt>
                <c:pt idx="1">
                  <c:v>4201.34</c:v>
                </c:pt>
                <c:pt idx="2">
                  <c:v>4331.7700000000004</c:v>
                </c:pt>
                <c:pt idx="3">
                  <c:v>3871.38</c:v>
                </c:pt>
                <c:pt idx="4">
                  <c:v>2654.11</c:v>
                </c:pt>
                <c:pt idx="5">
                  <c:v>3738.38</c:v>
                </c:pt>
                <c:pt idx="6">
                  <c:v>3719.91</c:v>
                </c:pt>
                <c:pt idx="7">
                  <c:v>4054.34</c:v>
                </c:pt>
                <c:pt idx="8">
                  <c:v>3654.47</c:v>
                </c:pt>
                <c:pt idx="9">
                  <c:v>4169.75</c:v>
                </c:pt>
                <c:pt idx="10">
                  <c:v>4305.67</c:v>
                </c:pt>
                <c:pt idx="11">
                  <c:v>2551.98</c:v>
                </c:pt>
                <c:pt idx="12">
                  <c:v>3865.16</c:v>
                </c:pt>
                <c:pt idx="13">
                  <c:v>4008.87</c:v>
                </c:pt>
                <c:pt idx="14">
                  <c:v>3698.04</c:v>
                </c:pt>
                <c:pt idx="15">
                  <c:v>3677.38</c:v>
                </c:pt>
                <c:pt idx="16">
                  <c:v>4470.3500000000004</c:v>
                </c:pt>
                <c:pt idx="17">
                  <c:v>4966.57</c:v>
                </c:pt>
                <c:pt idx="18">
                  <c:v>3167.79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400B-4E9F-8CE8-487CAE322B65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400B-4E9F-8CE8-487CAE322B65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400B-4E9F-8CE8-487CAE322B65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400B-4E9F-8CE8-487CAE322B65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400B-4E9F-8CE8-487CAE322B65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400B-4E9F-8CE8-487CAE322B65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400B-4E9F-8CE8-487CAE322B65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400B-4E9F-8CE8-487CAE322B65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400B-4E9F-8CE8-487CAE322B65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400B-4E9F-8CE8-487CAE322B65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400B-4E9F-8CE8-487CAE322B65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400B-4E9F-8CE8-487CAE322B65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400B-4E9F-8CE8-487CAE322B65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400B-4E9F-8CE8-487CAE322B65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400B-4E9F-8CE8-487CAE322B65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400B-4E9F-8CE8-487CAE322B65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400B-4E9F-8CE8-487CAE322B65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400B-4E9F-8CE8-487CAE322B65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74468</c:v>
                </c:pt>
                <c:pt idx="1">
                  <c:v>79041</c:v>
                </c:pt>
                <c:pt idx="2">
                  <c:v>82241</c:v>
                </c:pt>
                <c:pt idx="3">
                  <c:v>89517</c:v>
                </c:pt>
                <c:pt idx="4">
                  <c:v>79587</c:v>
                </c:pt>
                <c:pt idx="5">
                  <c:v>77652</c:v>
                </c:pt>
                <c:pt idx="6">
                  <c:v>76603</c:v>
                </c:pt>
                <c:pt idx="7">
                  <c:v>79903</c:v>
                </c:pt>
                <c:pt idx="8">
                  <c:v>80290</c:v>
                </c:pt>
                <c:pt idx="9">
                  <c:v>87944</c:v>
                </c:pt>
                <c:pt idx="10">
                  <c:v>100346</c:v>
                </c:pt>
                <c:pt idx="11">
                  <c:v>79269</c:v>
                </c:pt>
                <c:pt idx="12">
                  <c:v>76127</c:v>
                </c:pt>
                <c:pt idx="13">
                  <c:v>78456</c:v>
                </c:pt>
                <c:pt idx="14">
                  <c:v>78493</c:v>
                </c:pt>
                <c:pt idx="15">
                  <c:v>79802</c:v>
                </c:pt>
                <c:pt idx="16">
                  <c:v>86648</c:v>
                </c:pt>
                <c:pt idx="17">
                  <c:v>99191</c:v>
                </c:pt>
                <c:pt idx="18">
                  <c:v>83630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주유소</cx:pt>
          <cx:pt idx="1">가공식품</cx:pt>
          <cx:pt idx="2">한식</cx:pt>
          <cx:pt idx="3">골프장</cx:pt>
          <cx:pt idx="4">마트</cx:pt>
          <cx:pt idx="5">종합식품</cx:pt>
          <cx:pt idx="6">차량정비/부품</cx:pt>
          <cx:pt idx="7">편의점</cx:pt>
          <cx:pt idx="8">대형마트/할인점</cx:pt>
          <cx:pt idx="9">축산물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3205.5999999999999</cx:pt>
          <cx:pt idx="1">3169</cx:pt>
          <cx:pt idx="2">2227.4000000000001</cx:pt>
          <cx:pt idx="3">1150.5</cx:pt>
          <cx:pt idx="4">1025.5</cx:pt>
          <cx:pt idx="5">978.79999999999995</cx:pt>
          <cx:pt idx="6">872</cx:pt>
          <cx:pt idx="7">840.10000000000002</cx:pt>
          <cx:pt idx="8">833.29999999999995</cx:pt>
          <cx:pt idx="9">287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주유소</cx:pt>
          <cx:pt idx="1">마트</cx:pt>
          <cx:pt idx="2">편의점</cx:pt>
          <cx:pt idx="3">한식</cx:pt>
          <cx:pt idx="4">대형마트/할인점</cx:pt>
          <cx:pt idx="5">차량정비/부품</cx:pt>
          <cx:pt idx="6">골프장</cx:pt>
          <cx:pt idx="7">간이음식점</cx:pt>
          <cx:pt idx="8">양약국</cx:pt>
          <cx:pt idx="9">중식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28</cx:pt>
          <cx:pt idx="1">22.699999999999999</cx:pt>
          <cx:pt idx="2">17.699999999999999</cx:pt>
          <cx:pt idx="3">17.199999999999999</cx:pt>
          <cx:pt idx="4">12.9</cx:pt>
          <cx:pt idx="5">10</cx:pt>
          <cx:pt idx="6">5.7000000000000002</cx:pt>
          <cx:pt idx="7">5.5</cx:pt>
          <cx:pt idx="8">3.1000000000000001</cx:pt>
          <cx:pt idx="9">2.2999999999999998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18,736백만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20.1%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18,736백만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19.1%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18,736백만원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(427,752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20.1%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43,802원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3,233,589,000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(39,025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857,778,000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(94,630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바닥,벽지,창호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2,248,250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(20.6%)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(20.1%)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(11.8%)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(12.4%)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(11.3%)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(9.1%)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772백만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(4.1%)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2,922백만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5,508백만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(29.4%)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5,407백만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(28.9%)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3,390백만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(18.1%)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737백만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골프장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32,167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60,289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40,709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7,056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(219,342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1,840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(45,188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9,841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(163,232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(18.7%)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44,012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27,599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422,302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5,435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(12.0%)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18,586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77061722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177094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3,773,117,714원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79,873건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47,239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3,747,241,000원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85,550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43,802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3,979,165,571원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83,192건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47,831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3,917개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172개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182개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971개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211개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35,402개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1,112개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2248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Pretendard</vt:lpstr>
      <vt:lpstr>Calibri Light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2025-11-07T09:11:44Z</dcterms:modified>
</cp:coreProperties>
</file>