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1115.0840000000001</c:v>
                </c:pt>
                <c:pt idx="1">
                  <c:v>1163.759</c:v>
                </c:pt>
                <c:pt idx="2">
                  <c:v>1424.3320000000001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4.37</c:v>
                </c:pt>
                <c:pt idx="2">
                  <c:v>22.39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39D4000-8E92-4589-B2D9-504065920BE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631C220-D317-4B62-9096-183AB0F7832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90D6C55-0B0A-4034-B3B6-6EABDA36279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E7BF03-5446-49FA-BBDB-4A2864FCDEF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FAD975B-6178-4C0F-91B1-FEB41B9BCAD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00135DF-3BDA-45E9-89CF-96100050D58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3DBADAB-59EC-46FF-B8D1-9D7B8FE5D8D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90529BC-30DE-49C9-A91A-5568CB9A86E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1151.1890000000001</c:v>
                </c:pt>
                <c:pt idx="1">
                  <c:v>273.14100000000002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50대</c:v>
                </c:pt>
                <c:pt idx="1">
                  <c:v>40대</c:v>
                </c:pt>
                <c:pt idx="2">
                  <c:v>60대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505.90600000000001</c:v>
                </c:pt>
                <c:pt idx="1">
                  <c:v>418.92</c:v>
                </c:pt>
                <c:pt idx="2">
                  <c:v>294.47199999999998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192.501</c:v>
                </c:pt>
                <c:pt idx="1">
                  <c:v>1029.848</c:v>
                </c:pt>
                <c:pt idx="2">
                  <c:v>201.982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골프장</c:v>
                </c:pt>
                <c:pt idx="1">
                  <c:v>주유소</c:v>
                </c:pt>
                <c:pt idx="2">
                  <c:v>한식</c:v>
                </c:pt>
                <c:pt idx="3">
                  <c:v>편의점</c:v>
                </c:pt>
                <c:pt idx="4">
                  <c:v>음료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723.96100000000001</c:v>
                </c:pt>
                <c:pt idx="1">
                  <c:v>561.52499999999998</c:v>
                </c:pt>
                <c:pt idx="2">
                  <c:v>78.061000000000007</c:v>
                </c:pt>
                <c:pt idx="3">
                  <c:v>29.285</c:v>
                </c:pt>
                <c:pt idx="4">
                  <c:v>13.964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257.93799999999999</c:v>
                </c:pt>
                <c:pt idx="1">
                  <c:v>303.36099999999999</c:v>
                </c:pt>
                <c:pt idx="2">
                  <c:v>286.947</c:v>
                </c:pt>
                <c:pt idx="3">
                  <c:v>305.99200000000002</c:v>
                </c:pt>
                <c:pt idx="4">
                  <c:v>270.09399999999999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골프장</c:v>
                </c:pt>
                <c:pt idx="1">
                  <c:v>주유소</c:v>
                </c:pt>
                <c:pt idx="2">
                  <c:v>한식</c:v>
                </c:pt>
                <c:pt idx="3">
                  <c:v>편의점</c:v>
                </c:pt>
                <c:pt idx="4">
                  <c:v>음료</c:v>
                </c:pt>
                <c:pt idx="5">
                  <c:v>농산물</c:v>
                </c:pt>
                <c:pt idx="6">
                  <c:v>중식</c:v>
                </c:pt>
                <c:pt idx="7">
                  <c:v>종합식품</c:v>
                </c:pt>
                <c:pt idx="8">
                  <c:v>인테리어    자재</c:v>
                </c:pt>
                <c:pt idx="9">
                  <c:v>차량정비/부품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723.96100000000001</c:v>
                </c:pt>
                <c:pt idx="1">
                  <c:v>561.52499999999998</c:v>
                </c:pt>
                <c:pt idx="2">
                  <c:v>78.061000000000007</c:v>
                </c:pt>
                <c:pt idx="3">
                  <c:v>29.285</c:v>
                </c:pt>
                <c:pt idx="4">
                  <c:v>13.964</c:v>
                </c:pt>
                <c:pt idx="5">
                  <c:v>5.2220000000000004</c:v>
                </c:pt>
                <c:pt idx="6">
                  <c:v>4.9909999999999997</c:v>
                </c:pt>
                <c:pt idx="7">
                  <c:v>4.0739999999999998</c:v>
                </c:pt>
                <c:pt idx="8">
                  <c:v>1.7390000000000001</c:v>
                </c:pt>
                <c:pt idx="9">
                  <c:v>1.236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골프장</c:v>
                </c:pt>
                <c:pt idx="1">
                  <c:v>주유소</c:v>
                </c:pt>
                <c:pt idx="2">
                  <c:v>한식</c:v>
                </c:pt>
                <c:pt idx="3">
                  <c:v>편의점</c:v>
                </c:pt>
                <c:pt idx="4">
                  <c:v>음료</c:v>
                </c:pt>
                <c:pt idx="5">
                  <c:v>농산물</c:v>
                </c:pt>
                <c:pt idx="6">
                  <c:v>중식</c:v>
                </c:pt>
                <c:pt idx="7">
                  <c:v>종합식품</c:v>
                </c:pt>
                <c:pt idx="8">
                  <c:v>인테리어    자재</c:v>
                </c:pt>
                <c:pt idx="9">
                  <c:v>차량정비/부품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3405</c:v>
                </c:pt>
                <c:pt idx="1">
                  <c:v>3980</c:v>
                </c:pt>
                <c:pt idx="2">
                  <c:v>1620</c:v>
                </c:pt>
                <c:pt idx="3">
                  <c:v>2989</c:v>
                </c:pt>
                <c:pt idx="4">
                  <c:v>848</c:v>
                </c:pt>
                <c:pt idx="5">
                  <c:v>192</c:v>
                </c:pt>
                <c:pt idx="6">
                  <c:v>197</c:v>
                </c:pt>
                <c:pt idx="7">
                  <c:v>213</c:v>
                </c:pt>
                <c:pt idx="8">
                  <c:v>48</c:v>
                </c:pt>
                <c:pt idx="9">
                  <c:v>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골프장</c:v>
                </c:pt>
                <c:pt idx="1">
                  <c:v>주유소</c:v>
                </c:pt>
                <c:pt idx="2">
                  <c:v>차량정비/부품</c:v>
                </c:pt>
                <c:pt idx="3">
                  <c:v>한식</c:v>
                </c:pt>
                <c:pt idx="4">
                  <c:v>인테리어    자재</c:v>
                </c:pt>
                <c:pt idx="5">
                  <c:v>농산물</c:v>
                </c:pt>
                <c:pt idx="6">
                  <c:v>중식</c:v>
                </c:pt>
                <c:pt idx="7">
                  <c:v>종합식품</c:v>
                </c:pt>
                <c:pt idx="8">
                  <c:v>음료</c:v>
                </c:pt>
                <c:pt idx="9">
                  <c:v>편의점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21.261703377386198</c:v>
                </c:pt>
                <c:pt idx="1">
                  <c:v>14.108668341708542</c:v>
                </c:pt>
                <c:pt idx="2">
                  <c:v>5.8857142857142861</c:v>
                </c:pt>
                <c:pt idx="3">
                  <c:v>4.8185802469135801</c:v>
                </c:pt>
                <c:pt idx="4">
                  <c:v>3.6229166666666668</c:v>
                </c:pt>
                <c:pt idx="5">
                  <c:v>2.7197916666666666</c:v>
                </c:pt>
                <c:pt idx="6">
                  <c:v>2.5335025380710658</c:v>
                </c:pt>
                <c:pt idx="7">
                  <c:v>1.9126760563380283</c:v>
                </c:pt>
                <c:pt idx="8">
                  <c:v>1.6466981132075471</c:v>
                </c:pt>
                <c:pt idx="9">
                  <c:v>0.97975911676145866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골프장</c:v>
                </c:pt>
                <c:pt idx="1">
                  <c:v>주유소</c:v>
                </c:pt>
                <c:pt idx="2">
                  <c:v>한식</c:v>
                </c:pt>
                <c:pt idx="3">
                  <c:v>편의점</c:v>
                </c:pt>
                <c:pt idx="4">
                  <c:v>음료</c:v>
                </c:pt>
                <c:pt idx="5">
                  <c:v>농산물</c:v>
                </c:pt>
                <c:pt idx="6">
                  <c:v>중식</c:v>
                </c:pt>
                <c:pt idx="7">
                  <c:v>종합식품</c:v>
                </c:pt>
                <c:pt idx="8">
                  <c:v>인테리어    자재</c:v>
                </c:pt>
                <c:pt idx="9">
                  <c:v>차량정비/부품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564.21799999999996</c:v>
                </c:pt>
                <c:pt idx="1">
                  <c:v>486.05</c:v>
                </c:pt>
                <c:pt idx="2">
                  <c:v>58.822000000000003</c:v>
                </c:pt>
                <c:pt idx="3">
                  <c:v>24.219000000000001</c:v>
                </c:pt>
                <c:pt idx="4">
                  <c:v>6.0880000000000001</c:v>
                </c:pt>
                <c:pt idx="5">
                  <c:v>3.516</c:v>
                </c:pt>
                <c:pt idx="6">
                  <c:v>4.0650000000000004</c:v>
                </c:pt>
                <c:pt idx="7">
                  <c:v>1.855</c:v>
                </c:pt>
                <c:pt idx="8">
                  <c:v>1.5589999999999999</c:v>
                </c:pt>
                <c:pt idx="9">
                  <c:v>0.64500000000000002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골프장</c:v>
                </c:pt>
                <c:pt idx="1">
                  <c:v>주유소</c:v>
                </c:pt>
                <c:pt idx="2">
                  <c:v>한식</c:v>
                </c:pt>
                <c:pt idx="3">
                  <c:v>편의점</c:v>
                </c:pt>
                <c:pt idx="4">
                  <c:v>음료</c:v>
                </c:pt>
                <c:pt idx="5">
                  <c:v>농산물</c:v>
                </c:pt>
                <c:pt idx="6">
                  <c:v>중식</c:v>
                </c:pt>
                <c:pt idx="7">
                  <c:v>종합식품</c:v>
                </c:pt>
                <c:pt idx="8">
                  <c:v>인테리어    자재</c:v>
                </c:pt>
                <c:pt idx="9">
                  <c:v>차량정비/부품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159.74199999999999</c:v>
                </c:pt>
                <c:pt idx="1">
                  <c:v>75.475999999999999</c:v>
                </c:pt>
                <c:pt idx="2">
                  <c:v>19.239000000000001</c:v>
                </c:pt>
                <c:pt idx="3">
                  <c:v>5.0650000000000004</c:v>
                </c:pt>
                <c:pt idx="4">
                  <c:v>7.875</c:v>
                </c:pt>
                <c:pt idx="5">
                  <c:v>1.7050000000000001</c:v>
                </c:pt>
                <c:pt idx="6">
                  <c:v>0.92700000000000005</c:v>
                </c:pt>
                <c:pt idx="7">
                  <c:v>2.218</c:v>
                </c:pt>
                <c:pt idx="8">
                  <c:v>0.18</c:v>
                </c:pt>
                <c:pt idx="9">
                  <c:v>0.59099999999999997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1.4710000000000001</c:v>
                </c:pt>
                <c:pt idx="1">
                  <c:v>9.1199999999999992</c:v>
                </c:pt>
                <c:pt idx="2">
                  <c:v>4.1989999999999998</c:v>
                </c:pt>
                <c:pt idx="3">
                  <c:v>2.8450000000000002</c:v>
                </c:pt>
                <c:pt idx="4">
                  <c:v>13.215999999999999</c:v>
                </c:pt>
                <c:pt idx="5">
                  <c:v>95.462999999999994</c:v>
                </c:pt>
                <c:pt idx="6">
                  <c:v>133.17400000000001</c:v>
                </c:pt>
                <c:pt idx="7">
                  <c:v>71.225999999999999</c:v>
                </c:pt>
                <c:pt idx="8">
                  <c:v>20.734000000000002</c:v>
                </c:pt>
                <c:pt idx="9">
                  <c:v>12.128</c:v>
                </c:pt>
                <c:pt idx="10">
                  <c:v>64.744</c:v>
                </c:pt>
                <c:pt idx="11">
                  <c:v>114.869</c:v>
                </c:pt>
                <c:pt idx="12">
                  <c:v>137.03</c:v>
                </c:pt>
                <c:pt idx="13">
                  <c:v>42.5</c:v>
                </c:pt>
                <c:pt idx="14">
                  <c:v>1.1990000000000001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13.102</c:v>
                </c:pt>
                <c:pt idx="1">
                  <c:v>30.832999999999998</c:v>
                </c:pt>
                <c:pt idx="2">
                  <c:v>17.591999999999999</c:v>
                </c:pt>
                <c:pt idx="3">
                  <c:v>32.131999999999998</c:v>
                </c:pt>
                <c:pt idx="4">
                  <c:v>27.579000000000001</c:v>
                </c:pt>
                <c:pt idx="5">
                  <c:v>27.446999999999999</c:v>
                </c:pt>
                <c:pt idx="6">
                  <c:v>33.043999999999997</c:v>
                </c:pt>
                <c:pt idx="7">
                  <c:v>28.021999999999998</c:v>
                </c:pt>
                <c:pt idx="8">
                  <c:v>33.567</c:v>
                </c:pt>
                <c:pt idx="9">
                  <c:v>29.045000000000002</c:v>
                </c:pt>
                <c:pt idx="10">
                  <c:v>32.332999999999998</c:v>
                </c:pt>
                <c:pt idx="11">
                  <c:v>30.201000000000001</c:v>
                </c:pt>
                <c:pt idx="12">
                  <c:v>31.146999999999998</c:v>
                </c:pt>
                <c:pt idx="13">
                  <c:v>27.51</c:v>
                </c:pt>
                <c:pt idx="14">
                  <c:v>24.137</c:v>
                </c:pt>
                <c:pt idx="15">
                  <c:v>20.984000000000002</c:v>
                </c:pt>
                <c:pt idx="16">
                  <c:v>19.001000000000001</c:v>
                </c:pt>
                <c:pt idx="17">
                  <c:v>9.8409999999999993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1.7110000000000001</c:v>
                </c:pt>
                <c:pt idx="1">
                  <c:v>0.32</c:v>
                </c:pt>
                <c:pt idx="2">
                  <c:v>5.2999999999999999E-2</c:v>
                </c:pt>
                <c:pt idx="3">
                  <c:v>0.224</c:v>
                </c:pt>
                <c:pt idx="4">
                  <c:v>1.1319999999999999</c:v>
                </c:pt>
                <c:pt idx="5">
                  <c:v>4.5979999999999999</c:v>
                </c:pt>
                <c:pt idx="6">
                  <c:v>12.093999999999999</c:v>
                </c:pt>
                <c:pt idx="7">
                  <c:v>13.398999999999999</c:v>
                </c:pt>
                <c:pt idx="8">
                  <c:v>4.22</c:v>
                </c:pt>
                <c:pt idx="9">
                  <c:v>1.0549999999999999</c:v>
                </c:pt>
                <c:pt idx="10">
                  <c:v>3.0110000000000001</c:v>
                </c:pt>
                <c:pt idx="11">
                  <c:v>6.9710000000000001</c:v>
                </c:pt>
                <c:pt idx="12">
                  <c:v>7.96</c:v>
                </c:pt>
                <c:pt idx="13">
                  <c:v>7.8940000000000001</c:v>
                </c:pt>
                <c:pt idx="14">
                  <c:v>11.323</c:v>
                </c:pt>
                <c:pt idx="15">
                  <c:v>0.70899999999999996</c:v>
                </c:pt>
                <c:pt idx="16">
                  <c:v>0.18099999999999999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0.85499999999999998</c:v>
                </c:pt>
                <c:pt idx="1">
                  <c:v>1.694</c:v>
                </c:pt>
                <c:pt idx="2">
                  <c:v>1.1499999999999999</c:v>
                </c:pt>
                <c:pt idx="3">
                  <c:v>2.181</c:v>
                </c:pt>
                <c:pt idx="4">
                  <c:v>1.6539999999999999</c:v>
                </c:pt>
                <c:pt idx="5">
                  <c:v>1.48</c:v>
                </c:pt>
                <c:pt idx="6">
                  <c:v>4.2309999999999999</c:v>
                </c:pt>
                <c:pt idx="7">
                  <c:v>2.2810000000000001</c:v>
                </c:pt>
                <c:pt idx="8">
                  <c:v>1.226</c:v>
                </c:pt>
                <c:pt idx="9">
                  <c:v>1.462</c:v>
                </c:pt>
                <c:pt idx="10">
                  <c:v>1.089</c:v>
                </c:pt>
                <c:pt idx="11">
                  <c:v>3.2120000000000002</c:v>
                </c:pt>
                <c:pt idx="12">
                  <c:v>1.726</c:v>
                </c:pt>
                <c:pt idx="13">
                  <c:v>1.4350000000000001</c:v>
                </c:pt>
                <c:pt idx="14">
                  <c:v>1.76</c:v>
                </c:pt>
                <c:pt idx="15">
                  <c:v>0.307</c:v>
                </c:pt>
                <c:pt idx="16">
                  <c:v>0.372</c:v>
                </c:pt>
                <c:pt idx="17">
                  <c:v>0.41599999999999998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3.2000000000000001E-2</c:v>
                </c:pt>
                <c:pt idx="4">
                  <c:v>8.5999999999999993E-2</c:v>
                </c:pt>
                <c:pt idx="5">
                  <c:v>1.5349999999999999</c:v>
                </c:pt>
                <c:pt idx="6">
                  <c:v>3.335</c:v>
                </c:pt>
                <c:pt idx="7">
                  <c:v>2.173</c:v>
                </c:pt>
                <c:pt idx="8">
                  <c:v>1.3380000000000001</c:v>
                </c:pt>
                <c:pt idx="9">
                  <c:v>1.482</c:v>
                </c:pt>
                <c:pt idx="10">
                  <c:v>1.32</c:v>
                </c:pt>
                <c:pt idx="11">
                  <c:v>0.95299999999999996</c:v>
                </c:pt>
                <c:pt idx="12">
                  <c:v>1.383</c:v>
                </c:pt>
                <c:pt idx="13">
                  <c:v>0.32700000000000001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13102000</c:v>
                </c:pt>
                <c:pt idx="1">
                  <c:v>30833000</c:v>
                </c:pt>
                <c:pt idx="2">
                  <c:v>17592000</c:v>
                </c:pt>
                <c:pt idx="3">
                  <c:v>32132000</c:v>
                </c:pt>
                <c:pt idx="4">
                  <c:v>27579000</c:v>
                </c:pt>
                <c:pt idx="5">
                  <c:v>27447000</c:v>
                </c:pt>
                <c:pt idx="6">
                  <c:v>33044000</c:v>
                </c:pt>
                <c:pt idx="7">
                  <c:v>28022000</c:v>
                </c:pt>
                <c:pt idx="8">
                  <c:v>33567000</c:v>
                </c:pt>
                <c:pt idx="9">
                  <c:v>29045000</c:v>
                </c:pt>
                <c:pt idx="10">
                  <c:v>32333000</c:v>
                </c:pt>
                <c:pt idx="11">
                  <c:v>30201000</c:v>
                </c:pt>
                <c:pt idx="12">
                  <c:v>31147000</c:v>
                </c:pt>
                <c:pt idx="13">
                  <c:v>27510000</c:v>
                </c:pt>
                <c:pt idx="14">
                  <c:v>24137000</c:v>
                </c:pt>
                <c:pt idx="15">
                  <c:v>20984000</c:v>
                </c:pt>
                <c:pt idx="16">
                  <c:v>19001000</c:v>
                </c:pt>
                <c:pt idx="17">
                  <c:v>9841000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1471000</c:v>
                </c:pt>
                <c:pt idx="1">
                  <c:v>9120000</c:v>
                </c:pt>
                <c:pt idx="2">
                  <c:v>4199000</c:v>
                </c:pt>
                <c:pt idx="3">
                  <c:v>2845000</c:v>
                </c:pt>
                <c:pt idx="4">
                  <c:v>13216000</c:v>
                </c:pt>
                <c:pt idx="5">
                  <c:v>95463000</c:v>
                </c:pt>
                <c:pt idx="6">
                  <c:v>133174000</c:v>
                </c:pt>
                <c:pt idx="7">
                  <c:v>71226000</c:v>
                </c:pt>
                <c:pt idx="8">
                  <c:v>20734000</c:v>
                </c:pt>
                <c:pt idx="9">
                  <c:v>12128000</c:v>
                </c:pt>
                <c:pt idx="10">
                  <c:v>64744000</c:v>
                </c:pt>
                <c:pt idx="11">
                  <c:v>114869000</c:v>
                </c:pt>
                <c:pt idx="12">
                  <c:v>137030000</c:v>
                </c:pt>
                <c:pt idx="13">
                  <c:v>42500000</c:v>
                </c:pt>
                <c:pt idx="14">
                  <c:v>1199000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855000</c:v>
                </c:pt>
                <c:pt idx="1">
                  <c:v>1694000</c:v>
                </c:pt>
                <c:pt idx="2">
                  <c:v>1150000</c:v>
                </c:pt>
                <c:pt idx="3">
                  <c:v>2181000</c:v>
                </c:pt>
                <c:pt idx="4">
                  <c:v>1654000</c:v>
                </c:pt>
                <c:pt idx="5">
                  <c:v>1480000</c:v>
                </c:pt>
                <c:pt idx="6">
                  <c:v>4231000</c:v>
                </c:pt>
                <c:pt idx="7">
                  <c:v>2281000</c:v>
                </c:pt>
                <c:pt idx="8">
                  <c:v>1226000</c:v>
                </c:pt>
                <c:pt idx="9">
                  <c:v>1462000</c:v>
                </c:pt>
                <c:pt idx="10">
                  <c:v>1089000</c:v>
                </c:pt>
                <c:pt idx="11">
                  <c:v>3212000</c:v>
                </c:pt>
                <c:pt idx="12">
                  <c:v>1726000</c:v>
                </c:pt>
                <c:pt idx="13">
                  <c:v>1435000</c:v>
                </c:pt>
                <c:pt idx="14">
                  <c:v>1760000</c:v>
                </c:pt>
                <c:pt idx="15">
                  <c:v>307000</c:v>
                </c:pt>
                <c:pt idx="16">
                  <c:v>372000</c:v>
                </c:pt>
                <c:pt idx="17">
                  <c:v>416000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1711000</c:v>
                </c:pt>
                <c:pt idx="1">
                  <c:v>320000</c:v>
                </c:pt>
                <c:pt idx="2">
                  <c:v>53000</c:v>
                </c:pt>
                <c:pt idx="3">
                  <c:v>224000</c:v>
                </c:pt>
                <c:pt idx="4">
                  <c:v>1132000</c:v>
                </c:pt>
                <c:pt idx="5">
                  <c:v>4598000</c:v>
                </c:pt>
                <c:pt idx="6">
                  <c:v>12094000</c:v>
                </c:pt>
                <c:pt idx="7">
                  <c:v>13399000</c:v>
                </c:pt>
                <c:pt idx="8">
                  <c:v>4220000</c:v>
                </c:pt>
                <c:pt idx="9">
                  <c:v>1055000</c:v>
                </c:pt>
                <c:pt idx="10">
                  <c:v>3011000</c:v>
                </c:pt>
                <c:pt idx="11">
                  <c:v>6971000</c:v>
                </c:pt>
                <c:pt idx="12">
                  <c:v>7960000</c:v>
                </c:pt>
                <c:pt idx="13">
                  <c:v>7894000</c:v>
                </c:pt>
                <c:pt idx="14">
                  <c:v>11323000</c:v>
                </c:pt>
                <c:pt idx="15">
                  <c:v>709000</c:v>
                </c:pt>
                <c:pt idx="16">
                  <c:v>181000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32000</c:v>
                </c:pt>
                <c:pt idx="4">
                  <c:v>86000</c:v>
                </c:pt>
                <c:pt idx="5">
                  <c:v>1535000</c:v>
                </c:pt>
                <c:pt idx="6">
                  <c:v>3335000</c:v>
                </c:pt>
                <c:pt idx="7">
                  <c:v>2173000</c:v>
                </c:pt>
                <c:pt idx="8">
                  <c:v>1338000</c:v>
                </c:pt>
                <c:pt idx="9">
                  <c:v>1482000</c:v>
                </c:pt>
                <c:pt idx="10">
                  <c:v>1320000</c:v>
                </c:pt>
                <c:pt idx="11">
                  <c:v>953000</c:v>
                </c:pt>
                <c:pt idx="12">
                  <c:v>1383000</c:v>
                </c:pt>
                <c:pt idx="13">
                  <c:v>327000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골프장</c:v>
                </c:pt>
                <c:pt idx="1">
                  <c:v>주유소</c:v>
                </c:pt>
                <c:pt idx="2">
                  <c:v>한식</c:v>
                </c:pt>
                <c:pt idx="3">
                  <c:v>편의점</c:v>
                </c:pt>
                <c:pt idx="4">
                  <c:v>음료</c:v>
                </c:pt>
                <c:pt idx="5">
                  <c:v>농산물</c:v>
                </c:pt>
                <c:pt idx="6">
                  <c:v>중식</c:v>
                </c:pt>
                <c:pt idx="7">
                  <c:v>종합식품</c:v>
                </c:pt>
                <c:pt idx="8">
                  <c:v>인테리어    자재</c:v>
                </c:pt>
                <c:pt idx="9">
                  <c:v>차량정비/부품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13.342000000000001</c:v>
                </c:pt>
                <c:pt idx="1">
                  <c:v>142.24799999999999</c:v>
                </c:pt>
                <c:pt idx="2">
                  <c:v>11.897</c:v>
                </c:pt>
                <c:pt idx="3">
                  <c:v>11.949</c:v>
                </c:pt>
                <c:pt idx="4">
                  <c:v>3.1789999999999998</c:v>
                </c:pt>
                <c:pt idx="5">
                  <c:v>2.6480000000000001</c:v>
                </c:pt>
                <c:pt idx="6">
                  <c:v>3.464</c:v>
                </c:pt>
                <c:pt idx="7">
                  <c:v>1.5820000000000001</c:v>
                </c:pt>
                <c:pt idx="8">
                  <c:v>1.43</c:v>
                </c:pt>
                <c:pt idx="9">
                  <c:v>0.64500000000000002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골프장</c:v>
                </c:pt>
                <c:pt idx="1">
                  <c:v>주유소</c:v>
                </c:pt>
                <c:pt idx="2">
                  <c:v>한식</c:v>
                </c:pt>
                <c:pt idx="3">
                  <c:v>편의점</c:v>
                </c:pt>
                <c:pt idx="4">
                  <c:v>음료</c:v>
                </c:pt>
                <c:pt idx="5">
                  <c:v>농산물</c:v>
                </c:pt>
                <c:pt idx="6">
                  <c:v>중식</c:v>
                </c:pt>
                <c:pt idx="7">
                  <c:v>종합식품</c:v>
                </c:pt>
                <c:pt idx="8">
                  <c:v>인테리어    자재</c:v>
                </c:pt>
                <c:pt idx="9">
                  <c:v>차량정비/부품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685.58699999999999</c:v>
                </c:pt>
                <c:pt idx="1">
                  <c:v>251.22800000000001</c:v>
                </c:pt>
                <c:pt idx="2">
                  <c:v>61.134</c:v>
                </c:pt>
                <c:pt idx="3">
                  <c:v>15.132999999999999</c:v>
                </c:pt>
                <c:pt idx="4">
                  <c:v>9.8010000000000002</c:v>
                </c:pt>
                <c:pt idx="5">
                  <c:v>2.323</c:v>
                </c:pt>
                <c:pt idx="6">
                  <c:v>1.2529999999999999</c:v>
                </c:pt>
                <c:pt idx="7">
                  <c:v>2.395</c:v>
                </c:pt>
                <c:pt idx="8">
                  <c:v>0.246</c:v>
                </c:pt>
                <c:pt idx="9">
                  <c:v>0.59099999999999997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골프장</c:v>
                </c:pt>
                <c:pt idx="1">
                  <c:v>주유소</c:v>
                </c:pt>
                <c:pt idx="2">
                  <c:v>한식</c:v>
                </c:pt>
                <c:pt idx="3">
                  <c:v>편의점</c:v>
                </c:pt>
                <c:pt idx="4">
                  <c:v>음료</c:v>
                </c:pt>
                <c:pt idx="5">
                  <c:v>농산물</c:v>
                </c:pt>
                <c:pt idx="6">
                  <c:v>중식</c:v>
                </c:pt>
                <c:pt idx="7">
                  <c:v>종합식품</c:v>
                </c:pt>
                <c:pt idx="8">
                  <c:v>인테리어    자재</c:v>
                </c:pt>
                <c:pt idx="9">
                  <c:v>차량정비/부품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25.033999999999999</c:v>
                </c:pt>
                <c:pt idx="1">
                  <c:v>168.048</c:v>
                </c:pt>
                <c:pt idx="2">
                  <c:v>5.0309999999999997</c:v>
                </c:pt>
                <c:pt idx="3">
                  <c:v>2.2000000000000002</c:v>
                </c:pt>
                <c:pt idx="4">
                  <c:v>0.98299999999999998</c:v>
                </c:pt>
                <c:pt idx="5">
                  <c:v>0.25</c:v>
                </c:pt>
                <c:pt idx="6">
                  <c:v>0.27700000000000002</c:v>
                </c:pt>
                <c:pt idx="7">
                  <c:v>9.6000000000000002E-2</c:v>
                </c:pt>
                <c:pt idx="8">
                  <c:v>6.3E-2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6F7-40D7-9652-492A7FD3F85B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6F7-40D7-9652-492A7FD3F85B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6F7-40D7-9652-492A7FD3F85B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6F7-40D7-9652-492A7FD3F85B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6F7-40D7-9652-492A7FD3F85B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E6F7-40D7-9652-492A7FD3F85B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E6F7-40D7-9652-492A7FD3F85B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E6F7-40D7-9652-492A7FD3F85B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E6F7-40D7-9652-492A7FD3F85B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E6F7-40D7-9652-492A7FD3F85B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E6F7-40D7-9652-492A7FD3F85B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E6F7-40D7-9652-492A7FD3F85B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E6F7-40D7-9652-492A7FD3F85B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E6F7-40D7-9652-492A7FD3F85B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E6F7-40D7-9652-492A7FD3F85B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E6F7-40D7-9652-492A7FD3F85B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E6F7-40D7-9652-492A7FD3F85B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E6F7-40D7-9652-492A7FD3F85B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298.24</c:v>
                </c:pt>
                <c:pt idx="1">
                  <c:v>312.39</c:v>
                </c:pt>
                <c:pt idx="2">
                  <c:v>352.77</c:v>
                </c:pt>
                <c:pt idx="3">
                  <c:v>249.05</c:v>
                </c:pt>
                <c:pt idx="4">
                  <c:v>269.2</c:v>
                </c:pt>
                <c:pt idx="5">
                  <c:v>246.97</c:v>
                </c:pt>
                <c:pt idx="6">
                  <c:v>250.03</c:v>
                </c:pt>
                <c:pt idx="7">
                  <c:v>257.94</c:v>
                </c:pt>
                <c:pt idx="8">
                  <c:v>303.36</c:v>
                </c:pt>
                <c:pt idx="9">
                  <c:v>286.95</c:v>
                </c:pt>
                <c:pt idx="10">
                  <c:v>305.99</c:v>
                </c:pt>
                <c:pt idx="11">
                  <c:v>270.08999999999997</c:v>
                </c:pt>
                <c:pt idx="12">
                  <c:v>251.1</c:v>
                </c:pt>
                <c:pt idx="13">
                  <c:v>287.39999999999998</c:v>
                </c:pt>
                <c:pt idx="14">
                  <c:v>278.75</c:v>
                </c:pt>
                <c:pt idx="15">
                  <c:v>292.14</c:v>
                </c:pt>
                <c:pt idx="16">
                  <c:v>259.81</c:v>
                </c:pt>
                <c:pt idx="17">
                  <c:v>214.15</c:v>
                </c:pt>
                <c:pt idx="18">
                  <c:v>210.21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E6F7-40D7-9652-492A7FD3F85B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E6F7-40D7-9652-492A7FD3F85B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E6F7-40D7-9652-492A7FD3F85B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E6F7-40D7-9652-492A7FD3F85B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E6F7-40D7-9652-492A7FD3F85B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E6F7-40D7-9652-492A7FD3F85B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E6F7-40D7-9652-492A7FD3F85B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E6F7-40D7-9652-492A7FD3F85B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E6F7-40D7-9652-492A7FD3F85B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E6F7-40D7-9652-492A7FD3F85B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E6F7-40D7-9652-492A7FD3F85B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E6F7-40D7-9652-492A7FD3F85B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E6F7-40D7-9652-492A7FD3F85B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E6F7-40D7-9652-492A7FD3F85B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E6F7-40D7-9652-492A7FD3F85B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E6F7-40D7-9652-492A7FD3F85B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E6F7-40D7-9652-492A7FD3F85B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E6F7-40D7-9652-492A7FD3F85B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2610</c:v>
                </c:pt>
                <c:pt idx="1">
                  <c:v>2728</c:v>
                </c:pt>
                <c:pt idx="2">
                  <c:v>2483</c:v>
                </c:pt>
                <c:pt idx="3">
                  <c:v>2098</c:v>
                </c:pt>
                <c:pt idx="4">
                  <c:v>2195</c:v>
                </c:pt>
                <c:pt idx="5">
                  <c:v>2265</c:v>
                </c:pt>
                <c:pt idx="6">
                  <c:v>2354</c:v>
                </c:pt>
                <c:pt idx="7">
                  <c:v>2690</c:v>
                </c:pt>
                <c:pt idx="8">
                  <c:v>2819</c:v>
                </c:pt>
                <c:pt idx="9">
                  <c:v>2739</c:v>
                </c:pt>
                <c:pt idx="10">
                  <c:v>2770</c:v>
                </c:pt>
                <c:pt idx="11">
                  <c:v>2527</c:v>
                </c:pt>
                <c:pt idx="12">
                  <c:v>2296</c:v>
                </c:pt>
                <c:pt idx="13">
                  <c:v>2460</c:v>
                </c:pt>
                <c:pt idx="14">
                  <c:v>2546</c:v>
                </c:pt>
                <c:pt idx="15">
                  <c:v>2520</c:v>
                </c:pt>
                <c:pt idx="16">
                  <c:v>2589</c:v>
                </c:pt>
                <c:pt idx="17">
                  <c:v>2212</c:v>
                </c:pt>
                <c:pt idx="18">
                  <c:v>1967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골프장</cx:pt>
          <cx:pt idx="1">주유소</cx:pt>
          <cx:pt idx="2">한식</cx:pt>
          <cx:pt idx="3">편의점</cx:pt>
          <cx:pt idx="4">음료</cx:pt>
          <cx:pt idx="5">농산물</cx:pt>
          <cx:pt idx="6">중식</cx:pt>
          <cx:pt idx="7">종합식품</cx:pt>
          <cx:pt idx="8">인테리어    자재</cx:pt>
          <cx:pt idx="9">차량정비/부품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719.70000000000005</cx:pt>
          <cx:pt idx="1">558</cx:pt>
          <cx:pt idx="2">76.700000000000003</cx:pt>
          <cx:pt idx="3">28.300000000000001</cx:pt>
          <cx:pt idx="4">13.9</cx:pt>
          <cx:pt idx="5">5.2000000000000002</cx:pt>
          <cx:pt idx="6">5</cx:pt>
          <cx:pt idx="7">4.0999999999999996</cx:pt>
          <cx:pt idx="8">1.6000000000000001</cx:pt>
          <cx:pt idx="9">1.2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골프장</cx:pt>
          <cx:pt idx="1">주유소</cx:pt>
          <cx:pt idx="2">한식</cx:pt>
          <cx:pt idx="3">편의점</cx:pt>
          <cx:pt idx="4">인테리어    자재</cx:pt>
          <cx:pt idx="5">음료</cx:pt>
          <cx:pt idx="6">중식</cx:pt>
          <cx:pt idx="7">농산물</cx:pt>
          <cx:pt idx="8">가공식품</cx:pt>
          <cx:pt idx="9">종합식품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4.2000000000000002</cx:pt>
          <cx:pt idx="1">3.5</cx:pt>
          <cx:pt idx="2">1.3999999999999999</cx:pt>
          <cx:pt idx="3">1</cx:pt>
          <cx:pt idx="4">0.10000000000000001</cx:pt>
          <cx:pt idx="5">0</cx:pt>
          <cx:pt idx="6">0</cx:pt>
          <cx:pt idx="7">0</cx:pt>
          <cx:pt idx="8">0</cx:pt>
          <cx:pt idx="9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모가면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모가면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1,424백만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50.8%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골프장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35.5%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22.4%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4.4%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1,424백만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27.7%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모가면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모가면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모가면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1,424백만원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(13,545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22.4%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105,156원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없음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골프장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50.8%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10월25일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72.3%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골프장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723,961,000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(3,405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561,525,000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(3,980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골프장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212,617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(3,405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골프장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(49.0%)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(42.2%)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(5.1%)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골프장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(58.5%)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(27.6%)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(7.0%)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35.5%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(1.5%)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(9.4%)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419백만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(29.4%)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506백만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(35.5%)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294백만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(20.7%)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50백만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(3.5%)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골프장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골프장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주유소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골프장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주유소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골프장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56,188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120,718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127,514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193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(3,426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(1,584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1,030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(8,531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골프장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골프장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(41.0%)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(34.1%)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(13.6%)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105,651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65,146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13,384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158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골프장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(50.9%)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(39.5%)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(5.4%)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1,414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414288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40470879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282,664,143원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2,390건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118,248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284,866,400원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2,709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105,156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256,220,571원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2,370건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108,110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sp>
        <p:nvSpPr>
          <p:cNvPr id="4" name="SL_G1_MAP">
            <a:extLst>
              <a:ext uri="{FF2B5EF4-FFF2-40B4-BE49-F238E27FC236}">
                <a16:creationId xmlns:a16="http://schemas.microsoft.com/office/drawing/2014/main" id="{7E915718-9648-7698-E72F-F0C9D5D0C2B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291개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4" name="SL_G6_MAP">
            <a:extLst>
              <a:ext uri="{FF2B5EF4-FFF2-40B4-BE49-F238E27FC236}">
                <a16:creationId xmlns:a16="http://schemas.microsoft.com/office/drawing/2014/main" id="{F76B16E8-4246-2232-1647-6CF896189311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4" name="SL_G8_MAP">
            <a:extLst>
              <a:ext uri="{FF2B5EF4-FFF2-40B4-BE49-F238E27FC236}">
                <a16:creationId xmlns:a16="http://schemas.microsoft.com/office/drawing/2014/main" id="{928488D2-9256-DE19-5411-B745B265A60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4" name="SL_G2_MAP">
            <a:extLst>
              <a:ext uri="{FF2B5EF4-FFF2-40B4-BE49-F238E27FC236}">
                <a16:creationId xmlns:a16="http://schemas.microsoft.com/office/drawing/2014/main" id="{AB702CF3-504E-A9C4-8090-98D5CD31AAB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870개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4" name="SL_G3_MAP">
            <a:extLst>
              <a:ext uri="{FF2B5EF4-FFF2-40B4-BE49-F238E27FC236}">
                <a16:creationId xmlns:a16="http://schemas.microsoft.com/office/drawing/2014/main" id="{5E94535E-C925-6B6C-CE2A-2C66A89AF9D2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4" name="SL_G7_MAP">
            <a:extLst>
              <a:ext uri="{FF2B5EF4-FFF2-40B4-BE49-F238E27FC236}">
                <a16:creationId xmlns:a16="http://schemas.microsoft.com/office/drawing/2014/main" id="{5E1AC7BF-5EA5-56AA-8EFA-4E7EF12B7B68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4" name="SL_G4_MAP">
            <a:extLst>
              <a:ext uri="{FF2B5EF4-FFF2-40B4-BE49-F238E27FC236}">
                <a16:creationId xmlns:a16="http://schemas.microsoft.com/office/drawing/2014/main" id="{D50688A8-AEE7-18D8-5F7E-3DB68178E927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데이터 없음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4" name="SL_G5_MAP">
            <a:extLst>
              <a:ext uri="{FF2B5EF4-FFF2-40B4-BE49-F238E27FC236}">
                <a16:creationId xmlns:a16="http://schemas.microsoft.com/office/drawing/2014/main" id="{9D8EDA86-3F0A-24F3-DC19-D9D97B27EBD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 (0대)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데이터 없음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없음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2244</Words>
  <Application>Microsoft Office PowerPoint</Application>
  <PresentationFormat>와이드스크린</PresentationFormat>
  <Paragraphs>607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</vt:lpstr>
      <vt:lpstr>Arial</vt:lpstr>
      <vt:lpstr>Pretendard</vt:lpstr>
      <vt:lpstr>Calibri Light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2025-11-07T09:05:26Z</dcterms:modified>
</cp:coreProperties>
</file>