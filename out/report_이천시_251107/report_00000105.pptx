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7.0000000000000001E-3</c:v>
                </c:pt>
                <c:pt idx="1">
                  <c:v>6.2199999999999998E-2</c:v>
                </c:pt>
                <c:pt idx="2">
                  <c:v>0.13300000000000001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788.57</c:v>
                </c:pt>
                <c:pt idx="2">
                  <c:v>113.83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56-46A5-8DEA-A33B400FFE5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1.2999999999999999E-3</c:v>
                </c:pt>
                <c:pt idx="1">
                  <c:v>5.1999999999999998E-2</c:v>
                </c:pt>
                <c:pt idx="2">
                  <c:v>2.1100000000000001E-2</c:v>
                </c:pt>
                <c:pt idx="3">
                  <c:v>2.9000000000000001E-2</c:v>
                </c:pt>
                <c:pt idx="4">
                  <c:v>2.6200000000000001E-2</c:v>
                </c:pt>
                <c:pt idx="5">
                  <c:v>3.3999999999999998E-3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9.1999999999999993</c:v>
                </c:pt>
                <c:pt idx="1">
                  <c:v>12.2</c:v>
                </c:pt>
                <c:pt idx="2">
                  <c:v>20</c:v>
                </c:pt>
                <c:pt idx="3">
                  <c:v>24.2</c:v>
                </c:pt>
                <c:pt idx="4">
                  <c:v>25</c:v>
                </c:pt>
                <c:pt idx="5">
                  <c:v>26.2</c:v>
                </c:pt>
                <c:pt idx="6">
                  <c:v>27</c:v>
                </c:pt>
                <c:pt idx="7">
                  <c:v>28.4</c:v>
                </c:pt>
                <c:pt idx="8">
                  <c:v>27.2</c:v>
                </c:pt>
                <c:pt idx="9">
                  <c:v>22.4</c:v>
                </c:pt>
                <c:pt idx="10">
                  <c:v>17.399999999999999</c:v>
                </c:pt>
                <c:pt idx="11">
                  <c:v>9.1999999999999993</c:v>
                </c:pt>
                <c:pt idx="12">
                  <c:v>5.4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1.6</c:v>
                </c:pt>
                <c:pt idx="16">
                  <c:v>1.2</c:v>
                </c:pt>
                <c:pt idx="17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3.1800000000000002E-2</c:v>
                </c:pt>
                <c:pt idx="1">
                  <c:v>2.98E-2</c:v>
                </c:pt>
                <c:pt idx="2">
                  <c:v>2.93E-2</c:v>
                </c:pt>
                <c:pt idx="3">
                  <c:v>2.4799999999999999E-2</c:v>
                </c:pt>
                <c:pt idx="4">
                  <c:v>1.7299999999999999E-2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B8630C9-D5C7-47A2-9C80-33CEE4DF5CA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5346726-7552-438F-9C14-6687CFB28B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8.9200000000000002E-2</c:v>
                </c:pt>
                <c:pt idx="1">
                  <c:v>4.3799999999999999E-2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78D8D08-19A1-4D3D-BBEF-3965A8CE089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277C161-C26C-442D-9F1C-5E983DD6C17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0.1273</c:v>
                </c:pt>
                <c:pt idx="1">
                  <c:v>5.5999999999999999E-3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A630E33-98CB-4542-970D-3E6491264F8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A6D21B3-66B0-44C8-9F95-7EBBB496EB7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9504D06-FE9F-4D49-A3B2-8D97B5E38D8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1.29E-2</c:v>
                </c:pt>
                <c:pt idx="1">
                  <c:v>4.2099999999999999E-2</c:v>
                </c:pt>
                <c:pt idx="2">
                  <c:v>7.8E-2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892</c:v>
                </c:pt>
                <c:pt idx="1">
                  <c:v>438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AD-4188-8545-5E212BEE375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520</c:v>
                </c:pt>
                <c:pt idx="2">
                  <c:v>211</c:v>
                </c:pt>
                <c:pt idx="3">
                  <c:v>290</c:v>
                </c:pt>
                <c:pt idx="4">
                  <c:v>262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3.1800000000000002E-2</c:v>
                </c:pt>
                <c:pt idx="1">
                  <c:v>2.98E-2</c:v>
                </c:pt>
                <c:pt idx="2">
                  <c:v>2.93E-2</c:v>
                </c:pt>
                <c:pt idx="3">
                  <c:v>2.4799999999999999E-2</c:v>
                </c:pt>
                <c:pt idx="4">
                  <c:v>1.7299999999999999E-2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1.0333333333333334E-3</c:v>
                </c:pt>
                <c:pt idx="1">
                  <c:v>1.4666666666666667E-3</c:v>
                </c:pt>
                <c:pt idx="2">
                  <c:v>2.4666666666666665E-3</c:v>
                </c:pt>
                <c:pt idx="3">
                  <c:v>2.8999999999999998E-3</c:v>
                </c:pt>
                <c:pt idx="4">
                  <c:v>2.8E-3</c:v>
                </c:pt>
                <c:pt idx="5">
                  <c:v>2.8666666666666667E-3</c:v>
                </c:pt>
                <c:pt idx="6">
                  <c:v>3.2000000000000002E-3</c:v>
                </c:pt>
                <c:pt idx="7">
                  <c:v>3.2000000000000002E-3</c:v>
                </c:pt>
                <c:pt idx="8">
                  <c:v>3.0666666666666668E-3</c:v>
                </c:pt>
                <c:pt idx="9">
                  <c:v>2.4666666666666665E-3</c:v>
                </c:pt>
                <c:pt idx="10">
                  <c:v>1.9E-3</c:v>
                </c:pt>
                <c:pt idx="11">
                  <c:v>1.0666666666666667E-3</c:v>
                </c:pt>
                <c:pt idx="12">
                  <c:v>8.3333333333333328E-4</c:v>
                </c:pt>
                <c:pt idx="13">
                  <c:v>1.3333333333333334E-4</c:v>
                </c:pt>
                <c:pt idx="14">
                  <c:v>1.3333333333333334E-4</c:v>
                </c:pt>
                <c:pt idx="15">
                  <c:v>1.3333333333333334E-4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7.5000000000000002E-4</c:v>
                </c:pt>
                <c:pt idx="1">
                  <c:v>8.4999999999999995E-4</c:v>
                </c:pt>
                <c:pt idx="2">
                  <c:v>1.2999999999999999E-3</c:v>
                </c:pt>
                <c:pt idx="3">
                  <c:v>1.6999999999999999E-3</c:v>
                </c:pt>
                <c:pt idx="4">
                  <c:v>2.0500000000000002E-3</c:v>
                </c:pt>
                <c:pt idx="5">
                  <c:v>2.2499999999999998E-3</c:v>
                </c:pt>
                <c:pt idx="6">
                  <c:v>1.9499999999999999E-3</c:v>
                </c:pt>
                <c:pt idx="7">
                  <c:v>2.3E-3</c:v>
                </c:pt>
                <c:pt idx="8">
                  <c:v>2.2000000000000001E-3</c:v>
                </c:pt>
                <c:pt idx="9">
                  <c:v>1.9E-3</c:v>
                </c:pt>
                <c:pt idx="10">
                  <c:v>1.5E-3</c:v>
                </c:pt>
                <c:pt idx="11">
                  <c:v>6.9999999999999999E-4</c:v>
                </c:pt>
                <c:pt idx="12">
                  <c:v>1E-4</c:v>
                </c:pt>
                <c:pt idx="13">
                  <c:v>3.5E-4</c:v>
                </c:pt>
                <c:pt idx="14">
                  <c:v>3.5E-4</c:v>
                </c:pt>
                <c:pt idx="15">
                  <c:v>2.0000000000000001E-4</c:v>
                </c:pt>
                <c:pt idx="16">
                  <c:v>2.9999999999999997E-4</c:v>
                </c:pt>
                <c:pt idx="17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1.2899999999999999E-3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4.2100000000000002E-3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7.7999999999999996E-3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5.5999999999999995E-4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1.273E-2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342</c:v>
                </c:pt>
                <c:pt idx="1">
                  <c:v>218</c:v>
                </c:pt>
                <c:pt idx="2">
                  <c:v>311</c:v>
                </c:pt>
                <c:pt idx="3">
                  <c:v>193</c:v>
                </c:pt>
                <c:pt idx="4">
                  <c:v>178</c:v>
                </c:pt>
                <c:pt idx="5">
                  <c:v>212</c:v>
                </c:pt>
                <c:pt idx="6">
                  <c:v>382</c:v>
                </c:pt>
                <c:pt idx="7">
                  <c:v>318</c:v>
                </c:pt>
                <c:pt idx="8">
                  <c:v>298</c:v>
                </c:pt>
                <c:pt idx="9">
                  <c:v>293</c:v>
                </c:pt>
                <c:pt idx="10">
                  <c:v>248</c:v>
                </c:pt>
                <c:pt idx="11">
                  <c:v>173</c:v>
                </c:pt>
                <c:pt idx="12">
                  <c:v>206</c:v>
                </c:pt>
                <c:pt idx="13">
                  <c:v>237</c:v>
                </c:pt>
                <c:pt idx="14">
                  <c:v>261</c:v>
                </c:pt>
                <c:pt idx="15">
                  <c:v>296</c:v>
                </c:pt>
                <c:pt idx="16">
                  <c:v>325</c:v>
                </c:pt>
                <c:pt idx="17">
                  <c:v>109</c:v>
                </c:pt>
                <c:pt idx="18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19A3251-07BB-40FE-BCBA-A6E306DE025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  <c:pt idx="10">
                  <c:v>항목 11</c:v>
                </c:pt>
                <c:pt idx="11">
                  <c:v>항목 12</c:v>
                </c:pt>
                <c:pt idx="12">
                  <c:v>항목 13</c:v>
                </c:pt>
                <c:pt idx="13">
                  <c:v>항목 14</c:v>
                </c:pt>
                <c:pt idx="14">
                  <c:v>항목 15</c:v>
                </c:pt>
                <c:pt idx="15">
                  <c:v>항목 16</c:v>
                </c:pt>
                <c:pt idx="16">
                  <c:v>항목 17</c:v>
                </c:pt>
                <c:pt idx="17">
                  <c:v>항목 18</c:v>
                </c:pt>
                <c:pt idx="18">
                  <c:v>항목 19</c:v>
                </c:pt>
                <c:pt idx="19">
                  <c:v>항목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  <c:pt idx="10">
                  <c:v>5.0599999999999996</c:v>
                </c:pt>
                <c:pt idx="11">
                  <c:v>5.22</c:v>
                </c:pt>
                <c:pt idx="12">
                  <c:v>5.38</c:v>
                </c:pt>
                <c:pt idx="13">
                  <c:v>5.54</c:v>
                </c:pt>
                <c:pt idx="14">
                  <c:v>5.7</c:v>
                </c:pt>
                <c:pt idx="15">
                  <c:v>5.86</c:v>
                </c:pt>
                <c:pt idx="16">
                  <c:v>6.02</c:v>
                </c:pt>
                <c:pt idx="17">
                  <c:v>6.18</c:v>
                </c:pt>
                <c:pt idx="18">
                  <c:v>6.34</c:v>
                </c:pt>
                <c:pt idx="19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소비건수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  <c:pt idx="7">
                  <c:v>8.5</c:v>
                </c:pt>
                <c:pt idx="8">
                  <c:v>9.5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61-4962-96E7-33F2B5ABC656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61-4962-96E7-33F2B5ABC656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61-4962-96E7-33F2B5ABC656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61-4962-96E7-33F2B5ABC656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61-4962-96E7-33F2B5ABC656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D61-4962-96E7-33F2B5ABC656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D61-4962-96E7-33F2B5ABC656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D61-4962-96E7-33F2B5ABC656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D61-4962-96E7-33F2B5ABC656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D61-4962-96E7-33F2B5ABC656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D61-4962-96E7-33F2B5ABC656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DD61-4962-96E7-33F2B5ABC656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DD61-4962-96E7-33F2B5ABC656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DD61-4962-96E7-33F2B5ABC656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DD61-4962-96E7-33F2B5ABC656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DD61-4962-96E7-33F2B5ABC656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DD61-4962-96E7-33F2B5ABC656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DD61-4962-96E7-33F2B5ABC656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DD61-4962-96E7-33F2B5ABC656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DD61-4962-96E7-33F2B5ABC656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DD61-4962-96E7-33F2B5ABC656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DD61-4962-96E7-33F2B5ABC656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DD61-4962-96E7-33F2B5ABC656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DD61-4962-96E7-33F2B5ABC656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DD61-4962-96E7-33F2B5ABC656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DD61-4962-96E7-33F2B5ABC656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DD61-4962-96E7-33F2B5ABC656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DD61-4962-96E7-33F2B5ABC656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DD61-4962-96E7-33F2B5ABC656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DD61-4962-96E7-33F2B5ABC656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DD61-4962-96E7-33F2B5ABC656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DD61-4962-96E7-33F2B5ABC656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DD61-4962-96E7-33F2B5ABC656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DD61-4962-96E7-33F2B5ABC656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DD61-4962-96E7-33F2B5ABC656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DD61-4962-96E7-33F2B5ABC656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민주화운동 기념공원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민주화운동 기념공원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1,330명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113.8%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22일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(318명)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788.6%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1,330명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1800.0%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민주화운동 기념공원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민주화운동 기념공원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1,330명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113.8%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22일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(318명)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34.1%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22일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266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303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68.3%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211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129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91.6%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1,273명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1,836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262명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1,583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민주화운동 기념공원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sp>
        <p:nvSpPr>
          <p:cNvPr id="2" name="SL15_heatmap">
            <a:extLst>
              <a:ext uri="{FF2B5EF4-FFF2-40B4-BE49-F238E27FC236}">
                <a16:creationId xmlns:a16="http://schemas.microsoft.com/office/drawing/2014/main" id="{2A403ACE-2BEB-8F41-2E80-977A58506AEA}"/>
              </a:ext>
            </a:extLst>
          </p:cNvPr>
          <p:cNvSpPr/>
          <p:nvPr/>
        </p:nvSpPr>
        <p:spPr>
          <a:xfrm>
            <a:off x="5287681" y="1505665"/>
            <a:ext cx="6314811" cy="4848963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99886468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66579065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0.02256개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0.02256개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0.13534개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0.01128개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0.01128개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7979</TotalTime>
  <Words>2253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Calibri Light</vt:lpstr>
      <vt:lpstr>Pretendard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2025-11-07T09:10:35Z</dcterms:modified>
</cp:coreProperties>
</file>