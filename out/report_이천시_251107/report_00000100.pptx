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374.74400000000003</c:v>
                </c:pt>
                <c:pt idx="1">
                  <c:v>420.322</c:v>
                </c:pt>
                <c:pt idx="2">
                  <c:v>601.726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12.16</c:v>
                </c:pt>
                <c:pt idx="2">
                  <c:v>43.16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631C220-D317-4B62-9096-183AB0F7832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C31EC87-109F-4E7D-B8CE-9106EC47CBD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381.91500000000002</c:v>
                </c:pt>
                <c:pt idx="1">
                  <c:v>219.804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50대</c:v>
                </c:pt>
                <c:pt idx="1">
                  <c:v>40대</c:v>
                </c:pt>
                <c:pt idx="2">
                  <c:v>30대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174.21600000000001</c:v>
                </c:pt>
                <c:pt idx="1">
                  <c:v>168.96600000000001</c:v>
                </c:pt>
                <c:pt idx="2">
                  <c:v>104.63800000000001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369.81099999999998</c:v>
                </c:pt>
                <c:pt idx="1">
                  <c:v>195.86</c:v>
                </c:pt>
                <c:pt idx="2">
                  <c:v>36.055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마트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농산물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205.77500000000001</c:v>
                </c:pt>
                <c:pt idx="1">
                  <c:v>131.887</c:v>
                </c:pt>
                <c:pt idx="2">
                  <c:v>74.33</c:v>
                </c:pt>
                <c:pt idx="3">
                  <c:v>69.052000000000007</c:v>
                </c:pt>
                <c:pt idx="4">
                  <c:v>38.167000000000002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145.82</c:v>
                </c:pt>
                <c:pt idx="1">
                  <c:v>118.044</c:v>
                </c:pt>
                <c:pt idx="2">
                  <c:v>106.914</c:v>
                </c:pt>
                <c:pt idx="3">
                  <c:v>115.873</c:v>
                </c:pt>
                <c:pt idx="4">
                  <c:v>115.075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마트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농산물</c:v>
                </c:pt>
                <c:pt idx="5">
                  <c:v>차량정비/부품</c:v>
                </c:pt>
                <c:pt idx="6">
                  <c:v>축산물</c:v>
                </c:pt>
                <c:pt idx="7">
                  <c:v>음료</c:v>
                </c:pt>
                <c:pt idx="8">
                  <c:v>인테리어    자재</c:v>
                </c:pt>
                <c:pt idx="9">
                  <c:v>중식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205.77500000000001</c:v>
                </c:pt>
                <c:pt idx="1">
                  <c:v>131.887</c:v>
                </c:pt>
                <c:pt idx="2">
                  <c:v>74.33</c:v>
                </c:pt>
                <c:pt idx="3">
                  <c:v>69.052000000000007</c:v>
                </c:pt>
                <c:pt idx="4">
                  <c:v>38.167000000000002</c:v>
                </c:pt>
                <c:pt idx="5">
                  <c:v>27.181000000000001</c:v>
                </c:pt>
                <c:pt idx="6">
                  <c:v>22.670999999999999</c:v>
                </c:pt>
                <c:pt idx="7">
                  <c:v>10.541</c:v>
                </c:pt>
                <c:pt idx="8">
                  <c:v>7.5490000000000004</c:v>
                </c:pt>
                <c:pt idx="9">
                  <c:v>6.6820000000000004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마트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농산물</c:v>
                </c:pt>
                <c:pt idx="5">
                  <c:v>차량정비/부품</c:v>
                </c:pt>
                <c:pt idx="6">
                  <c:v>축산물</c:v>
                </c:pt>
                <c:pt idx="7">
                  <c:v>음료</c:v>
                </c:pt>
                <c:pt idx="8">
                  <c:v>인테리어    자재</c:v>
                </c:pt>
                <c:pt idx="9">
                  <c:v>중식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7075</c:v>
                </c:pt>
                <c:pt idx="1">
                  <c:v>1956</c:v>
                </c:pt>
                <c:pt idx="2">
                  <c:v>1726</c:v>
                </c:pt>
                <c:pt idx="3">
                  <c:v>7368</c:v>
                </c:pt>
                <c:pt idx="4">
                  <c:v>395</c:v>
                </c:pt>
                <c:pt idx="5">
                  <c:v>91</c:v>
                </c:pt>
                <c:pt idx="6">
                  <c:v>176</c:v>
                </c:pt>
                <c:pt idx="7">
                  <c:v>873</c:v>
                </c:pt>
                <c:pt idx="8">
                  <c:v>86</c:v>
                </c:pt>
                <c:pt idx="9">
                  <c:v>187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차량정비/부품</c:v>
                </c:pt>
                <c:pt idx="1">
                  <c:v>축산물</c:v>
                </c:pt>
                <c:pt idx="2">
                  <c:v>농산물</c:v>
                </c:pt>
                <c:pt idx="3">
                  <c:v>인테리어    자재</c:v>
                </c:pt>
                <c:pt idx="4">
                  <c:v>주유소</c:v>
                </c:pt>
                <c:pt idx="5">
                  <c:v>한식</c:v>
                </c:pt>
                <c:pt idx="6">
                  <c:v>중식</c:v>
                </c:pt>
                <c:pt idx="7">
                  <c:v>마트</c:v>
                </c:pt>
                <c:pt idx="8">
                  <c:v>세탁소</c:v>
                </c:pt>
                <c:pt idx="9">
                  <c:v>미용실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29.869230769230768</c:v>
                </c:pt>
                <c:pt idx="1">
                  <c:v>12.88125</c:v>
                </c:pt>
                <c:pt idx="2">
                  <c:v>9.6625316455696204</c:v>
                </c:pt>
                <c:pt idx="3">
                  <c:v>8.7779069767441857</c:v>
                </c:pt>
                <c:pt idx="4">
                  <c:v>6.7426891615541926</c:v>
                </c:pt>
                <c:pt idx="5">
                  <c:v>4.3064889918887603</c:v>
                </c:pt>
                <c:pt idx="6">
                  <c:v>3.5732620320855615</c:v>
                </c:pt>
                <c:pt idx="7">
                  <c:v>2.9084805653710246</c:v>
                </c:pt>
                <c:pt idx="8">
                  <c:v>2.6375000000000002</c:v>
                </c:pt>
                <c:pt idx="9">
                  <c:v>2.4333333333333331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마트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농산물</c:v>
                </c:pt>
                <c:pt idx="5">
                  <c:v>차량정비/부품</c:v>
                </c:pt>
                <c:pt idx="6">
                  <c:v>축산물</c:v>
                </c:pt>
                <c:pt idx="7">
                  <c:v>음료</c:v>
                </c:pt>
                <c:pt idx="8">
                  <c:v>인테리어    자재</c:v>
                </c:pt>
                <c:pt idx="9">
                  <c:v>중식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95.176000000000002</c:v>
                </c:pt>
                <c:pt idx="1">
                  <c:v>102.38800000000001</c:v>
                </c:pt>
                <c:pt idx="2">
                  <c:v>53.953000000000003</c:v>
                </c:pt>
                <c:pt idx="3">
                  <c:v>56.133000000000003</c:v>
                </c:pt>
                <c:pt idx="4">
                  <c:v>15.875999999999999</c:v>
                </c:pt>
                <c:pt idx="5">
                  <c:v>23.896000000000001</c:v>
                </c:pt>
                <c:pt idx="6">
                  <c:v>9.9109999999999996</c:v>
                </c:pt>
                <c:pt idx="7">
                  <c:v>6.0030000000000001</c:v>
                </c:pt>
                <c:pt idx="8">
                  <c:v>7.3460000000000001</c:v>
                </c:pt>
                <c:pt idx="9">
                  <c:v>5.1779999999999999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마트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농산물</c:v>
                </c:pt>
                <c:pt idx="5">
                  <c:v>차량정비/부품</c:v>
                </c:pt>
                <c:pt idx="6">
                  <c:v>축산물</c:v>
                </c:pt>
                <c:pt idx="7">
                  <c:v>음료</c:v>
                </c:pt>
                <c:pt idx="8">
                  <c:v>인테리어    자재</c:v>
                </c:pt>
                <c:pt idx="9">
                  <c:v>중식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110.59699999999999</c:v>
                </c:pt>
                <c:pt idx="1">
                  <c:v>29.498000000000001</c:v>
                </c:pt>
                <c:pt idx="2">
                  <c:v>20.378</c:v>
                </c:pt>
                <c:pt idx="3">
                  <c:v>12.919</c:v>
                </c:pt>
                <c:pt idx="4">
                  <c:v>22.291</c:v>
                </c:pt>
                <c:pt idx="5">
                  <c:v>3.2850000000000001</c:v>
                </c:pt>
                <c:pt idx="6">
                  <c:v>12.759</c:v>
                </c:pt>
                <c:pt idx="7">
                  <c:v>4.5380000000000003</c:v>
                </c:pt>
                <c:pt idx="8">
                  <c:v>0.20200000000000001</c:v>
                </c:pt>
                <c:pt idx="9">
                  <c:v>1.5009999999999999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6.7779999999999996</c:v>
                </c:pt>
                <c:pt idx="2">
                  <c:v>3.6930000000000001</c:v>
                </c:pt>
                <c:pt idx="3">
                  <c:v>9.4139999999999997</c:v>
                </c:pt>
                <c:pt idx="4">
                  <c:v>12.86</c:v>
                </c:pt>
                <c:pt idx="5">
                  <c:v>12.128</c:v>
                </c:pt>
                <c:pt idx="6">
                  <c:v>14.170999999999999</c:v>
                </c:pt>
                <c:pt idx="7">
                  <c:v>16.233000000000001</c:v>
                </c:pt>
                <c:pt idx="8">
                  <c:v>18.63</c:v>
                </c:pt>
                <c:pt idx="9">
                  <c:v>22.661999999999999</c:v>
                </c:pt>
                <c:pt idx="10">
                  <c:v>20.411000000000001</c:v>
                </c:pt>
                <c:pt idx="11">
                  <c:v>21.975999999999999</c:v>
                </c:pt>
                <c:pt idx="12">
                  <c:v>14.48</c:v>
                </c:pt>
                <c:pt idx="13">
                  <c:v>13.826000000000001</c:v>
                </c:pt>
                <c:pt idx="14">
                  <c:v>5.4630000000000001</c:v>
                </c:pt>
                <c:pt idx="15">
                  <c:v>7.6529999999999996</c:v>
                </c:pt>
                <c:pt idx="16">
                  <c:v>5.3860000000000001</c:v>
                </c:pt>
                <c:pt idx="17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2.9990000000000001</c:v>
                </c:pt>
                <c:pt idx="1">
                  <c:v>2.0129999999999999</c:v>
                </c:pt>
                <c:pt idx="2">
                  <c:v>4.0540000000000003</c:v>
                </c:pt>
                <c:pt idx="3">
                  <c:v>5.2530000000000001</c:v>
                </c:pt>
                <c:pt idx="4">
                  <c:v>6.1909999999999998</c:v>
                </c:pt>
                <c:pt idx="5">
                  <c:v>7.0739999999999998</c:v>
                </c:pt>
                <c:pt idx="6">
                  <c:v>7.07</c:v>
                </c:pt>
                <c:pt idx="7">
                  <c:v>7.91</c:v>
                </c:pt>
                <c:pt idx="8">
                  <c:v>6.5469999999999997</c:v>
                </c:pt>
                <c:pt idx="9">
                  <c:v>7.9130000000000003</c:v>
                </c:pt>
                <c:pt idx="10">
                  <c:v>15.83</c:v>
                </c:pt>
                <c:pt idx="11">
                  <c:v>11.39</c:v>
                </c:pt>
                <c:pt idx="12">
                  <c:v>3.9390000000000001</c:v>
                </c:pt>
                <c:pt idx="13">
                  <c:v>4.8070000000000004</c:v>
                </c:pt>
                <c:pt idx="14">
                  <c:v>5.6959999999999997</c:v>
                </c:pt>
                <c:pt idx="15">
                  <c:v>2.4990000000000001</c:v>
                </c:pt>
                <c:pt idx="16">
                  <c:v>4.1630000000000003</c:v>
                </c:pt>
                <c:pt idx="17">
                  <c:v>4.327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0.23899999999999999</c:v>
                </c:pt>
                <c:pt idx="1">
                  <c:v>9.6000000000000002E-2</c:v>
                </c:pt>
                <c:pt idx="2">
                  <c:v>0.193</c:v>
                </c:pt>
                <c:pt idx="3">
                  <c:v>0.32300000000000001</c:v>
                </c:pt>
                <c:pt idx="4">
                  <c:v>1.71</c:v>
                </c:pt>
                <c:pt idx="5">
                  <c:v>3.4279999999999999</c:v>
                </c:pt>
                <c:pt idx="6">
                  <c:v>7.9109999999999996</c:v>
                </c:pt>
                <c:pt idx="7">
                  <c:v>4.93</c:v>
                </c:pt>
                <c:pt idx="8">
                  <c:v>7.2290000000000001</c:v>
                </c:pt>
                <c:pt idx="9">
                  <c:v>4.7329999999999997</c:v>
                </c:pt>
                <c:pt idx="10">
                  <c:v>2.9620000000000002</c:v>
                </c:pt>
                <c:pt idx="11">
                  <c:v>5.4710000000000001</c:v>
                </c:pt>
                <c:pt idx="12">
                  <c:v>6.673</c:v>
                </c:pt>
                <c:pt idx="13">
                  <c:v>10.095000000000001</c:v>
                </c:pt>
                <c:pt idx="14">
                  <c:v>8.734</c:v>
                </c:pt>
                <c:pt idx="15">
                  <c:v>3.5110000000000001</c:v>
                </c:pt>
                <c:pt idx="16">
                  <c:v>3.1429999999999998</c:v>
                </c:pt>
                <c:pt idx="17">
                  <c:v>0.85799999999999998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2.3929999999999998</c:v>
                </c:pt>
                <c:pt idx="1">
                  <c:v>4.468</c:v>
                </c:pt>
                <c:pt idx="2">
                  <c:v>3.7210000000000001</c:v>
                </c:pt>
                <c:pt idx="3">
                  <c:v>2.74</c:v>
                </c:pt>
                <c:pt idx="4">
                  <c:v>2.3639999999999999</c:v>
                </c:pt>
                <c:pt idx="5">
                  <c:v>2.9340000000000002</c:v>
                </c:pt>
                <c:pt idx="6">
                  <c:v>4.266</c:v>
                </c:pt>
                <c:pt idx="7">
                  <c:v>1.748</c:v>
                </c:pt>
                <c:pt idx="8">
                  <c:v>2.9020000000000001</c:v>
                </c:pt>
                <c:pt idx="9">
                  <c:v>2.5369999999999999</c:v>
                </c:pt>
                <c:pt idx="10">
                  <c:v>3.1419999999999999</c:v>
                </c:pt>
                <c:pt idx="11">
                  <c:v>4.2549999999999999</c:v>
                </c:pt>
                <c:pt idx="12">
                  <c:v>5.819</c:v>
                </c:pt>
                <c:pt idx="13">
                  <c:v>5.1100000000000003</c:v>
                </c:pt>
                <c:pt idx="14">
                  <c:v>4.8579999999999997</c:v>
                </c:pt>
                <c:pt idx="15">
                  <c:v>4.9470000000000001</c:v>
                </c:pt>
                <c:pt idx="16">
                  <c:v>2.8119999999999998</c:v>
                </c:pt>
                <c:pt idx="17">
                  <c:v>2.968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0.45300000000000001</c:v>
                </c:pt>
                <c:pt idx="4">
                  <c:v>1.7</c:v>
                </c:pt>
                <c:pt idx="5">
                  <c:v>2.1259999999999999</c:v>
                </c:pt>
                <c:pt idx="6">
                  <c:v>5.7220000000000004</c:v>
                </c:pt>
                <c:pt idx="7">
                  <c:v>7.6719999999999997</c:v>
                </c:pt>
                <c:pt idx="8">
                  <c:v>11.22</c:v>
                </c:pt>
                <c:pt idx="9">
                  <c:v>3.8140000000000001</c:v>
                </c:pt>
                <c:pt idx="10">
                  <c:v>2.786</c:v>
                </c:pt>
                <c:pt idx="11">
                  <c:v>2.5409999999999999</c:v>
                </c:pt>
                <c:pt idx="12">
                  <c:v>0.13300000000000001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6778000</c:v>
                </c:pt>
                <c:pt idx="2">
                  <c:v>3693000</c:v>
                </c:pt>
                <c:pt idx="3">
                  <c:v>9414000</c:v>
                </c:pt>
                <c:pt idx="4">
                  <c:v>12860000</c:v>
                </c:pt>
                <c:pt idx="5">
                  <c:v>12128000</c:v>
                </c:pt>
                <c:pt idx="6">
                  <c:v>14171000</c:v>
                </c:pt>
                <c:pt idx="7">
                  <c:v>16233000</c:v>
                </c:pt>
                <c:pt idx="8">
                  <c:v>18630000</c:v>
                </c:pt>
                <c:pt idx="9">
                  <c:v>22662000</c:v>
                </c:pt>
                <c:pt idx="10">
                  <c:v>20411000</c:v>
                </c:pt>
                <c:pt idx="11">
                  <c:v>21976000</c:v>
                </c:pt>
                <c:pt idx="12">
                  <c:v>14480000</c:v>
                </c:pt>
                <c:pt idx="13">
                  <c:v>13826000</c:v>
                </c:pt>
                <c:pt idx="14">
                  <c:v>5463000</c:v>
                </c:pt>
                <c:pt idx="15">
                  <c:v>7653000</c:v>
                </c:pt>
                <c:pt idx="16">
                  <c:v>5386000</c:v>
                </c:pt>
                <c:pt idx="17">
                  <c:v>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2393000</c:v>
                </c:pt>
                <c:pt idx="1">
                  <c:v>4468000</c:v>
                </c:pt>
                <c:pt idx="2">
                  <c:v>3721000</c:v>
                </c:pt>
                <c:pt idx="3">
                  <c:v>2740000</c:v>
                </c:pt>
                <c:pt idx="4">
                  <c:v>2364000</c:v>
                </c:pt>
                <c:pt idx="5">
                  <c:v>2934000</c:v>
                </c:pt>
                <c:pt idx="6">
                  <c:v>4266000</c:v>
                </c:pt>
                <c:pt idx="7">
                  <c:v>1748000</c:v>
                </c:pt>
                <c:pt idx="8">
                  <c:v>2902000</c:v>
                </c:pt>
                <c:pt idx="9">
                  <c:v>2537000</c:v>
                </c:pt>
                <c:pt idx="10">
                  <c:v>3142000</c:v>
                </c:pt>
                <c:pt idx="11">
                  <c:v>4255000</c:v>
                </c:pt>
                <c:pt idx="12">
                  <c:v>5819000</c:v>
                </c:pt>
                <c:pt idx="13">
                  <c:v>5110000</c:v>
                </c:pt>
                <c:pt idx="14">
                  <c:v>4858000</c:v>
                </c:pt>
                <c:pt idx="15">
                  <c:v>4947000</c:v>
                </c:pt>
                <c:pt idx="16">
                  <c:v>2812000</c:v>
                </c:pt>
                <c:pt idx="17">
                  <c:v>2968000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2999000</c:v>
                </c:pt>
                <c:pt idx="1">
                  <c:v>2013000</c:v>
                </c:pt>
                <c:pt idx="2">
                  <c:v>4054000</c:v>
                </c:pt>
                <c:pt idx="3">
                  <c:v>5253000</c:v>
                </c:pt>
                <c:pt idx="4">
                  <c:v>6191000</c:v>
                </c:pt>
                <c:pt idx="5">
                  <c:v>7074000</c:v>
                </c:pt>
                <c:pt idx="6">
                  <c:v>7070000</c:v>
                </c:pt>
                <c:pt idx="7">
                  <c:v>7910000</c:v>
                </c:pt>
                <c:pt idx="8">
                  <c:v>6547000</c:v>
                </c:pt>
                <c:pt idx="9">
                  <c:v>7913000</c:v>
                </c:pt>
                <c:pt idx="10">
                  <c:v>15830000</c:v>
                </c:pt>
                <c:pt idx="11">
                  <c:v>11390000</c:v>
                </c:pt>
                <c:pt idx="12">
                  <c:v>3939000</c:v>
                </c:pt>
                <c:pt idx="13">
                  <c:v>4807000</c:v>
                </c:pt>
                <c:pt idx="14">
                  <c:v>5696000</c:v>
                </c:pt>
                <c:pt idx="15">
                  <c:v>2499000</c:v>
                </c:pt>
                <c:pt idx="16">
                  <c:v>4163000</c:v>
                </c:pt>
                <c:pt idx="17">
                  <c:v>4327000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239000</c:v>
                </c:pt>
                <c:pt idx="1">
                  <c:v>96000</c:v>
                </c:pt>
                <c:pt idx="2">
                  <c:v>193000</c:v>
                </c:pt>
                <c:pt idx="3">
                  <c:v>323000</c:v>
                </c:pt>
                <c:pt idx="4">
                  <c:v>1710000</c:v>
                </c:pt>
                <c:pt idx="5">
                  <c:v>3428000</c:v>
                </c:pt>
                <c:pt idx="6">
                  <c:v>7911000</c:v>
                </c:pt>
                <c:pt idx="7">
                  <c:v>4930000</c:v>
                </c:pt>
                <c:pt idx="8">
                  <c:v>7229000</c:v>
                </c:pt>
                <c:pt idx="9">
                  <c:v>4733000</c:v>
                </c:pt>
                <c:pt idx="10">
                  <c:v>2962000</c:v>
                </c:pt>
                <c:pt idx="11">
                  <c:v>5471000</c:v>
                </c:pt>
                <c:pt idx="12">
                  <c:v>6673000</c:v>
                </c:pt>
                <c:pt idx="13">
                  <c:v>10095000</c:v>
                </c:pt>
                <c:pt idx="14">
                  <c:v>8734000</c:v>
                </c:pt>
                <c:pt idx="15">
                  <c:v>3511000</c:v>
                </c:pt>
                <c:pt idx="16">
                  <c:v>3143000</c:v>
                </c:pt>
                <c:pt idx="17">
                  <c:v>858000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453000</c:v>
                </c:pt>
                <c:pt idx="4">
                  <c:v>1700000</c:v>
                </c:pt>
                <c:pt idx="5">
                  <c:v>2126000</c:v>
                </c:pt>
                <c:pt idx="6">
                  <c:v>5722000</c:v>
                </c:pt>
                <c:pt idx="7">
                  <c:v>7672000</c:v>
                </c:pt>
                <c:pt idx="8">
                  <c:v>11220000</c:v>
                </c:pt>
                <c:pt idx="9">
                  <c:v>3814000</c:v>
                </c:pt>
                <c:pt idx="10">
                  <c:v>2786000</c:v>
                </c:pt>
                <c:pt idx="11">
                  <c:v>2541000</c:v>
                </c:pt>
                <c:pt idx="12">
                  <c:v>133000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마트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농산물</c:v>
                </c:pt>
                <c:pt idx="5">
                  <c:v>차량정비/부품</c:v>
                </c:pt>
                <c:pt idx="6">
                  <c:v>축산물</c:v>
                </c:pt>
                <c:pt idx="7">
                  <c:v>음료</c:v>
                </c:pt>
                <c:pt idx="8">
                  <c:v>인테리어    자재</c:v>
                </c:pt>
                <c:pt idx="9">
                  <c:v>중식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163.23699999999999</c:v>
                </c:pt>
                <c:pt idx="1">
                  <c:v>67.828999999999994</c:v>
                </c:pt>
                <c:pt idx="2">
                  <c:v>31.337</c:v>
                </c:pt>
                <c:pt idx="3">
                  <c:v>42.88</c:v>
                </c:pt>
                <c:pt idx="4">
                  <c:v>12.621</c:v>
                </c:pt>
                <c:pt idx="5">
                  <c:v>26.946999999999999</c:v>
                </c:pt>
                <c:pt idx="6">
                  <c:v>4.9669999999999996</c:v>
                </c:pt>
                <c:pt idx="7">
                  <c:v>4.8460000000000001</c:v>
                </c:pt>
                <c:pt idx="8">
                  <c:v>7.1509999999999998</c:v>
                </c:pt>
                <c:pt idx="9">
                  <c:v>2.7759999999999998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마트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농산물</c:v>
                </c:pt>
                <c:pt idx="5">
                  <c:v>차량정비/부품</c:v>
                </c:pt>
                <c:pt idx="6">
                  <c:v>축산물</c:v>
                </c:pt>
                <c:pt idx="7">
                  <c:v>음료</c:v>
                </c:pt>
                <c:pt idx="8">
                  <c:v>인테리어    자재</c:v>
                </c:pt>
                <c:pt idx="9">
                  <c:v>중식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38.866</c:v>
                </c:pt>
                <c:pt idx="1">
                  <c:v>54.371000000000002</c:v>
                </c:pt>
                <c:pt idx="2">
                  <c:v>36.625</c:v>
                </c:pt>
                <c:pt idx="3">
                  <c:v>19.341999999999999</c:v>
                </c:pt>
                <c:pt idx="4">
                  <c:v>24.811</c:v>
                </c:pt>
                <c:pt idx="5">
                  <c:v>0</c:v>
                </c:pt>
                <c:pt idx="6">
                  <c:v>11.781000000000001</c:v>
                </c:pt>
                <c:pt idx="7">
                  <c:v>4.4569999999999999</c:v>
                </c:pt>
                <c:pt idx="8">
                  <c:v>0.39900000000000002</c:v>
                </c:pt>
                <c:pt idx="9">
                  <c:v>2.9140000000000001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마트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농산물</c:v>
                </c:pt>
                <c:pt idx="5">
                  <c:v>차량정비/부품</c:v>
                </c:pt>
                <c:pt idx="6">
                  <c:v>축산물</c:v>
                </c:pt>
                <c:pt idx="7">
                  <c:v>음료</c:v>
                </c:pt>
                <c:pt idx="8">
                  <c:v>인테리어    자재</c:v>
                </c:pt>
                <c:pt idx="9">
                  <c:v>중식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3.6709999999999998</c:v>
                </c:pt>
                <c:pt idx="1">
                  <c:v>9.6869999999999994</c:v>
                </c:pt>
                <c:pt idx="2">
                  <c:v>6.3689999999999998</c:v>
                </c:pt>
                <c:pt idx="3">
                  <c:v>6.8319999999999999</c:v>
                </c:pt>
                <c:pt idx="4">
                  <c:v>0.73499999999999999</c:v>
                </c:pt>
                <c:pt idx="5">
                  <c:v>0.23400000000000001</c:v>
                </c:pt>
                <c:pt idx="6">
                  <c:v>5.9210000000000003</c:v>
                </c:pt>
                <c:pt idx="7">
                  <c:v>1.238</c:v>
                </c:pt>
                <c:pt idx="8">
                  <c:v>0</c:v>
                </c:pt>
                <c:pt idx="9">
                  <c:v>0.99099999999999999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DD-47A1-9FC3-F6AA941EE4CD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DD-47A1-9FC3-F6AA941EE4CD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5DD-47A1-9FC3-F6AA941EE4CD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5DD-47A1-9FC3-F6AA941EE4CD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5DD-47A1-9FC3-F6AA941EE4CD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5DD-47A1-9FC3-F6AA941EE4CD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5DD-47A1-9FC3-F6AA941EE4CD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5DD-47A1-9FC3-F6AA941EE4CD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5DD-47A1-9FC3-F6AA941EE4CD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5DD-47A1-9FC3-F6AA941EE4CD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5DD-47A1-9FC3-F6AA941EE4CD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5DD-47A1-9FC3-F6AA941EE4CD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5DD-47A1-9FC3-F6AA941EE4CD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5DD-47A1-9FC3-F6AA941EE4CD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5DD-47A1-9FC3-F6AA941EE4CD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5DD-47A1-9FC3-F6AA941EE4CD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5DD-47A1-9FC3-F6AA941EE4CD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5DD-47A1-9FC3-F6AA941EE4CD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136.63</c:v>
                </c:pt>
                <c:pt idx="1">
                  <c:v>132.37</c:v>
                </c:pt>
                <c:pt idx="2">
                  <c:v>99.87</c:v>
                </c:pt>
                <c:pt idx="3">
                  <c:v>129.32</c:v>
                </c:pt>
                <c:pt idx="4">
                  <c:v>98.65</c:v>
                </c:pt>
                <c:pt idx="5">
                  <c:v>102.16</c:v>
                </c:pt>
                <c:pt idx="6">
                  <c:v>110.4</c:v>
                </c:pt>
                <c:pt idx="7">
                  <c:v>145.82</c:v>
                </c:pt>
                <c:pt idx="8">
                  <c:v>118.04</c:v>
                </c:pt>
                <c:pt idx="9">
                  <c:v>106.91</c:v>
                </c:pt>
                <c:pt idx="10">
                  <c:v>115.87</c:v>
                </c:pt>
                <c:pt idx="11">
                  <c:v>115.08</c:v>
                </c:pt>
                <c:pt idx="12">
                  <c:v>114.75</c:v>
                </c:pt>
                <c:pt idx="13">
                  <c:v>128.51</c:v>
                </c:pt>
                <c:pt idx="14">
                  <c:v>115.79</c:v>
                </c:pt>
                <c:pt idx="15">
                  <c:v>104.73</c:v>
                </c:pt>
                <c:pt idx="16">
                  <c:v>133.78</c:v>
                </c:pt>
                <c:pt idx="17">
                  <c:v>118.73</c:v>
                </c:pt>
                <c:pt idx="18">
                  <c:v>94.85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F5DD-47A1-9FC3-F6AA941EE4CD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F5DD-47A1-9FC3-F6AA941EE4CD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F5DD-47A1-9FC3-F6AA941EE4CD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F5DD-47A1-9FC3-F6AA941EE4CD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F5DD-47A1-9FC3-F6AA941EE4CD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F5DD-47A1-9FC3-F6AA941EE4CD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F5DD-47A1-9FC3-F6AA941EE4CD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F5DD-47A1-9FC3-F6AA941EE4CD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F5DD-47A1-9FC3-F6AA941EE4CD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F5DD-47A1-9FC3-F6AA941EE4CD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F5DD-47A1-9FC3-F6AA941EE4CD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F5DD-47A1-9FC3-F6AA941EE4CD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F5DD-47A1-9FC3-F6AA941EE4CD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F5DD-47A1-9FC3-F6AA941EE4CD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F5DD-47A1-9FC3-F6AA941EE4CD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F5DD-47A1-9FC3-F6AA941EE4CD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F5DD-47A1-9FC3-F6AA941EE4CD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F5DD-47A1-9FC3-F6AA941EE4CD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4284</c:v>
                </c:pt>
                <c:pt idx="1">
                  <c:v>4027</c:v>
                </c:pt>
                <c:pt idx="2">
                  <c:v>3782</c:v>
                </c:pt>
                <c:pt idx="3">
                  <c:v>4011</c:v>
                </c:pt>
                <c:pt idx="4">
                  <c:v>3756</c:v>
                </c:pt>
                <c:pt idx="5">
                  <c:v>4043</c:v>
                </c:pt>
                <c:pt idx="6">
                  <c:v>4486</c:v>
                </c:pt>
                <c:pt idx="7">
                  <c:v>4417</c:v>
                </c:pt>
                <c:pt idx="8">
                  <c:v>4300</c:v>
                </c:pt>
                <c:pt idx="9">
                  <c:v>3985</c:v>
                </c:pt>
                <c:pt idx="10">
                  <c:v>3878</c:v>
                </c:pt>
                <c:pt idx="11">
                  <c:v>3955</c:v>
                </c:pt>
                <c:pt idx="12">
                  <c:v>4198</c:v>
                </c:pt>
                <c:pt idx="13">
                  <c:v>4311</c:v>
                </c:pt>
                <c:pt idx="14">
                  <c:v>4267</c:v>
                </c:pt>
                <c:pt idx="15">
                  <c:v>4213</c:v>
                </c:pt>
                <c:pt idx="16">
                  <c:v>4401</c:v>
                </c:pt>
                <c:pt idx="17">
                  <c:v>3873</c:v>
                </c:pt>
                <c:pt idx="18">
                  <c:v>3154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마트</cx:pt>
          <cx:pt idx="1">주유소</cx:pt>
          <cx:pt idx="2">한식</cx:pt>
          <cx:pt idx="3">편의점</cx:pt>
          <cx:pt idx="4">농산물</cx:pt>
          <cx:pt idx="5">차량정비/부품</cx:pt>
          <cx:pt idx="6">축산물</cx:pt>
          <cx:pt idx="7">음료</cx:pt>
          <cx:pt idx="8">인테리어    자재</cx:pt>
          <cx:pt idx="9">중식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204.5</cx:pt>
          <cx:pt idx="1">131.40000000000001</cx:pt>
          <cx:pt idx="2">73.799999999999997</cx:pt>
          <cx:pt idx="3">68.599999999999994</cx:pt>
          <cx:pt idx="4">37.700000000000003</cx:pt>
          <cx:pt idx="5">27.199999999999999</cx:pt>
          <cx:pt idx="6">22.699999999999999</cx:pt>
          <cx:pt idx="7">10.5</cx:pt>
          <cx:pt idx="8">7.5</cx:pt>
          <cx:pt idx="9">6.5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마트</cx:pt>
          <cx:pt idx="1">한식</cx:pt>
          <cx:pt idx="2">주유소</cx:pt>
          <cx:pt idx="3">농산물</cx:pt>
          <cx:pt idx="4">편의점</cx:pt>
          <cx:pt idx="5">중식</cx:pt>
          <cx:pt idx="6">인테리어    자재</cx:pt>
          <cx:pt idx="7">음료</cx:pt>
          <cx:pt idx="8">노래방</cx:pt>
          <cx:pt idx="9">당구장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1.3</cx:pt>
          <cx:pt idx="1">0.59999999999999998</cx:pt>
          <cx:pt idx="2">0.5</cx:pt>
          <cx:pt idx="3">0.5</cx:pt>
          <cx:pt idx="4">0.40000000000000002</cx:pt>
          <cx:pt idx="5">0.20000000000000001</cx:pt>
          <cx:pt idx="6">0.10000000000000001</cx:pt>
          <cx:pt idx="7">0</cx:pt>
          <cx:pt idx="8">0</cx:pt>
          <cx:pt idx="9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대월면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대월면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34.2%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마트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29.0%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43.2%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12.2%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60.6%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대월면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대월면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대월면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(20,535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43.2%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29,302원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마트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34.2%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10월22일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마트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205,775,000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(7,075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69,052,000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(7,368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차량정비/부품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298,692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(26.8%)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마트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(24.9%)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(14.7%)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마트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(50.3%)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(13.4%)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농산물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(10.1%)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29.0%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(5.3%)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(17.4%)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(28.1%)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(29.0%)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93백만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(15.5%)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(4.8%)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마트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농산물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마트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28,425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32,769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23,306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(13,010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(1,547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196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(5,977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(37.3%)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(16.1%)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(13.8%)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29,326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25,904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20,398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136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(34.2%)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(22.0%)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(12.3%)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598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24541818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61721933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115,627,571원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4,056건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28,511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120,345,200원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4,107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29,302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115,878,000원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4,060건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28,544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4" name="SL_G1_MAP">
            <a:extLst>
              <a:ext uri="{FF2B5EF4-FFF2-40B4-BE49-F238E27FC236}">
                <a16:creationId xmlns:a16="http://schemas.microsoft.com/office/drawing/2014/main" id="{7E915718-9648-7698-E72F-F0C9D5D0C2B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410개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4" name="SL_G6_MAP">
            <a:extLst>
              <a:ext uri="{FF2B5EF4-FFF2-40B4-BE49-F238E27FC236}">
                <a16:creationId xmlns:a16="http://schemas.microsoft.com/office/drawing/2014/main" id="{F76B16E8-4246-2232-1647-6CF896189311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145개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4" name="SL_G8_MAP">
            <a:extLst>
              <a:ext uri="{FF2B5EF4-FFF2-40B4-BE49-F238E27FC236}">
                <a16:creationId xmlns:a16="http://schemas.microsoft.com/office/drawing/2014/main" id="{928488D2-9256-DE19-5411-B745B265A60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4" name="SL_G2_MAP">
            <a:extLst>
              <a:ext uri="{FF2B5EF4-FFF2-40B4-BE49-F238E27FC236}">
                <a16:creationId xmlns:a16="http://schemas.microsoft.com/office/drawing/2014/main" id="{AB702CF3-504E-A9C4-8090-98D5CD31AAB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2,482개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4" name="SL_G3_MAP">
            <a:extLst>
              <a:ext uri="{FF2B5EF4-FFF2-40B4-BE49-F238E27FC236}">
                <a16:creationId xmlns:a16="http://schemas.microsoft.com/office/drawing/2014/main" id="{5E94535E-C925-6B6C-CE2A-2C66A89AF9D2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4" name="SL_G7_MAP">
            <a:extLst>
              <a:ext uri="{FF2B5EF4-FFF2-40B4-BE49-F238E27FC236}">
                <a16:creationId xmlns:a16="http://schemas.microsoft.com/office/drawing/2014/main" id="{5E1AC7BF-5EA5-56AA-8EFA-4E7EF12B7B68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4" name="SL_G4_MAP">
            <a:extLst>
              <a:ext uri="{FF2B5EF4-FFF2-40B4-BE49-F238E27FC236}">
                <a16:creationId xmlns:a16="http://schemas.microsoft.com/office/drawing/2014/main" id="{D50688A8-AEE7-18D8-5F7E-3DB68178E927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4" name="SL_G5_MAP">
            <a:extLst>
              <a:ext uri="{FF2B5EF4-FFF2-40B4-BE49-F238E27FC236}">
                <a16:creationId xmlns:a16="http://schemas.microsoft.com/office/drawing/2014/main" id="{9D8EDA86-3F0A-24F3-DC19-D9D97B27EBD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 (0대)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2246</Words>
  <Application>Microsoft Office PowerPoint</Application>
  <PresentationFormat>와이드스크린</PresentationFormat>
  <Paragraphs>607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</vt:lpstr>
      <vt:lpstr>Arial</vt:lpstr>
      <vt:lpstr>Pretendard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2025-11-07T09:04:17Z</dcterms:modified>
</cp:coreProperties>
</file>