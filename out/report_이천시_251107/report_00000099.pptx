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>
        <p:scale>
          <a:sx n="100" d="100"/>
          <a:sy n="100" d="100"/>
        </p:scale>
        <p:origin x="43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442.90100000000001</c:v>
                </c:pt>
                <c:pt idx="1">
                  <c:v>435.61399999999998</c:v>
                </c:pt>
                <c:pt idx="2">
                  <c:v>483.358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-1.65</c:v>
                </c:pt>
                <c:pt idx="2">
                  <c:v>10.96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31C220-D317-4B62-9096-183AB0F7832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64D97442-878A-4517-9706-058722EDA6E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E92CE505-DBBD-4D12-BF2E-861065559F8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358.04300000000001</c:v>
                </c:pt>
                <c:pt idx="1">
                  <c:v>125.315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50대</c:v>
                </c:pt>
                <c:pt idx="1">
                  <c:v>40대</c:v>
                </c:pt>
                <c:pt idx="2">
                  <c:v>60대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156.447</c:v>
                </c:pt>
                <c:pt idx="1">
                  <c:v>138.41</c:v>
                </c:pt>
                <c:pt idx="2">
                  <c:v>75.283000000000001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0F451EF5-44CC-4AC9-8658-F037DB8FECF0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85B3D47E-B10E-42A1-9EAF-C85BC8C17F69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FF52D7BC-16A1-4B3F-8330-2D851F46DB0D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225.012</c:v>
                </c:pt>
                <c:pt idx="1">
                  <c:v>208.006</c:v>
                </c:pt>
                <c:pt idx="2">
                  <c:v>50.335999999999999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주유소</c:v>
                </c:pt>
                <c:pt idx="1">
                  <c:v>한식</c:v>
                </c:pt>
                <c:pt idx="2">
                  <c:v>차량정비/부품</c:v>
                </c:pt>
                <c:pt idx="3">
                  <c:v>편의점</c:v>
                </c:pt>
                <c:pt idx="4">
                  <c:v>종합식품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283.01600000000002</c:v>
                </c:pt>
                <c:pt idx="1">
                  <c:v>62.250999999999998</c:v>
                </c:pt>
                <c:pt idx="2">
                  <c:v>52.692</c:v>
                </c:pt>
                <c:pt idx="3">
                  <c:v>43.927</c:v>
                </c:pt>
                <c:pt idx="4">
                  <c:v>21.715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10.22</c:v>
                </c:pt>
                <c:pt idx="1">
                  <c:v>10.23</c:v>
                </c:pt>
                <c:pt idx="2">
                  <c:v>10.24</c:v>
                </c:pt>
                <c:pt idx="3">
                  <c:v>10.25</c:v>
                </c:pt>
                <c:pt idx="4">
                  <c:v>10.26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101.863</c:v>
                </c:pt>
                <c:pt idx="1">
                  <c:v>108.242</c:v>
                </c:pt>
                <c:pt idx="2">
                  <c:v>109.14400000000001</c:v>
                </c:pt>
                <c:pt idx="3">
                  <c:v>98.587999999999994</c:v>
                </c:pt>
                <c:pt idx="4">
                  <c:v>65.521000000000001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한식</c:v>
                </c:pt>
                <c:pt idx="2">
                  <c:v>차량정비/부품</c:v>
                </c:pt>
                <c:pt idx="3">
                  <c:v>편의점</c:v>
                </c:pt>
                <c:pt idx="4">
                  <c:v>종합식품</c:v>
                </c:pt>
                <c:pt idx="5">
                  <c:v>중식</c:v>
                </c:pt>
                <c:pt idx="6">
                  <c:v>음료</c:v>
                </c:pt>
                <c:pt idx="7">
                  <c:v>간이음식점</c:v>
                </c:pt>
                <c:pt idx="8">
                  <c:v>인테리어    자재</c:v>
                </c:pt>
                <c:pt idx="9">
                  <c:v>농산물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283.01600000000002</c:v>
                </c:pt>
                <c:pt idx="1">
                  <c:v>62.250999999999998</c:v>
                </c:pt>
                <c:pt idx="2">
                  <c:v>52.692</c:v>
                </c:pt>
                <c:pt idx="3">
                  <c:v>43.927</c:v>
                </c:pt>
                <c:pt idx="4">
                  <c:v>21.715</c:v>
                </c:pt>
                <c:pt idx="5">
                  <c:v>7.9489999999999998</c:v>
                </c:pt>
                <c:pt idx="6">
                  <c:v>7.2240000000000002</c:v>
                </c:pt>
                <c:pt idx="7">
                  <c:v>2.4710000000000001</c:v>
                </c:pt>
                <c:pt idx="8">
                  <c:v>1.6379999999999999</c:v>
                </c:pt>
                <c:pt idx="9">
                  <c:v>0.33600000000000002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한식</c:v>
                </c:pt>
                <c:pt idx="2">
                  <c:v>차량정비/부품</c:v>
                </c:pt>
                <c:pt idx="3">
                  <c:v>편의점</c:v>
                </c:pt>
                <c:pt idx="4">
                  <c:v>종합식품</c:v>
                </c:pt>
                <c:pt idx="5">
                  <c:v>중식</c:v>
                </c:pt>
                <c:pt idx="6">
                  <c:v>음료</c:v>
                </c:pt>
                <c:pt idx="7">
                  <c:v>간이음식점</c:v>
                </c:pt>
                <c:pt idx="8">
                  <c:v>인테리어    자재</c:v>
                </c:pt>
                <c:pt idx="9">
                  <c:v>농산물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3719</c:v>
                </c:pt>
                <c:pt idx="1">
                  <c:v>3538</c:v>
                </c:pt>
                <c:pt idx="2">
                  <c:v>198</c:v>
                </c:pt>
                <c:pt idx="3">
                  <c:v>5119</c:v>
                </c:pt>
                <c:pt idx="4">
                  <c:v>889</c:v>
                </c:pt>
                <c:pt idx="5">
                  <c:v>314</c:v>
                </c:pt>
                <c:pt idx="6">
                  <c:v>692</c:v>
                </c:pt>
                <c:pt idx="7">
                  <c:v>277</c:v>
                </c:pt>
                <c:pt idx="8">
                  <c:v>91</c:v>
                </c:pt>
                <c:pt idx="9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차량정비/부품</c:v>
                </c:pt>
                <c:pt idx="1">
                  <c:v>주유소</c:v>
                </c:pt>
                <c:pt idx="2">
                  <c:v>중식</c:v>
                </c:pt>
                <c:pt idx="3">
                  <c:v>종합식품</c:v>
                </c:pt>
                <c:pt idx="4">
                  <c:v>인테리어    자재</c:v>
                </c:pt>
                <c:pt idx="5">
                  <c:v>한식</c:v>
                </c:pt>
                <c:pt idx="6">
                  <c:v>음료</c:v>
                </c:pt>
                <c:pt idx="7">
                  <c:v>농산물</c:v>
                </c:pt>
                <c:pt idx="8">
                  <c:v>간이음식점</c:v>
                </c:pt>
                <c:pt idx="9">
                  <c:v>편의점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26.612121212121213</c:v>
                </c:pt>
                <c:pt idx="1">
                  <c:v>7.6100026888948644</c:v>
                </c:pt>
                <c:pt idx="2">
                  <c:v>2.5315286624203823</c:v>
                </c:pt>
                <c:pt idx="3">
                  <c:v>2.4426321709786278</c:v>
                </c:pt>
                <c:pt idx="4">
                  <c:v>1.8</c:v>
                </c:pt>
                <c:pt idx="5">
                  <c:v>1.7594968908988129</c:v>
                </c:pt>
                <c:pt idx="6">
                  <c:v>1.0439306358381504</c:v>
                </c:pt>
                <c:pt idx="7">
                  <c:v>0.90810810810810816</c:v>
                </c:pt>
                <c:pt idx="8">
                  <c:v>0.89205776173285201</c:v>
                </c:pt>
                <c:pt idx="9">
                  <c:v>0.85811681969134601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한식</c:v>
                </c:pt>
                <c:pt idx="2">
                  <c:v>차량정비/부품</c:v>
                </c:pt>
                <c:pt idx="3">
                  <c:v>편의점</c:v>
                </c:pt>
                <c:pt idx="4">
                  <c:v>종합식품</c:v>
                </c:pt>
                <c:pt idx="5">
                  <c:v>중식</c:v>
                </c:pt>
                <c:pt idx="6">
                  <c:v>음료</c:v>
                </c:pt>
                <c:pt idx="7">
                  <c:v>간이음식점</c:v>
                </c:pt>
                <c:pt idx="8">
                  <c:v>인테리어    자재</c:v>
                </c:pt>
                <c:pt idx="9">
                  <c:v>농산물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229.27</c:v>
                </c:pt>
                <c:pt idx="1">
                  <c:v>42.801000000000002</c:v>
                </c:pt>
                <c:pt idx="2">
                  <c:v>29.573</c:v>
                </c:pt>
                <c:pt idx="3">
                  <c:v>34.472999999999999</c:v>
                </c:pt>
                <c:pt idx="4">
                  <c:v>9.6910000000000007</c:v>
                </c:pt>
                <c:pt idx="5">
                  <c:v>6.4370000000000003</c:v>
                </c:pt>
                <c:pt idx="6">
                  <c:v>3.206</c:v>
                </c:pt>
                <c:pt idx="7">
                  <c:v>1.254</c:v>
                </c:pt>
                <c:pt idx="8">
                  <c:v>1.226</c:v>
                </c:pt>
                <c:pt idx="9">
                  <c:v>5.2999999999999999E-2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한식</c:v>
                </c:pt>
                <c:pt idx="2">
                  <c:v>차량정비/부품</c:v>
                </c:pt>
                <c:pt idx="3">
                  <c:v>편의점</c:v>
                </c:pt>
                <c:pt idx="4">
                  <c:v>종합식품</c:v>
                </c:pt>
                <c:pt idx="5">
                  <c:v>중식</c:v>
                </c:pt>
                <c:pt idx="6">
                  <c:v>음료</c:v>
                </c:pt>
                <c:pt idx="7">
                  <c:v>간이음식점</c:v>
                </c:pt>
                <c:pt idx="8">
                  <c:v>인테리어    자재</c:v>
                </c:pt>
                <c:pt idx="9">
                  <c:v>농산물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53.744</c:v>
                </c:pt>
                <c:pt idx="1">
                  <c:v>19.451000000000001</c:v>
                </c:pt>
                <c:pt idx="2">
                  <c:v>23.119</c:v>
                </c:pt>
                <c:pt idx="3">
                  <c:v>9.4540000000000006</c:v>
                </c:pt>
                <c:pt idx="4">
                  <c:v>12.025</c:v>
                </c:pt>
                <c:pt idx="5">
                  <c:v>1.5129999999999999</c:v>
                </c:pt>
                <c:pt idx="6">
                  <c:v>4.0170000000000003</c:v>
                </c:pt>
                <c:pt idx="7">
                  <c:v>1.2190000000000001</c:v>
                </c:pt>
                <c:pt idx="8">
                  <c:v>0.41099999999999998</c:v>
                </c:pt>
                <c:pt idx="9">
                  <c:v>0.28199999999999997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7.9119999999999999</c:v>
                </c:pt>
                <c:pt idx="1">
                  <c:v>14.468</c:v>
                </c:pt>
                <c:pt idx="2">
                  <c:v>14.368</c:v>
                </c:pt>
                <c:pt idx="3">
                  <c:v>17.462</c:v>
                </c:pt>
                <c:pt idx="4">
                  <c:v>12.565</c:v>
                </c:pt>
                <c:pt idx="5">
                  <c:v>15.038</c:v>
                </c:pt>
                <c:pt idx="6">
                  <c:v>20.126999999999999</c:v>
                </c:pt>
                <c:pt idx="7">
                  <c:v>13.88</c:v>
                </c:pt>
                <c:pt idx="8">
                  <c:v>18.812000000000001</c:v>
                </c:pt>
                <c:pt idx="9">
                  <c:v>27.175000000000001</c:v>
                </c:pt>
                <c:pt idx="10">
                  <c:v>28.936</c:v>
                </c:pt>
                <c:pt idx="11">
                  <c:v>21.001999999999999</c:v>
                </c:pt>
                <c:pt idx="12">
                  <c:v>11.32</c:v>
                </c:pt>
                <c:pt idx="13">
                  <c:v>13.499000000000001</c:v>
                </c:pt>
                <c:pt idx="14">
                  <c:v>9.5890000000000004</c:v>
                </c:pt>
                <c:pt idx="15">
                  <c:v>9.5830000000000002</c:v>
                </c:pt>
                <c:pt idx="16">
                  <c:v>2.3860000000000001</c:v>
                </c:pt>
                <c:pt idx="17">
                  <c:v>3.508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0.56000000000000005</c:v>
                </c:pt>
                <c:pt idx="1">
                  <c:v>1.391</c:v>
                </c:pt>
                <c:pt idx="2">
                  <c:v>1.452</c:v>
                </c:pt>
                <c:pt idx="3">
                  <c:v>0.73299999999999998</c:v>
                </c:pt>
                <c:pt idx="4">
                  <c:v>1.617</c:v>
                </c:pt>
                <c:pt idx="5">
                  <c:v>4.4690000000000003</c:v>
                </c:pt>
                <c:pt idx="6">
                  <c:v>11.055</c:v>
                </c:pt>
                <c:pt idx="7">
                  <c:v>6.9290000000000003</c:v>
                </c:pt>
                <c:pt idx="8">
                  <c:v>4.2149999999999999</c:v>
                </c:pt>
                <c:pt idx="9">
                  <c:v>2.7749999999999999</c:v>
                </c:pt>
                <c:pt idx="10">
                  <c:v>0.51100000000000001</c:v>
                </c:pt>
                <c:pt idx="11">
                  <c:v>2.7440000000000002</c:v>
                </c:pt>
                <c:pt idx="12">
                  <c:v>4.9359999999999999</c:v>
                </c:pt>
                <c:pt idx="13">
                  <c:v>12.676</c:v>
                </c:pt>
                <c:pt idx="14">
                  <c:v>4.2779999999999996</c:v>
                </c:pt>
                <c:pt idx="15">
                  <c:v>0.69799999999999995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0.64500000000000002</c:v>
                </c:pt>
                <c:pt idx="3">
                  <c:v>0.90300000000000002</c:v>
                </c:pt>
                <c:pt idx="4">
                  <c:v>5.3010000000000002</c:v>
                </c:pt>
                <c:pt idx="5">
                  <c:v>3.1749999999999998</c:v>
                </c:pt>
                <c:pt idx="6">
                  <c:v>4.5970000000000004</c:v>
                </c:pt>
                <c:pt idx="7">
                  <c:v>16.405000000000001</c:v>
                </c:pt>
                <c:pt idx="8">
                  <c:v>5.9779999999999998</c:v>
                </c:pt>
                <c:pt idx="9">
                  <c:v>7.9290000000000003</c:v>
                </c:pt>
                <c:pt idx="10">
                  <c:v>1.137</c:v>
                </c:pt>
                <c:pt idx="11">
                  <c:v>0.58599999999999997</c:v>
                </c:pt>
                <c:pt idx="12">
                  <c:v>6.0359999999999996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2.0979999999999999</c:v>
                </c:pt>
                <c:pt idx="1">
                  <c:v>3.65</c:v>
                </c:pt>
                <c:pt idx="2">
                  <c:v>3.1779999999999999</c:v>
                </c:pt>
                <c:pt idx="3">
                  <c:v>2.0710000000000002</c:v>
                </c:pt>
                <c:pt idx="4">
                  <c:v>1.4410000000000001</c:v>
                </c:pt>
                <c:pt idx="5">
                  <c:v>2.0680000000000001</c:v>
                </c:pt>
                <c:pt idx="6">
                  <c:v>3.8660000000000001</c:v>
                </c:pt>
                <c:pt idx="7">
                  <c:v>2.948</c:v>
                </c:pt>
                <c:pt idx="8">
                  <c:v>1.6180000000000001</c:v>
                </c:pt>
                <c:pt idx="9">
                  <c:v>2.8559999999999999</c:v>
                </c:pt>
                <c:pt idx="10">
                  <c:v>2.4340000000000002</c:v>
                </c:pt>
                <c:pt idx="11">
                  <c:v>2.3450000000000002</c:v>
                </c:pt>
                <c:pt idx="12">
                  <c:v>2.5209999999999999</c:v>
                </c:pt>
                <c:pt idx="13">
                  <c:v>2.5270000000000001</c:v>
                </c:pt>
                <c:pt idx="14">
                  <c:v>2.3639999999999999</c:v>
                </c:pt>
                <c:pt idx="15">
                  <c:v>2.2770000000000001</c:v>
                </c:pt>
                <c:pt idx="16">
                  <c:v>0.41699999999999998</c:v>
                </c:pt>
                <c:pt idx="17">
                  <c:v>0.85899999999999999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0.156</c:v>
                </c:pt>
                <c:pt idx="3">
                  <c:v>0.16500000000000001</c:v>
                </c:pt>
                <c:pt idx="4">
                  <c:v>0.58099999999999996</c:v>
                </c:pt>
                <c:pt idx="5">
                  <c:v>1.7509999999999999</c:v>
                </c:pt>
                <c:pt idx="6">
                  <c:v>2.2360000000000002</c:v>
                </c:pt>
                <c:pt idx="7">
                  <c:v>1.669</c:v>
                </c:pt>
                <c:pt idx="8">
                  <c:v>3.7919999999999998</c:v>
                </c:pt>
                <c:pt idx="9">
                  <c:v>3.4249999999999998</c:v>
                </c:pt>
                <c:pt idx="10">
                  <c:v>4.516</c:v>
                </c:pt>
                <c:pt idx="11">
                  <c:v>2.1469999999999998</c:v>
                </c:pt>
                <c:pt idx="12">
                  <c:v>1.139</c:v>
                </c:pt>
                <c:pt idx="13">
                  <c:v>0.13700000000000001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2098000</c:v>
                </c:pt>
                <c:pt idx="1">
                  <c:v>3650000</c:v>
                </c:pt>
                <c:pt idx="2">
                  <c:v>3178000</c:v>
                </c:pt>
                <c:pt idx="3">
                  <c:v>2071000</c:v>
                </c:pt>
                <c:pt idx="4">
                  <c:v>1441000</c:v>
                </c:pt>
                <c:pt idx="5">
                  <c:v>2068000</c:v>
                </c:pt>
                <c:pt idx="6">
                  <c:v>3866000</c:v>
                </c:pt>
                <c:pt idx="7">
                  <c:v>2948000</c:v>
                </c:pt>
                <c:pt idx="8">
                  <c:v>1618000</c:v>
                </c:pt>
                <c:pt idx="9">
                  <c:v>2856000</c:v>
                </c:pt>
                <c:pt idx="10">
                  <c:v>2434000</c:v>
                </c:pt>
                <c:pt idx="11">
                  <c:v>2345000</c:v>
                </c:pt>
                <c:pt idx="12">
                  <c:v>2521000</c:v>
                </c:pt>
                <c:pt idx="13">
                  <c:v>2527000</c:v>
                </c:pt>
                <c:pt idx="14">
                  <c:v>2364000</c:v>
                </c:pt>
                <c:pt idx="15">
                  <c:v>2277000</c:v>
                </c:pt>
                <c:pt idx="16">
                  <c:v>417000</c:v>
                </c:pt>
                <c:pt idx="17">
                  <c:v>859000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7912000</c:v>
                </c:pt>
                <c:pt idx="1">
                  <c:v>14468000</c:v>
                </c:pt>
                <c:pt idx="2">
                  <c:v>14368000</c:v>
                </c:pt>
                <c:pt idx="3">
                  <c:v>17462000</c:v>
                </c:pt>
                <c:pt idx="4">
                  <c:v>12565000</c:v>
                </c:pt>
                <c:pt idx="5">
                  <c:v>15038000</c:v>
                </c:pt>
                <c:pt idx="6">
                  <c:v>20127000</c:v>
                </c:pt>
                <c:pt idx="7">
                  <c:v>13880000</c:v>
                </c:pt>
                <c:pt idx="8">
                  <c:v>18812000</c:v>
                </c:pt>
                <c:pt idx="9">
                  <c:v>27175000</c:v>
                </c:pt>
                <c:pt idx="10">
                  <c:v>28936000</c:v>
                </c:pt>
                <c:pt idx="11">
                  <c:v>21002000</c:v>
                </c:pt>
                <c:pt idx="12">
                  <c:v>11320000</c:v>
                </c:pt>
                <c:pt idx="13">
                  <c:v>13499000</c:v>
                </c:pt>
                <c:pt idx="14">
                  <c:v>9589000</c:v>
                </c:pt>
                <c:pt idx="15">
                  <c:v>9583000</c:v>
                </c:pt>
                <c:pt idx="16">
                  <c:v>2386000</c:v>
                </c:pt>
                <c:pt idx="17">
                  <c:v>3508000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560000</c:v>
                </c:pt>
                <c:pt idx="1">
                  <c:v>1391000</c:v>
                </c:pt>
                <c:pt idx="2">
                  <c:v>1452000</c:v>
                </c:pt>
                <c:pt idx="3">
                  <c:v>733000</c:v>
                </c:pt>
                <c:pt idx="4">
                  <c:v>1617000</c:v>
                </c:pt>
                <c:pt idx="5">
                  <c:v>4469000</c:v>
                </c:pt>
                <c:pt idx="6">
                  <c:v>11055000</c:v>
                </c:pt>
                <c:pt idx="7">
                  <c:v>6929000</c:v>
                </c:pt>
                <c:pt idx="8">
                  <c:v>4215000</c:v>
                </c:pt>
                <c:pt idx="9">
                  <c:v>2775000</c:v>
                </c:pt>
                <c:pt idx="10">
                  <c:v>511000</c:v>
                </c:pt>
                <c:pt idx="11">
                  <c:v>2744000</c:v>
                </c:pt>
                <c:pt idx="12">
                  <c:v>4936000</c:v>
                </c:pt>
                <c:pt idx="13">
                  <c:v>12676000</c:v>
                </c:pt>
                <c:pt idx="14">
                  <c:v>4278000</c:v>
                </c:pt>
                <c:pt idx="15">
                  <c:v>698000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156000</c:v>
                </c:pt>
                <c:pt idx="3">
                  <c:v>165000</c:v>
                </c:pt>
                <c:pt idx="4">
                  <c:v>581000</c:v>
                </c:pt>
                <c:pt idx="5">
                  <c:v>1751000</c:v>
                </c:pt>
                <c:pt idx="6">
                  <c:v>2236000</c:v>
                </c:pt>
                <c:pt idx="7">
                  <c:v>1669000</c:v>
                </c:pt>
                <c:pt idx="8">
                  <c:v>3792000</c:v>
                </c:pt>
                <c:pt idx="9">
                  <c:v>3425000</c:v>
                </c:pt>
                <c:pt idx="10">
                  <c:v>4516000</c:v>
                </c:pt>
                <c:pt idx="11">
                  <c:v>2147000</c:v>
                </c:pt>
                <c:pt idx="12">
                  <c:v>1139000</c:v>
                </c:pt>
                <c:pt idx="13">
                  <c:v>137000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156000</c:v>
                </c:pt>
                <c:pt idx="3">
                  <c:v>165000</c:v>
                </c:pt>
                <c:pt idx="4">
                  <c:v>581000</c:v>
                </c:pt>
                <c:pt idx="5">
                  <c:v>1751000</c:v>
                </c:pt>
                <c:pt idx="6">
                  <c:v>2236000</c:v>
                </c:pt>
                <c:pt idx="7">
                  <c:v>1669000</c:v>
                </c:pt>
                <c:pt idx="8">
                  <c:v>3792000</c:v>
                </c:pt>
                <c:pt idx="9">
                  <c:v>3425000</c:v>
                </c:pt>
                <c:pt idx="10">
                  <c:v>4516000</c:v>
                </c:pt>
                <c:pt idx="11">
                  <c:v>2147000</c:v>
                </c:pt>
                <c:pt idx="12">
                  <c:v>1139000</c:v>
                </c:pt>
                <c:pt idx="13">
                  <c:v>137000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한식</c:v>
                </c:pt>
                <c:pt idx="2">
                  <c:v>차량정비/부품</c:v>
                </c:pt>
                <c:pt idx="3">
                  <c:v>편의점</c:v>
                </c:pt>
                <c:pt idx="4">
                  <c:v>종합식품</c:v>
                </c:pt>
                <c:pt idx="5">
                  <c:v>중식</c:v>
                </c:pt>
                <c:pt idx="6">
                  <c:v>음료</c:v>
                </c:pt>
                <c:pt idx="7">
                  <c:v>간이음식점</c:v>
                </c:pt>
                <c:pt idx="8">
                  <c:v>인테리어    자재</c:v>
                </c:pt>
                <c:pt idx="9">
                  <c:v>농산물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140.226</c:v>
                </c:pt>
                <c:pt idx="1">
                  <c:v>21.03</c:v>
                </c:pt>
                <c:pt idx="2">
                  <c:v>28.748999999999999</c:v>
                </c:pt>
                <c:pt idx="3">
                  <c:v>17.027999999999999</c:v>
                </c:pt>
                <c:pt idx="4">
                  <c:v>9.9830000000000005</c:v>
                </c:pt>
                <c:pt idx="5">
                  <c:v>3.72</c:v>
                </c:pt>
                <c:pt idx="6">
                  <c:v>3.1070000000000002</c:v>
                </c:pt>
                <c:pt idx="7">
                  <c:v>0.53900000000000003</c:v>
                </c:pt>
                <c:pt idx="8">
                  <c:v>0.60299999999999998</c:v>
                </c:pt>
                <c:pt idx="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한식</c:v>
                </c:pt>
                <c:pt idx="2">
                  <c:v>차량정비/부품</c:v>
                </c:pt>
                <c:pt idx="3">
                  <c:v>편의점</c:v>
                </c:pt>
                <c:pt idx="4">
                  <c:v>종합식품</c:v>
                </c:pt>
                <c:pt idx="5">
                  <c:v>중식</c:v>
                </c:pt>
                <c:pt idx="6">
                  <c:v>음료</c:v>
                </c:pt>
                <c:pt idx="7">
                  <c:v>간이음식점</c:v>
                </c:pt>
                <c:pt idx="8">
                  <c:v>인테리어    자재</c:v>
                </c:pt>
                <c:pt idx="9">
                  <c:v>농산물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120.631</c:v>
                </c:pt>
                <c:pt idx="1">
                  <c:v>33.31</c:v>
                </c:pt>
                <c:pt idx="2">
                  <c:v>13.848000000000001</c:v>
                </c:pt>
                <c:pt idx="3">
                  <c:v>20.815999999999999</c:v>
                </c:pt>
                <c:pt idx="4">
                  <c:v>9.9049999999999994</c:v>
                </c:pt>
                <c:pt idx="5">
                  <c:v>2.738</c:v>
                </c:pt>
                <c:pt idx="6">
                  <c:v>3.5840000000000001</c:v>
                </c:pt>
                <c:pt idx="7">
                  <c:v>1.899</c:v>
                </c:pt>
                <c:pt idx="8">
                  <c:v>1.0349999999999999</c:v>
                </c:pt>
                <c:pt idx="9">
                  <c:v>0.14899999999999999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주유소</c:v>
                </c:pt>
                <c:pt idx="1">
                  <c:v>한식</c:v>
                </c:pt>
                <c:pt idx="2">
                  <c:v>차량정비/부품</c:v>
                </c:pt>
                <c:pt idx="3">
                  <c:v>편의점</c:v>
                </c:pt>
                <c:pt idx="4">
                  <c:v>종합식품</c:v>
                </c:pt>
                <c:pt idx="5">
                  <c:v>중식</c:v>
                </c:pt>
                <c:pt idx="6">
                  <c:v>음료</c:v>
                </c:pt>
                <c:pt idx="7">
                  <c:v>간이음식점</c:v>
                </c:pt>
                <c:pt idx="8">
                  <c:v>인테리어    자재</c:v>
                </c:pt>
                <c:pt idx="9">
                  <c:v>농산물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22.158000000000001</c:v>
                </c:pt>
                <c:pt idx="1">
                  <c:v>7.9119999999999999</c:v>
                </c:pt>
                <c:pt idx="2">
                  <c:v>10.095000000000001</c:v>
                </c:pt>
                <c:pt idx="3">
                  <c:v>6.0810000000000004</c:v>
                </c:pt>
                <c:pt idx="4">
                  <c:v>1.827</c:v>
                </c:pt>
                <c:pt idx="5">
                  <c:v>1.492</c:v>
                </c:pt>
                <c:pt idx="6">
                  <c:v>0.53200000000000003</c:v>
                </c:pt>
                <c:pt idx="7">
                  <c:v>3.2000000000000001E-2</c:v>
                </c:pt>
                <c:pt idx="8">
                  <c:v>0</c:v>
                </c:pt>
                <c:pt idx="9">
                  <c:v>0.186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76-48AB-84FE-A7496D2D7CE7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76-48AB-84FE-A7496D2D7CE7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076-48AB-84FE-A7496D2D7CE7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076-48AB-84FE-A7496D2D7CE7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076-48AB-84FE-A7496D2D7CE7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076-48AB-84FE-A7496D2D7CE7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076-48AB-84FE-A7496D2D7CE7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3076-48AB-84FE-A7496D2D7CE7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3076-48AB-84FE-A7496D2D7CE7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3076-48AB-84FE-A7496D2D7CE7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3076-48AB-84FE-A7496D2D7CE7}"/>
              </c:ext>
            </c:extLst>
          </c:dPt>
          <c:dPt>
            <c:idx val="1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3076-48AB-84FE-A7496D2D7CE7}"/>
              </c:ext>
            </c:extLst>
          </c:dPt>
          <c:dPt>
            <c:idx val="1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3076-48AB-84FE-A7496D2D7CE7}"/>
              </c:ext>
            </c:extLst>
          </c:dPt>
          <c:dPt>
            <c:idx val="1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3076-48AB-84FE-A7496D2D7CE7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3076-48AB-84FE-A7496D2D7CE7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3076-48AB-84FE-A7496D2D7CE7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3076-48AB-84FE-A7496D2D7CE7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3076-48AB-84FE-A7496D2D7CE7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103.68</c:v>
                </c:pt>
                <c:pt idx="1">
                  <c:v>105.96</c:v>
                </c:pt>
                <c:pt idx="2">
                  <c:v>92.66</c:v>
                </c:pt>
                <c:pt idx="3">
                  <c:v>79.64</c:v>
                </c:pt>
                <c:pt idx="4">
                  <c:v>54.94</c:v>
                </c:pt>
                <c:pt idx="5">
                  <c:v>94.26</c:v>
                </c:pt>
                <c:pt idx="6">
                  <c:v>84.07</c:v>
                </c:pt>
                <c:pt idx="7">
                  <c:v>101.86</c:v>
                </c:pt>
                <c:pt idx="8">
                  <c:v>108.24</c:v>
                </c:pt>
                <c:pt idx="9">
                  <c:v>109.14</c:v>
                </c:pt>
                <c:pt idx="10">
                  <c:v>98.59</c:v>
                </c:pt>
                <c:pt idx="11">
                  <c:v>65.52</c:v>
                </c:pt>
                <c:pt idx="12">
                  <c:v>91.75</c:v>
                </c:pt>
                <c:pt idx="13">
                  <c:v>129.88999999999999</c:v>
                </c:pt>
                <c:pt idx="14">
                  <c:v>149.22999999999999</c:v>
                </c:pt>
                <c:pt idx="15">
                  <c:v>87.57</c:v>
                </c:pt>
                <c:pt idx="16">
                  <c:v>107.32</c:v>
                </c:pt>
                <c:pt idx="17">
                  <c:v>88.22</c:v>
                </c:pt>
                <c:pt idx="18">
                  <c:v>55.08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9-3076-48AB-84FE-A7496D2D7CE7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B-3076-48AB-84FE-A7496D2D7CE7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D-3076-48AB-84FE-A7496D2D7CE7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3076-48AB-84FE-A7496D2D7CE7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3076-48AB-84FE-A7496D2D7CE7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3076-48AB-84FE-A7496D2D7CE7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3076-48AB-84FE-A7496D2D7CE7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3076-48AB-84FE-A7496D2D7CE7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3076-48AB-84FE-A7496D2D7CE7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3076-48AB-84FE-A7496D2D7CE7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3076-48AB-84FE-A7496D2D7CE7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3076-48AB-84FE-A7496D2D7CE7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3076-48AB-84FE-A7496D2D7CE7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3076-48AB-84FE-A7496D2D7CE7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3076-48AB-84FE-A7496D2D7CE7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3076-48AB-84FE-A7496D2D7CE7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3076-48AB-84FE-A7496D2D7CE7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3076-48AB-84FE-A7496D2D7CE7}"/>
              </c:ext>
            </c:extLst>
          </c:dPt>
          <c:cat>
            <c:strRef>
              <c:f>Sheet1!$A$2:$A$20</c:f>
              <c:strCache>
                <c:ptCount val="19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D+1</c:v>
                </c:pt>
                <c:pt idx="13">
                  <c:v>D+2</c:v>
                </c:pt>
                <c:pt idx="14">
                  <c:v>D+3</c:v>
                </c:pt>
                <c:pt idx="15">
                  <c:v>D+4</c:v>
                </c:pt>
                <c:pt idx="16">
                  <c:v>D+5</c:v>
                </c:pt>
                <c:pt idx="17">
                  <c:v>D+6</c:v>
                </c:pt>
                <c:pt idx="18">
                  <c:v>D+7</c:v>
                </c:pt>
              </c:strCache>
            </c: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2904</c:v>
                </c:pt>
                <c:pt idx="1">
                  <c:v>2840</c:v>
                </c:pt>
                <c:pt idx="2">
                  <c:v>2814</c:v>
                </c:pt>
                <c:pt idx="3">
                  <c:v>2668</c:v>
                </c:pt>
                <c:pt idx="4">
                  <c:v>2186</c:v>
                </c:pt>
                <c:pt idx="5">
                  <c:v>2759</c:v>
                </c:pt>
                <c:pt idx="6">
                  <c:v>2713</c:v>
                </c:pt>
                <c:pt idx="7">
                  <c:v>2700</c:v>
                </c:pt>
                <c:pt idx="8">
                  <c:v>3154</c:v>
                </c:pt>
                <c:pt idx="9">
                  <c:v>3068</c:v>
                </c:pt>
                <c:pt idx="10">
                  <c:v>3213</c:v>
                </c:pt>
                <c:pt idx="11">
                  <c:v>2760</c:v>
                </c:pt>
                <c:pt idx="12">
                  <c:v>2804</c:v>
                </c:pt>
                <c:pt idx="13">
                  <c:v>2605</c:v>
                </c:pt>
                <c:pt idx="14">
                  <c:v>2836</c:v>
                </c:pt>
                <c:pt idx="15">
                  <c:v>2940</c:v>
                </c:pt>
                <c:pt idx="16">
                  <c:v>2878</c:v>
                </c:pt>
                <c:pt idx="17">
                  <c:v>2807</c:v>
                </c:pt>
                <c:pt idx="18">
                  <c:v>2306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주유소</cx:pt>
          <cx:pt idx="1">한식</cx:pt>
          <cx:pt idx="2">차량정비/부품</cx:pt>
          <cx:pt idx="3">편의점</cx:pt>
          <cx:pt idx="4">종합식품</cx:pt>
          <cx:pt idx="5">중식</cx:pt>
          <cx:pt idx="6">음료</cx:pt>
          <cx:pt idx="7">간이음식점</cx:pt>
          <cx:pt idx="8">인테리어    자재</cx:pt>
          <cx:pt idx="9">농산물</cx:pt>
          <cx:pt idx="10"/>
          <cx:pt idx="11"/>
          <cx:pt idx="12"/>
          <cx:pt idx="13"/>
          <cx:pt idx="14"/>
          <cx:pt idx="15"/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278.39999999999998</cx:pt>
          <cx:pt idx="1">62</cx:pt>
          <cx:pt idx="2">52.700000000000003</cx:pt>
          <cx:pt idx="3">43.299999999999997</cx:pt>
          <cx:pt idx="4">21.699999999999999</cx:pt>
          <cx:pt idx="5">7.5999999999999996</cx:pt>
          <cx:pt idx="6">7.2000000000000002</cx:pt>
          <cx:pt idx="7">2.5</cx:pt>
          <cx:pt idx="8">1.6000000000000001</cx:pt>
          <cx:pt idx="9">0.29999999999999999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주유소</cx:pt>
          <cx:pt idx="1">편의점</cx:pt>
          <cx:pt idx="2">중식</cx:pt>
          <cx:pt idx="3">한식</cx:pt>
          <cx:pt idx="4">종합식품</cx:pt>
          <cx:pt idx="5">음료</cx:pt>
          <cx:pt idx="6">농산물</cx:pt>
          <cx:pt idx="7">가공식품</cx:pt>
          <cx:pt idx="8">간이음식점</cx:pt>
          <cx:pt idx="9">인테리어    자재</cx:pt>
          <cx:pt idx="10"/>
          <cx:pt idx="11"/>
          <cx:pt idx="12"/>
          <cx:pt idx="13"/>
          <cx:pt idx="14"/>
          <cx:pt idx="15"/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  <cx:pt idx="10"/>
          <cx:pt idx="11"/>
          <cx:pt idx="12"/>
          <cx:pt idx="13"/>
          <cx:pt idx="14"/>
          <cx:pt idx="15"/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  <cx:pt idx="10"/>
          <cx:pt idx="11"/>
          <cx:pt idx="12"/>
          <cx:pt idx="13"/>
          <cx:pt idx="14"/>
          <cx:pt idx="15"/>
        </cx:lvl>
      </cx:strDim>
      <cx:numDim type="size">
        <cx:f>Sheet1!$D$2:$D$17</cx:f>
        <cx:lvl ptCount="16" formatCode="G/표준">
          <cx:pt idx="0">4.5999999999999996</cx:pt>
          <cx:pt idx="1">0.59999999999999998</cx:pt>
          <cx:pt idx="2">0.29999999999999999</cx:pt>
          <cx:pt idx="3">0.29999999999999999</cx:pt>
          <cx:pt idx="4">0.10000000000000001</cx:pt>
          <cx:pt idx="5">0</cx:pt>
          <cx:pt idx="6">0</cx:pt>
          <cx:pt idx="7">0</cx:pt>
          <cx:pt idx="8">0</cx:pt>
          <cx:pt idx="9">0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호법면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호법면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0.0% -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483백만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58.6%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주유소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32.4%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11.0% ▲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1.6% ▼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483백만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9.1%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호법면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호법면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0명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None명)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(0.0% -)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None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0.0% -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호법면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483백만원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(14,895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11.0% ▲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32,451원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32.4%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주유소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58.6%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10월24일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46.6%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283,016,000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(3,719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43,927,000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(5,119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차량정비/부품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266,121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(64.0%)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(12.0%)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편의점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(9.6%)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주유소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(42.9%)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차량정비/부품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(18.4%)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(15.5%)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32.4%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(15.3%)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138백만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(28.6%)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156백만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(32.4%)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75백만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(15.6%)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(3.0%)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10.2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차량정비/부품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13시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차량정비/부품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종합식품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13.4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16시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종합식품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14시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12시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주유소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종합식품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39,974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30,011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21,530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225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(5,629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(2,338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(6,931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(77.9%)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(11.0%)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(5.7%)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32,365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41,329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14,752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143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주유소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(58.3%)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(13.0%)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차량정비/부품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(11.0%)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477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998198037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cx1="http://schemas.microsoft.com/office/drawing/2015/9/8/chartex"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53457716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87,887,286원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2,698건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32,578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96,671,600원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2,979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32,451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101,294,143원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2,739건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36,976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sp>
        <p:nvSpPr>
          <p:cNvPr id="4" name="SL_G1_MAP">
            <a:extLst>
              <a:ext uri="{FF2B5EF4-FFF2-40B4-BE49-F238E27FC236}">
                <a16:creationId xmlns:a16="http://schemas.microsoft.com/office/drawing/2014/main" id="{7E915718-9648-7698-E72F-F0C9D5D0C2B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363개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007864" y="3562581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793099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793099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793099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793099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7930994" y="356706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>
            <a:spLocks/>
          </p:cNvSpPr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4" name="SL_G6_MAP">
            <a:extLst>
              <a:ext uri="{FF2B5EF4-FFF2-40B4-BE49-F238E27FC236}">
                <a16:creationId xmlns:a16="http://schemas.microsoft.com/office/drawing/2014/main" id="{F76B16E8-4246-2232-1647-6CF896189311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007864" y="260764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007864" y="292563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29개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007864" y="3243839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7919184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7919184" y="261212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7919184" y="2930115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7919184" y="3248322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37899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4" name="SL_G8_MAP">
            <a:extLst>
              <a:ext uri="{FF2B5EF4-FFF2-40B4-BE49-F238E27FC236}">
                <a16:creationId xmlns:a16="http://schemas.microsoft.com/office/drawing/2014/main" id="{928488D2-9256-DE19-5411-B745B265A60C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122개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007864" y="258935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7923952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7923952" y="259383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2667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4" name="SL_G2_MAP">
            <a:extLst>
              <a:ext uri="{FF2B5EF4-FFF2-40B4-BE49-F238E27FC236}">
                <a16:creationId xmlns:a16="http://schemas.microsoft.com/office/drawing/2014/main" id="{AB702CF3-504E-A9C4-8090-98D5CD31AAB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2,128개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7923947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1061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4" name="SL_G3_MAP">
            <a:extLst>
              <a:ext uri="{FF2B5EF4-FFF2-40B4-BE49-F238E27FC236}">
                <a16:creationId xmlns:a16="http://schemas.microsoft.com/office/drawing/2014/main" id="{5E94535E-C925-6B6C-CE2A-2C66A89AF9D2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7923943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26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4" name="SL_G7_MAP">
            <a:extLst>
              <a:ext uri="{FF2B5EF4-FFF2-40B4-BE49-F238E27FC236}">
                <a16:creationId xmlns:a16="http://schemas.microsoft.com/office/drawing/2014/main" id="{5E1AC7BF-5EA5-56AA-8EFA-4E7EF12B7B68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7923950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2665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4" name="SL_G4_MAP">
            <a:extLst>
              <a:ext uri="{FF2B5EF4-FFF2-40B4-BE49-F238E27FC236}">
                <a16:creationId xmlns:a16="http://schemas.microsoft.com/office/drawing/2014/main" id="{D50688A8-AEE7-18D8-5F7E-3DB68178E927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007864" y="2279834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7928708" y="2284317"/>
            <a:ext cx="108000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None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7423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4" name="SL_G5_MAP">
            <a:extLst>
              <a:ext uri="{FF2B5EF4-FFF2-40B4-BE49-F238E27FC236}">
                <a16:creationId xmlns:a16="http://schemas.microsoft.com/office/drawing/2014/main" id="{9D8EDA86-3F0A-24F3-DC19-D9D97B27EBDE}"/>
              </a:ext>
            </a:extLst>
          </p:cNvPr>
          <p:cNvSpPr/>
          <p:nvPr/>
        </p:nvSpPr>
        <p:spPr>
          <a:xfrm>
            <a:off x="712501" y="1219200"/>
            <a:ext cx="5021549" cy="4952354"/>
          </a:xfrm>
          <a:prstGeom prst="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4218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086093" y="2279834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 (0대)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004872" y="2284317"/>
            <a:ext cx="92354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358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이상이면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데이터 없음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없음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7978</TotalTime>
  <Words>2254</Words>
  <Application>Microsoft Office PowerPoint</Application>
  <PresentationFormat>와이드스크린</PresentationFormat>
  <Paragraphs>607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</vt:lpstr>
      <vt:lpstr>Arial</vt:lpstr>
      <vt:lpstr>Calibri Light</vt:lpstr>
      <vt:lpstr>Pretendard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1582</cp:revision>
  <dcterms:created xsi:type="dcterms:W3CDTF">2025-10-15T03:48:02Z</dcterms:created>
  <dcterms:modified xsi:type="dcterms:W3CDTF">2025-11-07T09:03:04Z</dcterms:modified>
</cp:coreProperties>
</file>