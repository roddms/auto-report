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4.4820000000000002</c:v>
                </c:pt>
                <c:pt idx="1">
                  <c:v>0</c:v>
                </c:pt>
                <c:pt idx="2">
                  <c:v>5.2050000000000001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-100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39D4000-8E92-4589-B2D9-504065920BE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631C220-D317-4B62-9096-183AB0F7832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90D6C55-0B0A-4034-B3B6-6EABDA36279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E7BF03-5446-49FA-BBDB-4A2864FCDEF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FAD975B-6178-4C0F-91B1-FEB41B9BCAD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00135DF-3BDA-45E9-89CF-96100050D58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3DBADAB-59EC-46FF-B8D1-9D7B8FE5D8D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2191335-8EFD-4750-BDF8-7C8125CDAA9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1.8919999999999999</c:v>
                </c:pt>
                <c:pt idx="1">
                  <c:v>3.3140000000000001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60대</c:v>
                </c:pt>
                <c:pt idx="1">
                  <c:v>50대</c:v>
                </c:pt>
                <c:pt idx="2">
                  <c:v>40대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1.5349999999999999</c:v>
                </c:pt>
                <c:pt idx="1">
                  <c:v>1.417</c:v>
                </c:pt>
                <c:pt idx="2">
                  <c:v>1.05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2.7759999999999998</c:v>
                </c:pt>
                <c:pt idx="1">
                  <c:v>2.2429999999999999</c:v>
                </c:pt>
                <c:pt idx="2">
                  <c:v>0.186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5.2050000000000001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10.22</c:v>
                </c:pt>
                <c:pt idx="1">
                  <c:v>10.23</c:v>
                </c:pt>
                <c:pt idx="2">
                  <c:v>10.25</c:v>
                </c:pt>
                <c:pt idx="3">
                  <c:v>10.26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1.087</c:v>
                </c:pt>
                <c:pt idx="1">
                  <c:v>1.044</c:v>
                </c:pt>
                <c:pt idx="2">
                  <c:v>1.694</c:v>
                </c:pt>
                <c:pt idx="3">
                  <c:v>1.38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5.2050000000000001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3.6145833333333335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1.8919999999999999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3.3140000000000001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0.192</c:v>
                </c:pt>
                <c:pt idx="5">
                  <c:v>0.25600000000000001</c:v>
                </c:pt>
                <c:pt idx="6">
                  <c:v>0.96399999999999997</c:v>
                </c:pt>
                <c:pt idx="7">
                  <c:v>0.67100000000000004</c:v>
                </c:pt>
                <c:pt idx="8">
                  <c:v>0.69799999999999995</c:v>
                </c:pt>
                <c:pt idx="9">
                  <c:v>0.30399999999999999</c:v>
                </c:pt>
                <c:pt idx="10">
                  <c:v>0.107</c:v>
                </c:pt>
                <c:pt idx="11">
                  <c:v>1.4279999999999999</c:v>
                </c:pt>
                <c:pt idx="12">
                  <c:v>0.20200000000000001</c:v>
                </c:pt>
                <c:pt idx="13">
                  <c:v>0.38400000000000001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192000</c:v>
                </c:pt>
                <c:pt idx="5">
                  <c:v>256000</c:v>
                </c:pt>
                <c:pt idx="6">
                  <c:v>964000</c:v>
                </c:pt>
                <c:pt idx="7">
                  <c:v>671000</c:v>
                </c:pt>
                <c:pt idx="8">
                  <c:v>698000</c:v>
                </c:pt>
                <c:pt idx="9">
                  <c:v>304000</c:v>
                </c:pt>
                <c:pt idx="10">
                  <c:v>107000</c:v>
                </c:pt>
                <c:pt idx="11">
                  <c:v>1428000</c:v>
                </c:pt>
                <c:pt idx="12">
                  <c:v>202000</c:v>
                </c:pt>
                <c:pt idx="13">
                  <c:v>384000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2.7759999999999998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2.2429999999999999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AC2-4EE8-80AA-3056408D79FE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AC2-4EE8-80AA-3056408D79FE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AC2-4EE8-80AA-3056408D79FE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AC2-4EE8-80AA-3056408D79FE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AC2-4EE8-80AA-3056408D79FE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5AC2-4EE8-80AA-3056408D79FE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5AC2-4EE8-80AA-3056408D79FE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5AC2-4EE8-80AA-3056408D79FE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5AC2-4EE8-80AA-3056408D79FE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5AC2-4EE8-80AA-3056408D79FE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5AC2-4EE8-80AA-3056408D79FE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5AC2-4EE8-80AA-3056408D79FE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5AC2-4EE8-80AA-3056408D79FE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5AC2-4EE8-80AA-3056408D79FE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5AC2-4EE8-80AA-3056408D79FE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5AC2-4EE8-80AA-3056408D79FE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5AC2-4EE8-80AA-3056408D79FE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5AC2-4EE8-80AA-3056408D79FE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0.66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0.56999999999999995</c:v>
                </c:pt>
                <c:pt idx="7">
                  <c:v>1.0900000000000001</c:v>
                </c:pt>
                <c:pt idx="8">
                  <c:v>1.04</c:v>
                </c:pt>
                <c:pt idx="9">
                  <c:v>0</c:v>
                </c:pt>
                <c:pt idx="10">
                  <c:v>1.69</c:v>
                </c:pt>
                <c:pt idx="11">
                  <c:v>1.38</c:v>
                </c:pt>
                <c:pt idx="12">
                  <c:v>0</c:v>
                </c:pt>
                <c:pt idx="13">
                  <c:v>0.6</c:v>
                </c:pt>
                <c:pt idx="14">
                  <c:v>0.85</c:v>
                </c:pt>
                <c:pt idx="15">
                  <c:v>0</c:v>
                </c:pt>
                <c:pt idx="16">
                  <c:v>0.89</c:v>
                </c:pt>
                <c:pt idx="17">
                  <c:v>0</c:v>
                </c:pt>
                <c:pt idx="18">
                  <c:v>2.11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5AC2-4EE8-80AA-3056408D79FE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5AC2-4EE8-80AA-3056408D79FE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5AC2-4EE8-80AA-3056408D79FE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5AC2-4EE8-80AA-3056408D79FE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5AC2-4EE8-80AA-3056408D79FE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5AC2-4EE8-80AA-3056408D79FE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5AC2-4EE8-80AA-3056408D79FE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5AC2-4EE8-80AA-3056408D79FE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5AC2-4EE8-80AA-3056408D79FE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5AC2-4EE8-80AA-3056408D79FE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5AC2-4EE8-80AA-3056408D79FE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5AC2-4EE8-80AA-3056408D79FE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5AC2-4EE8-80AA-3056408D79FE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5AC2-4EE8-80AA-3056408D79FE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5AC2-4EE8-80AA-3056408D79FE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5AC2-4EE8-80AA-3056408D79FE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5AC2-4EE8-80AA-3056408D79FE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5AC2-4EE8-80AA-3056408D79FE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16</c:v>
                </c:pt>
                <c:pt idx="7">
                  <c:v>37</c:v>
                </c:pt>
                <c:pt idx="8">
                  <c:v>32</c:v>
                </c:pt>
                <c:pt idx="9">
                  <c:v>0</c:v>
                </c:pt>
                <c:pt idx="10">
                  <c:v>48</c:v>
                </c:pt>
                <c:pt idx="11">
                  <c:v>27</c:v>
                </c:pt>
                <c:pt idx="12">
                  <c:v>0</c:v>
                </c:pt>
                <c:pt idx="13">
                  <c:v>16</c:v>
                </c:pt>
                <c:pt idx="14">
                  <c:v>27</c:v>
                </c:pt>
                <c:pt idx="15">
                  <c:v>0</c:v>
                </c:pt>
                <c:pt idx="16">
                  <c:v>21</c:v>
                </c:pt>
                <c:pt idx="17">
                  <c:v>0</c:v>
                </c:pt>
                <c:pt idx="18">
                  <c:v>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5.2000000000000002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소비금액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대포동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대포동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100.0%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29.5%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16.1%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대포동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대포동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대포동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(144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36,146원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없음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10월25일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5,205,000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(144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5,205,000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(144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36,146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(144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(100.0%)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(100.0%)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29.5%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(5.3%)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(14.1%)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(20.2%)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(27.2%)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(29.5%)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(3.7%)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27.4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40,232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32,043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37,200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(69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36,146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144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(100.0%)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55915766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5898263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175,857원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38,469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1,041,000원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36,146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635,571원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38,026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sp>
        <p:nvSpPr>
          <p:cNvPr id="4" name="SL_G1_MAP">
            <a:extLst>
              <a:ext uri="{FF2B5EF4-FFF2-40B4-BE49-F238E27FC236}">
                <a16:creationId xmlns:a16="http://schemas.microsoft.com/office/drawing/2014/main" id="{7E915718-9648-7698-E72F-F0C9D5D0C2B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74개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4" name="SL_G6_MAP">
            <a:extLst>
              <a:ext uri="{FF2B5EF4-FFF2-40B4-BE49-F238E27FC236}">
                <a16:creationId xmlns:a16="http://schemas.microsoft.com/office/drawing/2014/main" id="{F76B16E8-4246-2232-1647-6CF896189311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4" name="SL_G8_MAP">
            <a:extLst>
              <a:ext uri="{FF2B5EF4-FFF2-40B4-BE49-F238E27FC236}">
                <a16:creationId xmlns:a16="http://schemas.microsoft.com/office/drawing/2014/main" id="{928488D2-9256-DE19-5411-B745B265A60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4" name="SL_G2_MAP">
            <a:extLst>
              <a:ext uri="{FF2B5EF4-FFF2-40B4-BE49-F238E27FC236}">
                <a16:creationId xmlns:a16="http://schemas.microsoft.com/office/drawing/2014/main" id="{AB702CF3-504E-A9C4-8090-98D5CD31AAB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266개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4" name="SL_G3_MAP">
            <a:extLst>
              <a:ext uri="{FF2B5EF4-FFF2-40B4-BE49-F238E27FC236}">
                <a16:creationId xmlns:a16="http://schemas.microsoft.com/office/drawing/2014/main" id="{5E94535E-C925-6B6C-CE2A-2C66A89AF9D2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4" name="SL_G7_MAP">
            <a:extLst>
              <a:ext uri="{FF2B5EF4-FFF2-40B4-BE49-F238E27FC236}">
                <a16:creationId xmlns:a16="http://schemas.microsoft.com/office/drawing/2014/main" id="{5E1AC7BF-5EA5-56AA-8EFA-4E7EF12B7B68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4" name="SL_G4_MAP">
            <a:extLst>
              <a:ext uri="{FF2B5EF4-FFF2-40B4-BE49-F238E27FC236}">
                <a16:creationId xmlns:a16="http://schemas.microsoft.com/office/drawing/2014/main" id="{D50688A8-AEE7-18D8-5F7E-3DB68178E927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데이터 없음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4" name="SL_G5_MAP">
            <a:extLst>
              <a:ext uri="{FF2B5EF4-FFF2-40B4-BE49-F238E27FC236}">
                <a16:creationId xmlns:a16="http://schemas.microsoft.com/office/drawing/2014/main" id="{9D8EDA86-3F0A-24F3-DC19-D9D97B27EBD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 (0대)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데이터 없음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없음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2236</Words>
  <Application>Microsoft Office PowerPoint</Application>
  <PresentationFormat>와이드스크린</PresentationFormat>
  <Paragraphs>607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</vt:lpstr>
      <vt:lpstr>Arial</vt:lpstr>
      <vt:lpstr>Calibri Light</vt:lpstr>
      <vt:lpstr>Pretendard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2025-11-07T09:01:56Z</dcterms:modified>
</cp:coreProperties>
</file>