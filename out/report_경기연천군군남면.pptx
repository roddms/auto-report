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Ex1.xml" ContentType="application/vnd.ms-office.chartex+xml"/>
  <Override PartName="/ppt/charts/chartEx2.xml" ContentType="application/vnd.ms-office.chartex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media/image11.svg" ContentType="image/svg+xml"/>
  <Override PartName="/ppt/media/image13.svg" ContentType="image/svg+xml"/>
  <Override PartName="/ppt/media/image31.svg" ContentType="image/svg+xml"/>
  <Override PartName="/ppt/media/image34.svg" ContentType="image/svg+xml"/>
  <Override PartName="/ppt/media/image37.svg" ContentType="image/svg+xml"/>
  <Override PartName="/ppt/media/image40.svg" ContentType="image/svg+xml"/>
  <Override PartName="/ppt/media/image43.svg" ContentType="image/svg+xml"/>
  <Override PartName="/ppt/media/image49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64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6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  <p:embeddedFont>
      <p:font typeface="맑은 고딕" panose="020B0503020000020004" pitchFamily="50" charset="-127"/>
      <p:regular r:id="rId35"/>
      <p:bold r:id="rId3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54" userDrawn="1">
          <p15:clr>
            <a:srgbClr val="A4A3A4"/>
          </p15:clr>
        </p15:guide>
        <p15:guide id="2" pos="52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E50"/>
    <a:srgbClr val="222268"/>
    <a:srgbClr val="09081B"/>
    <a:srgbClr val="161641"/>
    <a:srgbClr val="2F2D8E"/>
    <a:srgbClr val="5B59C9"/>
    <a:srgbClr val="3D3BB4"/>
    <a:srgbClr val="E7E6E6"/>
    <a:srgbClr val="8181D7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>
        <p:scale>
          <a:sx n="150" d="100"/>
          <a:sy n="150" d="100"/>
        </p:scale>
        <p:origin x="-3252" y="108"/>
      </p:cViewPr>
      <p:guideLst>
        <p:guide orient="horz" pos="754"/>
        <p:guide pos="526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font" Target="fonts/font1.fntdata"/><Relationship Id="rId34" Type="http://schemas.openxmlformats.org/officeDocument/2006/relationships/font" Target="fonts/font2.fntdata"/><Relationship Id="rId35" Type="http://schemas.openxmlformats.org/officeDocument/2006/relationships/font" Target="fonts/font3.fntdata"/><Relationship Id="rId36" Type="http://schemas.openxmlformats.org/officeDocument/2006/relationships/font" Target="fonts/font4.fntdata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microsoft.com/office/2011/relationships/chartStyle" Target="style20.xml"/><Relationship Id="rId2" Type="http://schemas.microsoft.com/office/2011/relationships/chartColorStyle" Target="colors20.xml"/><Relationship Id="rId3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microsoft.com/office/2011/relationships/chartStyle" Target="style21.xml"/><Relationship Id="rId2" Type="http://schemas.microsoft.com/office/2011/relationships/chartColorStyle" Target="colors21.xml"/><Relationship Id="rId3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microsoft.com/office/2011/relationships/chartStyle" Target="style22.xml"/><Relationship Id="rId2" Type="http://schemas.microsoft.com/office/2011/relationships/chartColorStyle" Target="colors22.xml"/><Relationship Id="rId3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microsoft.com/office/2011/relationships/chartStyle" Target="style23.xml"/><Relationship Id="rId2" Type="http://schemas.microsoft.com/office/2011/relationships/chartColorStyle" Target="colors23.xml"/><Relationship Id="rId3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microsoft.com/office/2011/relationships/chartStyle" Target="style24.xml"/><Relationship Id="rId2" Type="http://schemas.microsoft.com/office/2011/relationships/chartColorStyle" Target="colors24.xml"/><Relationship Id="rId3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microsoft.com/office/2011/relationships/chartStyle" Target="style25.xml"/><Relationship Id="rId2" Type="http://schemas.microsoft.com/office/2011/relationships/chartColorStyle" Target="colors25.xml"/><Relationship Id="rId3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microsoft.com/office/2011/relationships/chartStyle" Target="style26.xml"/><Relationship Id="rId2" Type="http://schemas.microsoft.com/office/2011/relationships/chartColorStyle" Target="colors26.xml"/><Relationship Id="rId3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Ex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Relationship Id="rId2" Type="http://schemas.microsoft.com/office/2011/relationships/chartStyle" Target="style27.xml"/><Relationship Id="rId3" Type="http://schemas.microsoft.com/office/2011/relationships/chartColorStyle" Target="colors27.xml"/></Relationships>
</file>

<file path=ppt/charts/_rels/chartEx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Relationship Id="rId2" Type="http://schemas.microsoft.com/office/2011/relationships/chartStyle" Target="style28.xml"/><Relationship Id="rId3" Type="http://schemas.microsoft.com/office/2011/relationships/chartColorStyle" Target="colors2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백만원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2827.0751409999998</c:v>
                </c:pt>
                <c:pt idx="1">
                  <c:v>2535.9754819999998</c:v>
                </c:pt>
                <c:pt idx="2">
                  <c:v>2417.3535780000002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-10.3</c:v>
                </c:pt>
                <c:pt idx="2">
                  <c:v>-14.5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Sheet1!$A$2:$A$62</c:f>
              <c:strCache>
                <c:ptCount val="61"/>
                <c:pt idx="0">
                  <c:v>09.01</c:v>
                </c:pt>
                <c:pt idx="1">
                  <c:v>09.02</c:v>
                </c:pt>
                <c:pt idx="2">
                  <c:v>09.03</c:v>
                </c:pt>
                <c:pt idx="3">
                  <c:v>09.04</c:v>
                </c:pt>
                <c:pt idx="4">
                  <c:v>09.05</c:v>
                </c:pt>
                <c:pt idx="5">
                  <c:v>09.06</c:v>
                </c:pt>
                <c:pt idx="6">
                  <c:v>09.07</c:v>
                </c:pt>
                <c:pt idx="7">
                  <c:v>09.08</c:v>
                </c:pt>
                <c:pt idx="8">
                  <c:v>09.09</c:v>
                </c:pt>
                <c:pt idx="9">
                  <c:v>09.10</c:v>
                </c:pt>
                <c:pt idx="10">
                  <c:v>09.11</c:v>
                </c:pt>
                <c:pt idx="11">
                  <c:v>09.12</c:v>
                </c:pt>
                <c:pt idx="12">
                  <c:v>09.13</c:v>
                </c:pt>
                <c:pt idx="13">
                  <c:v>09.14</c:v>
                </c:pt>
                <c:pt idx="14">
                  <c:v>09.15</c:v>
                </c:pt>
                <c:pt idx="15">
                  <c:v>09.16</c:v>
                </c:pt>
                <c:pt idx="16">
                  <c:v>09.17</c:v>
                </c:pt>
                <c:pt idx="17">
                  <c:v>09.18</c:v>
                </c:pt>
                <c:pt idx="18">
                  <c:v>09.19</c:v>
                </c:pt>
                <c:pt idx="19">
                  <c:v>09.20</c:v>
                </c:pt>
                <c:pt idx="20">
                  <c:v>09.21</c:v>
                </c:pt>
                <c:pt idx="21">
                  <c:v>09.22</c:v>
                </c:pt>
                <c:pt idx="22">
                  <c:v>09.23</c:v>
                </c:pt>
                <c:pt idx="23">
                  <c:v>09.24</c:v>
                </c:pt>
                <c:pt idx="24">
                  <c:v>09.25</c:v>
                </c:pt>
                <c:pt idx="25">
                  <c:v>09.26</c:v>
                </c:pt>
                <c:pt idx="26">
                  <c:v>09.27</c:v>
                </c:pt>
                <c:pt idx="27">
                  <c:v>09.28</c:v>
                </c:pt>
                <c:pt idx="28">
                  <c:v>09.29</c:v>
                </c:pt>
                <c:pt idx="29">
                  <c:v>09.30</c:v>
                </c:pt>
                <c:pt idx="30">
                  <c:v>10.01</c:v>
                </c:pt>
                <c:pt idx="31">
                  <c:v>10.02</c:v>
                </c:pt>
                <c:pt idx="32">
                  <c:v>10.03</c:v>
                </c:pt>
                <c:pt idx="33">
                  <c:v>10.04</c:v>
                </c:pt>
                <c:pt idx="34">
                  <c:v>10.05</c:v>
                </c:pt>
                <c:pt idx="35">
                  <c:v>10.06</c:v>
                </c:pt>
                <c:pt idx="36">
                  <c:v>10.07</c:v>
                </c:pt>
                <c:pt idx="37">
                  <c:v>10.08</c:v>
                </c:pt>
                <c:pt idx="38">
                  <c:v>10.09</c:v>
                </c:pt>
                <c:pt idx="39">
                  <c:v>10.10</c:v>
                </c:pt>
                <c:pt idx="40">
                  <c:v>10.11</c:v>
                </c:pt>
                <c:pt idx="41">
                  <c:v>10.12</c:v>
                </c:pt>
                <c:pt idx="42">
                  <c:v>10.13</c:v>
                </c:pt>
                <c:pt idx="43">
                  <c:v>10.14</c:v>
                </c:pt>
                <c:pt idx="44">
                  <c:v>10.15</c:v>
                </c:pt>
                <c:pt idx="45">
                  <c:v>10.16</c:v>
                </c:pt>
                <c:pt idx="46">
                  <c:v>10.17</c:v>
                </c:pt>
                <c:pt idx="47">
                  <c:v>10.18</c:v>
                </c:pt>
                <c:pt idx="48">
                  <c:v>10.19</c:v>
                </c:pt>
                <c:pt idx="49">
                  <c:v>10.20</c:v>
                </c:pt>
                <c:pt idx="50">
                  <c:v>10.21</c:v>
                </c:pt>
                <c:pt idx="51">
                  <c:v>10.22</c:v>
                </c:pt>
                <c:pt idx="52">
                  <c:v>10.23</c:v>
                </c:pt>
                <c:pt idx="53">
                  <c:v>10.24</c:v>
                </c:pt>
                <c:pt idx="54">
                  <c:v>10.25</c:v>
                </c:pt>
                <c:pt idx="55">
                  <c:v>10.26</c:v>
                </c:pt>
                <c:pt idx="56">
                  <c:v>10.27</c:v>
                </c:pt>
                <c:pt idx="57">
                  <c:v>10.28</c:v>
                </c:pt>
                <c:pt idx="58">
                  <c:v>10.29</c:v>
                </c:pt>
                <c:pt idx="59">
                  <c:v>10.30</c:v>
                </c:pt>
                <c:pt idx="60">
                  <c:v>10.31</c:v>
                </c:pt>
              </c:strCache>
            </c:strRef>
          </c:cat>
          <c:val>
            <c:numRef>
              <c:f>Sheet1!$B$2:$B$62</c:f>
              <c:numCache>
                <c:formatCode>General</c:formatCode>
                <c:ptCount val="6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20F77A82-0765-4253-BD63-1BE702E0FD13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8A03ABF-46F7-4D70-AD63-555E71508542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A5248899-C779-40A0-9AA4-F78BC8C7F0AE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24513597-15D7-426A-939A-762A82A9098C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2CBD1FB1-D0EA-4F13-907F-1BC74B7AD87F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1344F805-7B37-4473-832F-C995637AA17C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3AA585B7-37ED-4CEB-B8EB-8E7E9F56CD67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Sheet1!$A$2:$A$62</c:f>
              <c:strCache>
                <c:ptCount val="61"/>
                <c:pt idx="0">
                  <c:v>09.01</c:v>
                </c:pt>
                <c:pt idx="1">
                  <c:v>09.02</c:v>
                </c:pt>
                <c:pt idx="2">
                  <c:v>09.03</c:v>
                </c:pt>
                <c:pt idx="3">
                  <c:v>09.04</c:v>
                </c:pt>
                <c:pt idx="4">
                  <c:v>09.05</c:v>
                </c:pt>
                <c:pt idx="5">
                  <c:v>09.06</c:v>
                </c:pt>
                <c:pt idx="6">
                  <c:v>09.07</c:v>
                </c:pt>
                <c:pt idx="7">
                  <c:v>09.08</c:v>
                </c:pt>
                <c:pt idx="8">
                  <c:v>09.09</c:v>
                </c:pt>
                <c:pt idx="9">
                  <c:v>09.10</c:v>
                </c:pt>
                <c:pt idx="10">
                  <c:v>09.11</c:v>
                </c:pt>
                <c:pt idx="11">
                  <c:v>09.12</c:v>
                </c:pt>
                <c:pt idx="12">
                  <c:v>09.13</c:v>
                </c:pt>
                <c:pt idx="13">
                  <c:v>09.14</c:v>
                </c:pt>
                <c:pt idx="14">
                  <c:v>09.15</c:v>
                </c:pt>
                <c:pt idx="15">
                  <c:v>09.16</c:v>
                </c:pt>
                <c:pt idx="16">
                  <c:v>09.17</c:v>
                </c:pt>
                <c:pt idx="17">
                  <c:v>09.18</c:v>
                </c:pt>
                <c:pt idx="18">
                  <c:v>09.19</c:v>
                </c:pt>
                <c:pt idx="19">
                  <c:v>09.20</c:v>
                </c:pt>
                <c:pt idx="20">
                  <c:v>09.21</c:v>
                </c:pt>
                <c:pt idx="21">
                  <c:v>09.22</c:v>
                </c:pt>
                <c:pt idx="22">
                  <c:v>09.23</c:v>
                </c:pt>
                <c:pt idx="23">
                  <c:v>09.24</c:v>
                </c:pt>
                <c:pt idx="24">
                  <c:v>09.25</c:v>
                </c:pt>
                <c:pt idx="25">
                  <c:v>09.26</c:v>
                </c:pt>
                <c:pt idx="26">
                  <c:v>09.27</c:v>
                </c:pt>
                <c:pt idx="27">
                  <c:v>09.28</c:v>
                </c:pt>
                <c:pt idx="28">
                  <c:v>09.29</c:v>
                </c:pt>
                <c:pt idx="29">
                  <c:v>09.30</c:v>
                </c:pt>
                <c:pt idx="30">
                  <c:v>10.01</c:v>
                </c:pt>
                <c:pt idx="31">
                  <c:v>10.02</c:v>
                </c:pt>
                <c:pt idx="32">
                  <c:v>10.03</c:v>
                </c:pt>
                <c:pt idx="33">
                  <c:v>10.04</c:v>
                </c:pt>
                <c:pt idx="34">
                  <c:v>10.05</c:v>
                </c:pt>
                <c:pt idx="35">
                  <c:v>10.06</c:v>
                </c:pt>
                <c:pt idx="36">
                  <c:v>10.07</c:v>
                </c:pt>
                <c:pt idx="37">
                  <c:v>10.08</c:v>
                </c:pt>
                <c:pt idx="38">
                  <c:v>10.09</c:v>
                </c:pt>
                <c:pt idx="39">
                  <c:v>10.10</c:v>
                </c:pt>
                <c:pt idx="40">
                  <c:v>10.11</c:v>
                </c:pt>
                <c:pt idx="41">
                  <c:v>10.12</c:v>
                </c:pt>
                <c:pt idx="42">
                  <c:v>10.13</c:v>
                </c:pt>
                <c:pt idx="43">
                  <c:v>10.14</c:v>
                </c:pt>
                <c:pt idx="44">
                  <c:v>10.15</c:v>
                </c:pt>
                <c:pt idx="45">
                  <c:v>10.16</c:v>
                </c:pt>
                <c:pt idx="46">
                  <c:v>10.17</c:v>
                </c:pt>
                <c:pt idx="47">
                  <c:v>10.18</c:v>
                </c:pt>
                <c:pt idx="48">
                  <c:v>10.19</c:v>
                </c:pt>
                <c:pt idx="49">
                  <c:v>10.20</c:v>
                </c:pt>
                <c:pt idx="50">
                  <c:v>10.21</c:v>
                </c:pt>
                <c:pt idx="51">
                  <c:v>10.22</c:v>
                </c:pt>
                <c:pt idx="52">
                  <c:v>10.23</c:v>
                </c:pt>
                <c:pt idx="53">
                  <c:v>10.24</c:v>
                </c:pt>
                <c:pt idx="54">
                  <c:v>10.25</c:v>
                </c:pt>
                <c:pt idx="55">
                  <c:v>10.26</c:v>
                </c:pt>
                <c:pt idx="56">
                  <c:v>10.27</c:v>
                </c:pt>
                <c:pt idx="57">
                  <c:v>10.28</c:v>
                </c:pt>
                <c:pt idx="58">
                  <c:v>10.29</c:v>
                </c:pt>
                <c:pt idx="59">
                  <c:v>10.30</c:v>
                </c:pt>
                <c:pt idx="60">
                  <c:v>10.31</c:v>
                </c:pt>
              </c:strCache>
            </c:strRef>
          </c:cat>
          <c:val>
            <c:numRef>
              <c:f>Sheet1!$B$2:$B$62</c:f>
              <c:numCache>
                <c:formatCode>General</c:formatCode>
                <c:ptCount val="6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5.8197434846927756E-2"/>
          <c:y val="9.9756227134213032E-2"/>
          <c:w val="0.90496085742122079"/>
          <c:h val="0.76887093141337182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십만명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dPt>
            <c:idx val="2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7B79-47C8-BA9E-C1317C696A99}"/>
              </c:ext>
            </c:extLst>
          </c:dPt>
          <c:dPt>
            <c:idx val="2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7B79-47C8-BA9E-C1317C696A99}"/>
              </c:ext>
            </c:extLst>
          </c:dPt>
          <c:dPt>
            <c:idx val="2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7B79-47C8-BA9E-C1317C696A99}"/>
              </c:ext>
            </c:extLst>
          </c:dPt>
          <c:dPt>
            <c:idx val="2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7B79-47C8-BA9E-C1317C696A99}"/>
              </c:ext>
            </c:extLst>
          </c:dPt>
          <c:dPt>
            <c:idx val="2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9-7B79-47C8-BA9E-C1317C696A99}"/>
              </c:ext>
            </c:extLst>
          </c:dPt>
          <c:dPt>
            <c:idx val="2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B-7B79-47C8-BA9E-C1317C696A99}"/>
              </c:ext>
            </c:extLst>
          </c:dPt>
          <c:dPt>
            <c:idx val="3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D-7B79-47C8-BA9E-C1317C696A99}"/>
              </c:ext>
            </c:extLst>
          </c:dPt>
          <c:dPt>
            <c:idx val="3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F-7B79-47C8-BA9E-C1317C696A99}"/>
              </c:ext>
            </c:extLst>
          </c:dPt>
          <c:dPt>
            <c:idx val="3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1-7B79-47C8-BA9E-C1317C696A99}"/>
              </c:ext>
            </c:extLst>
          </c:dPt>
          <c:dPt>
            <c:idx val="3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3-7B79-47C8-BA9E-C1317C696A99}"/>
              </c:ext>
            </c:extLst>
          </c:dPt>
          <c:dPt>
            <c:idx val="3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5-7B79-47C8-BA9E-C1317C696A99}"/>
              </c:ext>
            </c:extLst>
          </c:dPt>
          <c:dPt>
            <c:idx val="3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7-7B79-47C8-BA9E-C1317C696A99}"/>
              </c:ext>
            </c:extLst>
          </c:dPt>
          <c:dPt>
            <c:idx val="3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9-7B79-47C8-BA9E-C1317C696A99}"/>
              </c:ext>
            </c:extLst>
          </c:dPt>
          <c:dPt>
            <c:idx val="3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B-7B79-47C8-BA9E-C1317C696A99}"/>
              </c:ext>
            </c:extLst>
          </c:dPt>
          <c:dPt>
            <c:idx val="3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D-7B79-47C8-BA9E-C1317C696A99}"/>
              </c:ext>
            </c:extLst>
          </c:dPt>
          <c:dPt>
            <c:idx val="3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F-7B79-47C8-BA9E-C1317C696A99}"/>
              </c:ext>
            </c:extLst>
          </c:dPt>
          <c:dPt>
            <c:idx val="4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51-7B79-47C8-BA9E-C1317C696A99}"/>
              </c:ext>
            </c:extLst>
          </c:dPt>
          <c:dPt>
            <c:idx val="4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53-7B79-47C8-BA9E-C1317C696A99}"/>
              </c:ext>
            </c:extLst>
          </c:dPt>
          <c:dPt>
            <c:idx val="4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55-7B79-47C8-BA9E-C1317C696A99}"/>
              </c:ext>
            </c:extLst>
          </c:dPt>
          <c:dPt>
            <c:idx val="4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57-7B79-47C8-BA9E-C1317C696A99}"/>
              </c:ext>
            </c:extLst>
          </c:dPt>
          <c:dPt>
            <c:idx val="4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59-7B79-47C8-BA9E-C1317C696A99}"/>
              </c:ext>
            </c:extLst>
          </c:dPt>
          <c:dPt>
            <c:idx val="4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5B-7B79-47C8-BA9E-C1317C696A99}"/>
              </c:ext>
            </c:extLst>
          </c:dPt>
          <c:dPt>
            <c:idx val="4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5D-7B79-47C8-BA9E-C1317C696A99}"/>
              </c:ext>
            </c:extLst>
          </c:dPt>
          <c:dPt>
            <c:idx val="4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5F-7B79-47C8-BA9E-C1317C696A99}"/>
              </c:ext>
            </c:extLst>
          </c:dPt>
          <c:dPt>
            <c:idx val="4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1-7B79-47C8-BA9E-C1317C696A99}"/>
              </c:ext>
            </c:extLst>
          </c:dPt>
          <c:dPt>
            <c:idx val="4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3-7B79-47C8-BA9E-C1317C696A99}"/>
              </c:ext>
            </c:extLst>
          </c:dPt>
          <c:dPt>
            <c:idx val="5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5-7B79-47C8-BA9E-C1317C696A99}"/>
              </c:ext>
            </c:extLst>
          </c:dPt>
          <c:dPt>
            <c:idx val="5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7-7B79-47C8-BA9E-C1317C696A99}"/>
              </c:ext>
            </c:extLst>
          </c:dPt>
          <c:dPt>
            <c:idx val="5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9-7B79-47C8-BA9E-C1317C696A99}"/>
              </c:ext>
            </c:extLst>
          </c:dPt>
          <c:dPt>
            <c:idx val="5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B-7B79-47C8-BA9E-C1317C696A99}"/>
              </c:ext>
            </c:extLst>
          </c:dPt>
          <c:dPt>
            <c:idx val="5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D-7B79-47C8-BA9E-C1317C696A99}"/>
              </c:ext>
            </c:extLst>
          </c:dPt>
          <c:dPt>
            <c:idx val="5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F-7B79-47C8-BA9E-C1317C696A99}"/>
              </c:ext>
            </c:extLst>
          </c:dPt>
          <c:dPt>
            <c:idx val="5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1-7B79-47C8-BA9E-C1317C696A99}"/>
              </c:ext>
            </c:extLst>
          </c:dPt>
          <c:dPt>
            <c:idx val="5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3-7B79-47C8-BA9E-C1317C696A99}"/>
              </c:ext>
            </c:extLst>
          </c:dPt>
          <c:dPt>
            <c:idx val="5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5-7B79-47C8-BA9E-C1317C696A99}"/>
              </c:ext>
            </c:extLst>
          </c:dPt>
          <c:dPt>
            <c:idx val="5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7-7B79-47C8-BA9E-C1317C696A99}"/>
              </c:ext>
            </c:extLst>
          </c:dPt>
          <c:dPt>
            <c:idx val="6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9-7B79-47C8-BA9E-C1317C696A99}"/>
              </c:ext>
            </c:extLst>
          </c:dPt>
          <c:dPt>
            <c:idx val="6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B-7B79-47C8-BA9E-C1317C696A99}"/>
              </c:ext>
            </c:extLst>
          </c:dPt>
          <c:dPt>
            <c:idx val="6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D-7B79-47C8-BA9E-C1317C696A99}"/>
              </c:ext>
            </c:extLst>
          </c:dPt>
          <c:dPt>
            <c:idx val="6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F-7B79-47C8-BA9E-C1317C696A99}"/>
              </c:ext>
            </c:extLst>
          </c:dPt>
          <c:dPt>
            <c:idx val="6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1-7B79-47C8-BA9E-C1317C696A99}"/>
              </c:ext>
            </c:extLst>
          </c:dPt>
          <c:dPt>
            <c:idx val="6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3-7B79-47C8-BA9E-C1317C696A99}"/>
              </c:ext>
            </c:extLst>
          </c:dPt>
          <c:dPt>
            <c:idx val="6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5-7B79-47C8-BA9E-C1317C696A99}"/>
              </c:ext>
            </c:extLst>
          </c:dPt>
          <c:dPt>
            <c:idx val="6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7-7B79-47C8-BA9E-C1317C696A99}"/>
              </c:ext>
            </c:extLst>
          </c:dPt>
          <c:dPt>
            <c:idx val="6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9-7B79-47C8-BA9E-C1317C696A99}"/>
              </c:ext>
            </c:extLst>
          </c:dPt>
          <c:dPt>
            <c:idx val="6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B-7B79-47C8-BA9E-C1317C696A99}"/>
              </c:ext>
            </c:extLst>
          </c:dPt>
          <c:dPt>
            <c:idx val="7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D-7B79-47C8-BA9E-C1317C696A99}"/>
              </c:ext>
            </c:extLst>
          </c:dPt>
          <c:dPt>
            <c:idx val="7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F-7B79-47C8-BA9E-C1317C696A99}"/>
              </c:ext>
            </c:extLst>
          </c:dPt>
          <c:dPt>
            <c:idx val="7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1-7B79-47C8-BA9E-C1317C696A99}"/>
              </c:ext>
            </c:extLst>
          </c:dPt>
          <c:dPt>
            <c:idx val="7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3-7B79-47C8-BA9E-C1317C696A99}"/>
              </c:ext>
            </c:extLst>
          </c:dPt>
          <c:dPt>
            <c:idx val="7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5-7B79-47C8-BA9E-C1317C696A99}"/>
              </c:ext>
            </c:extLst>
          </c:dPt>
          <c:cat>
            <c:strRef>
              <c:f>Sheet1!$A$2:$A$76</c:f>
              <c:strCache>
                <c:ptCount val="75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DAY17</c:v>
                </c:pt>
                <c:pt idx="24">
                  <c:v>DAY18</c:v>
                </c:pt>
                <c:pt idx="25">
                  <c:v>DAY19</c:v>
                </c:pt>
                <c:pt idx="26">
                  <c:v>DAY20</c:v>
                </c:pt>
                <c:pt idx="27">
                  <c:v>DAY21</c:v>
                </c:pt>
                <c:pt idx="28">
                  <c:v>DAY22</c:v>
                </c:pt>
                <c:pt idx="29">
                  <c:v>DAY23</c:v>
                </c:pt>
                <c:pt idx="30">
                  <c:v>DAY24</c:v>
                </c:pt>
                <c:pt idx="31">
                  <c:v>DAY25</c:v>
                </c:pt>
                <c:pt idx="32">
                  <c:v>DAY26</c:v>
                </c:pt>
                <c:pt idx="33">
                  <c:v>DAY27</c:v>
                </c:pt>
                <c:pt idx="34">
                  <c:v>DAY28</c:v>
                </c:pt>
                <c:pt idx="35">
                  <c:v>DAY29</c:v>
                </c:pt>
                <c:pt idx="36">
                  <c:v>DAY30</c:v>
                </c:pt>
                <c:pt idx="37">
                  <c:v>DAY31</c:v>
                </c:pt>
                <c:pt idx="38">
                  <c:v>DAY32</c:v>
                </c:pt>
                <c:pt idx="39">
                  <c:v>DAY33</c:v>
                </c:pt>
                <c:pt idx="40">
                  <c:v>DAY34</c:v>
                </c:pt>
                <c:pt idx="41">
                  <c:v>DAY35</c:v>
                </c:pt>
                <c:pt idx="42">
                  <c:v>DAY36</c:v>
                </c:pt>
                <c:pt idx="43">
                  <c:v>DAY37</c:v>
                </c:pt>
                <c:pt idx="44">
                  <c:v>DAY38</c:v>
                </c:pt>
                <c:pt idx="45">
                  <c:v>DAY39</c:v>
                </c:pt>
                <c:pt idx="46">
                  <c:v>DAY40</c:v>
                </c:pt>
                <c:pt idx="47">
                  <c:v>DAY41</c:v>
                </c:pt>
                <c:pt idx="48">
                  <c:v>DAY42</c:v>
                </c:pt>
                <c:pt idx="49">
                  <c:v>DAY43</c:v>
                </c:pt>
                <c:pt idx="50">
                  <c:v>DAY44</c:v>
                </c:pt>
                <c:pt idx="51">
                  <c:v>DAY45</c:v>
                </c:pt>
                <c:pt idx="52">
                  <c:v>DAY46</c:v>
                </c:pt>
                <c:pt idx="53">
                  <c:v>DAY47</c:v>
                </c:pt>
                <c:pt idx="54">
                  <c:v>DAY48</c:v>
                </c:pt>
                <c:pt idx="55">
                  <c:v>DAY49</c:v>
                </c:pt>
                <c:pt idx="56">
                  <c:v>DAY50</c:v>
                </c:pt>
                <c:pt idx="57">
                  <c:v>DAY51</c:v>
                </c:pt>
                <c:pt idx="58">
                  <c:v>DAY52</c:v>
                </c:pt>
                <c:pt idx="59">
                  <c:v>DAY53</c:v>
                </c:pt>
                <c:pt idx="60">
                  <c:v>DAY54</c:v>
                </c:pt>
                <c:pt idx="61">
                  <c:v>DAY55</c:v>
                </c:pt>
                <c:pt idx="62">
                  <c:v>DAY56</c:v>
                </c:pt>
                <c:pt idx="63">
                  <c:v>DAY57</c:v>
                </c:pt>
                <c:pt idx="64">
                  <c:v>DAY58</c:v>
                </c:pt>
                <c:pt idx="65">
                  <c:v>DAY59</c:v>
                </c:pt>
                <c:pt idx="66">
                  <c:v>DAY60</c:v>
                </c:pt>
                <c:pt idx="67">
                  <c:v>DAY61</c:v>
                </c:pt>
                <c:pt idx="68">
                  <c:v>D+1</c:v>
                </c:pt>
                <c:pt idx="69">
                  <c:v>D+2</c:v>
                </c:pt>
                <c:pt idx="70">
                  <c:v>D+3</c:v>
                </c:pt>
                <c:pt idx="71">
                  <c:v>D+4</c:v>
                </c:pt>
                <c:pt idx="72">
                  <c:v>D+5</c:v>
                </c:pt>
                <c:pt idx="73">
                  <c:v>D+6</c:v>
                </c:pt>
                <c:pt idx="74">
                  <c:v>D+7</c:v>
                </c:pt>
              </c:strCache>
            </c:strRef>
          </c:cat>
          <c:val>
            <c:numRef>
              <c:f>Sheet1!$B$2:$B$76</c:f>
              <c:numCache>
                <c:formatCode>General</c:formatCode>
                <c:ptCount val="7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4D982D94-A8DF-4BD3-9C30-880676CF1904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472AEE8-8565-421E-BD38-D547194C34E3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1628.615016</c:v>
                </c:pt>
                <c:pt idx="1">
                  <c:v>788.738562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60대</c:v>
                </c:pt>
                <c:pt idx="1">
                  <c:v>50대</c:v>
                </c:pt>
                <c:pt idx="2">
                  <c:v>70대 이상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786.16931699999998</c:v>
                </c:pt>
                <c:pt idx="1">
                  <c:v>581.33626600000002</c:v>
                </c:pt>
                <c:pt idx="2">
                  <c:v>387.60645699999998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19F4CBF9-AE9B-4659-9EAD-58813A212CAF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DF7E978-734B-40AF-9D21-8934C6CE3D87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2CE3D220-0C57-416D-9A48-4CD877E94929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402.29814599999997</c:v>
                </c:pt>
                <c:pt idx="1">
                  <c:v>1270.9914060000001</c:v>
                </c:pt>
                <c:pt idx="2">
                  <c:v>650.01861799999995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Sheet1!$A$2:$A$6</c:f>
              <c:strCache>
                <c:ptCount val="5"/>
                <c:pt idx="0">
                  <c:v>농산물</c:v>
                </c:pt>
                <c:pt idx="1">
                  <c:v>할인점</c:v>
                </c:pt>
                <c:pt idx="2">
                  <c:v>커피전문점</c:v>
                </c:pt>
                <c:pt idx="3">
                  <c:v>편의점</c:v>
                </c:pt>
                <c:pt idx="4">
                  <c:v>주유소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757.90036599999996</c:v>
                </c:pt>
                <c:pt idx="1">
                  <c:v>327.80915399999998</c:v>
                </c:pt>
                <c:pt idx="2">
                  <c:v>217.35609700000001</c:v>
                </c:pt>
                <c:pt idx="3">
                  <c:v>174.58227600000001</c:v>
                </c:pt>
                <c:pt idx="4">
                  <c:v>151.288961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Sheet1!$A$2:$A$62</c:f>
              <c:strCache>
                <c:ptCount val="61"/>
                <c:pt idx="0">
                  <c:v>09.01</c:v>
                </c:pt>
                <c:pt idx="1">
                  <c:v>09.02</c:v>
                </c:pt>
                <c:pt idx="2">
                  <c:v>09.03</c:v>
                </c:pt>
                <c:pt idx="3">
                  <c:v>09.04</c:v>
                </c:pt>
                <c:pt idx="4">
                  <c:v>09.05</c:v>
                </c:pt>
                <c:pt idx="5">
                  <c:v>09.06</c:v>
                </c:pt>
                <c:pt idx="6">
                  <c:v>09.07</c:v>
                </c:pt>
                <c:pt idx="7">
                  <c:v>09.08</c:v>
                </c:pt>
                <c:pt idx="8">
                  <c:v>09.09</c:v>
                </c:pt>
                <c:pt idx="9">
                  <c:v>09.10</c:v>
                </c:pt>
                <c:pt idx="10">
                  <c:v>09.11</c:v>
                </c:pt>
                <c:pt idx="11">
                  <c:v>09.12</c:v>
                </c:pt>
                <c:pt idx="12">
                  <c:v>09.13</c:v>
                </c:pt>
                <c:pt idx="13">
                  <c:v>09.14</c:v>
                </c:pt>
                <c:pt idx="14">
                  <c:v>09.15</c:v>
                </c:pt>
                <c:pt idx="15">
                  <c:v>09.16</c:v>
                </c:pt>
                <c:pt idx="16">
                  <c:v>09.17</c:v>
                </c:pt>
                <c:pt idx="17">
                  <c:v>09.18</c:v>
                </c:pt>
                <c:pt idx="18">
                  <c:v>09.19</c:v>
                </c:pt>
                <c:pt idx="19">
                  <c:v>09.20</c:v>
                </c:pt>
                <c:pt idx="20">
                  <c:v>09.21</c:v>
                </c:pt>
                <c:pt idx="21">
                  <c:v>09.22</c:v>
                </c:pt>
                <c:pt idx="22">
                  <c:v>09.23</c:v>
                </c:pt>
                <c:pt idx="23">
                  <c:v>09.24</c:v>
                </c:pt>
                <c:pt idx="24">
                  <c:v>09.25</c:v>
                </c:pt>
                <c:pt idx="25">
                  <c:v>09.26</c:v>
                </c:pt>
                <c:pt idx="26">
                  <c:v>09.27</c:v>
                </c:pt>
                <c:pt idx="27">
                  <c:v>09.28</c:v>
                </c:pt>
                <c:pt idx="28">
                  <c:v>09.29</c:v>
                </c:pt>
                <c:pt idx="29">
                  <c:v>09.30</c:v>
                </c:pt>
                <c:pt idx="30">
                  <c:v>10.01</c:v>
                </c:pt>
                <c:pt idx="31">
                  <c:v>10.02</c:v>
                </c:pt>
                <c:pt idx="32">
                  <c:v>10.03</c:v>
                </c:pt>
                <c:pt idx="33">
                  <c:v>10.04</c:v>
                </c:pt>
                <c:pt idx="34">
                  <c:v>10.05</c:v>
                </c:pt>
                <c:pt idx="35">
                  <c:v>10.06</c:v>
                </c:pt>
                <c:pt idx="36">
                  <c:v>10.07</c:v>
                </c:pt>
                <c:pt idx="37">
                  <c:v>10.08</c:v>
                </c:pt>
                <c:pt idx="38">
                  <c:v>10.09</c:v>
                </c:pt>
                <c:pt idx="39">
                  <c:v>10.10</c:v>
                </c:pt>
                <c:pt idx="40">
                  <c:v>10.11</c:v>
                </c:pt>
                <c:pt idx="41">
                  <c:v>10.12</c:v>
                </c:pt>
                <c:pt idx="42">
                  <c:v>10.13</c:v>
                </c:pt>
                <c:pt idx="43">
                  <c:v>10.14</c:v>
                </c:pt>
                <c:pt idx="44">
                  <c:v>10.15</c:v>
                </c:pt>
                <c:pt idx="45">
                  <c:v>10.16</c:v>
                </c:pt>
                <c:pt idx="46">
                  <c:v>10.17</c:v>
                </c:pt>
                <c:pt idx="47">
                  <c:v>10.18</c:v>
                </c:pt>
                <c:pt idx="48">
                  <c:v>10.19</c:v>
                </c:pt>
                <c:pt idx="49">
                  <c:v>10.20</c:v>
                </c:pt>
                <c:pt idx="50">
                  <c:v>10.21</c:v>
                </c:pt>
                <c:pt idx="51">
                  <c:v>10.22</c:v>
                </c:pt>
                <c:pt idx="52">
                  <c:v>10.23</c:v>
                </c:pt>
                <c:pt idx="53">
                  <c:v>10.24</c:v>
                </c:pt>
                <c:pt idx="54">
                  <c:v>10.25</c:v>
                </c:pt>
                <c:pt idx="55">
                  <c:v>10.26</c:v>
                </c:pt>
                <c:pt idx="56">
                  <c:v>10.27</c:v>
                </c:pt>
                <c:pt idx="57">
                  <c:v>10.28</c:v>
                </c:pt>
                <c:pt idx="58">
                  <c:v>10.29</c:v>
                </c:pt>
                <c:pt idx="59">
                  <c:v>10.30</c:v>
                </c:pt>
                <c:pt idx="60">
                  <c:v>10.31</c:v>
                </c:pt>
              </c:strCache>
            </c:strRef>
          </c:cat>
          <c:val>
            <c:numRef>
              <c:f>Sheet1!$B$2:$B$62</c:f>
              <c:numCache>
                <c:formatCode>General</c:formatCode>
                <c:ptCount val="61"/>
                <c:pt idx="0">
                  <c:v>22.440421000000001</c:v>
                </c:pt>
                <c:pt idx="1">
                  <c:v>29.655660999999998</c:v>
                </c:pt>
                <c:pt idx="2">
                  <c:v>29.257428000000001</c:v>
                </c:pt>
                <c:pt idx="3">
                  <c:v>17.394465</c:v>
                </c:pt>
                <c:pt idx="4">
                  <c:v>23.467285</c:v>
                </c:pt>
                <c:pt idx="5">
                  <c:v>29.856262999999998</c:v>
                </c:pt>
                <c:pt idx="6">
                  <c:v>30.851185000000001</c:v>
                </c:pt>
                <c:pt idx="7">
                  <c:v>29.30359</c:v>
                </c:pt>
                <c:pt idx="8">
                  <c:v>28.099567</c:v>
                </c:pt>
                <c:pt idx="9">
                  <c:v>24.811769000000002</c:v>
                </c:pt>
                <c:pt idx="10">
                  <c:v>25.925613999999999</c:v>
                </c:pt>
                <c:pt idx="11">
                  <c:v>32.100307999999998</c:v>
                </c:pt>
                <c:pt idx="12">
                  <c:v>40.723520000000001</c:v>
                </c:pt>
                <c:pt idx="13">
                  <c:v>33.634143000000002</c:v>
                </c:pt>
                <c:pt idx="14">
                  <c:v>32.186684999999997</c:v>
                </c:pt>
                <c:pt idx="15">
                  <c:v>27.982061000000002</c:v>
                </c:pt>
                <c:pt idx="16">
                  <c:v>26.580915000000001</c:v>
                </c:pt>
                <c:pt idx="17">
                  <c:v>26.527149000000001</c:v>
                </c:pt>
                <c:pt idx="18">
                  <c:v>33.083475</c:v>
                </c:pt>
                <c:pt idx="19">
                  <c:v>44.395904999999999</c:v>
                </c:pt>
                <c:pt idx="20">
                  <c:v>36.682324999999999</c:v>
                </c:pt>
                <c:pt idx="21">
                  <c:v>29.177381</c:v>
                </c:pt>
                <c:pt idx="22">
                  <c:v>42.798859</c:v>
                </c:pt>
                <c:pt idx="23">
                  <c:v>24.251753999999998</c:v>
                </c:pt>
                <c:pt idx="24">
                  <c:v>35.343868999999998</c:v>
                </c:pt>
                <c:pt idx="25">
                  <c:v>56.736227999999997</c:v>
                </c:pt>
                <c:pt idx="26">
                  <c:v>49.998514</c:v>
                </c:pt>
                <c:pt idx="27">
                  <c:v>27.751403</c:v>
                </c:pt>
                <c:pt idx="28">
                  <c:v>34.463273000000001</c:v>
                </c:pt>
                <c:pt idx="29">
                  <c:v>61.664003000000001</c:v>
                </c:pt>
                <c:pt idx="30">
                  <c:v>53.630299999999998</c:v>
                </c:pt>
                <c:pt idx="31">
                  <c:v>52.132229000000002</c:v>
                </c:pt>
                <c:pt idx="32">
                  <c:v>58.629356000000001</c:v>
                </c:pt>
                <c:pt idx="33">
                  <c:v>63.758248000000002</c:v>
                </c:pt>
                <c:pt idx="34">
                  <c:v>50.528370000000002</c:v>
                </c:pt>
                <c:pt idx="35">
                  <c:v>30.383344000000001</c:v>
                </c:pt>
                <c:pt idx="36">
                  <c:v>42.836300000000001</c:v>
                </c:pt>
                <c:pt idx="37">
                  <c:v>60.777321000000001</c:v>
                </c:pt>
                <c:pt idx="38">
                  <c:v>43.791046999999999</c:v>
                </c:pt>
                <c:pt idx="39">
                  <c:v>46.353887999999998</c:v>
                </c:pt>
                <c:pt idx="40">
                  <c:v>27.28631</c:v>
                </c:pt>
                <c:pt idx="41">
                  <c:v>28.089227999999999</c:v>
                </c:pt>
                <c:pt idx="42">
                  <c:v>35.800454000000002</c:v>
                </c:pt>
                <c:pt idx="43">
                  <c:v>32.618634999999998</c:v>
                </c:pt>
                <c:pt idx="44">
                  <c:v>56.325808000000002</c:v>
                </c:pt>
                <c:pt idx="45">
                  <c:v>52.031067</c:v>
                </c:pt>
                <c:pt idx="46">
                  <c:v>42.402540000000002</c:v>
                </c:pt>
                <c:pt idx="47">
                  <c:v>50.102519000000001</c:v>
                </c:pt>
                <c:pt idx="48">
                  <c:v>38.016362000000001</c:v>
                </c:pt>
                <c:pt idx="49">
                  <c:v>58.434226000000002</c:v>
                </c:pt>
                <c:pt idx="50">
                  <c:v>39.830502000000003</c:v>
                </c:pt>
                <c:pt idx="51">
                  <c:v>49.487073000000002</c:v>
                </c:pt>
                <c:pt idx="52">
                  <c:v>39.380882999999997</c:v>
                </c:pt>
                <c:pt idx="53">
                  <c:v>51.770342999999997</c:v>
                </c:pt>
                <c:pt idx="54">
                  <c:v>69.311437999999995</c:v>
                </c:pt>
                <c:pt idx="55">
                  <c:v>42.985655000000001</c:v>
                </c:pt>
                <c:pt idx="56">
                  <c:v>39.827212000000003</c:v>
                </c:pt>
                <c:pt idx="57">
                  <c:v>33.77731</c:v>
                </c:pt>
                <c:pt idx="58">
                  <c:v>43.354529999999997</c:v>
                </c:pt>
                <c:pt idx="59">
                  <c:v>32.942977999999997</c:v>
                </c:pt>
                <c:pt idx="60">
                  <c:v>63.613084000000001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농산물</c:v>
                </c:pt>
                <c:pt idx="1">
                  <c:v>할인점</c:v>
                </c:pt>
                <c:pt idx="2">
                  <c:v>커피전문점</c:v>
                </c:pt>
                <c:pt idx="3">
                  <c:v>편의점</c:v>
                </c:pt>
                <c:pt idx="4">
                  <c:v>주유소</c:v>
                </c:pt>
                <c:pt idx="5">
                  <c:v>일반한식/백반</c:v>
                </c:pt>
                <c:pt idx="6">
                  <c:v>매운탕전문</c:v>
                </c:pt>
                <c:pt idx="7">
                  <c:v>열쇠/철물/건설자재</c:v>
                </c:pt>
                <c:pt idx="8">
                  <c:v>기업</c:v>
                </c:pt>
                <c:pt idx="9">
                  <c:v>중국음식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757.90036599999996</c:v>
                </c:pt>
                <c:pt idx="1">
                  <c:v>327.80915399999998</c:v>
                </c:pt>
                <c:pt idx="2">
                  <c:v>217.35609700000001</c:v>
                </c:pt>
                <c:pt idx="3">
                  <c:v>174.58227600000001</c:v>
                </c:pt>
                <c:pt idx="4">
                  <c:v>151.288961</c:v>
                </c:pt>
                <c:pt idx="5">
                  <c:v>103.01539</c:v>
                </c:pt>
                <c:pt idx="6">
                  <c:v>77.199668000000003</c:v>
                </c:pt>
                <c:pt idx="7">
                  <c:v>73.074779000000007</c:v>
                </c:pt>
                <c:pt idx="8">
                  <c:v>69.619838999999999</c:v>
                </c:pt>
                <c:pt idx="9">
                  <c:v>41.106667999999999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농산물</c:v>
                </c:pt>
                <c:pt idx="1">
                  <c:v>할인점</c:v>
                </c:pt>
                <c:pt idx="2">
                  <c:v>커피전문점</c:v>
                </c:pt>
                <c:pt idx="3">
                  <c:v>편의점</c:v>
                </c:pt>
                <c:pt idx="4">
                  <c:v>주유소</c:v>
                </c:pt>
                <c:pt idx="5">
                  <c:v>일반한식/백반</c:v>
                </c:pt>
                <c:pt idx="6">
                  <c:v>매운탕전문</c:v>
                </c:pt>
                <c:pt idx="7">
                  <c:v>열쇠/철물/건설자재</c:v>
                </c:pt>
                <c:pt idx="8">
                  <c:v>기업</c:v>
                </c:pt>
                <c:pt idx="9">
                  <c:v>중국음식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8607</c:v>
                </c:pt>
                <c:pt idx="1">
                  <c:v>9373</c:v>
                </c:pt>
                <c:pt idx="2">
                  <c:v>9530</c:v>
                </c:pt>
                <c:pt idx="3">
                  <c:v>16609</c:v>
                </c:pt>
                <c:pt idx="4">
                  <c:v>1269</c:v>
                </c:pt>
                <c:pt idx="5">
                  <c:v>4110</c:v>
                </c:pt>
                <c:pt idx="6">
                  <c:v>1728</c:v>
                </c:pt>
                <c:pt idx="7">
                  <c:v>1639</c:v>
                </c:pt>
                <c:pt idx="8">
                  <c:v>432</c:v>
                </c:pt>
                <c:pt idx="9">
                  <c:v>1471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인당평균매출액(만원)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Sheet1!$A$2:$A$11</c:f>
              <c:strCache>
                <c:ptCount val="10"/>
                <c:pt idx="0">
                  <c:v>화장품</c:v>
                </c:pt>
                <c:pt idx="1">
                  <c:v>공예품/기념품</c:v>
                </c:pt>
                <c:pt idx="2">
                  <c:v>어린이집/유치원</c:v>
                </c:pt>
                <c:pt idx="3">
                  <c:v>인테리어자재</c:v>
                </c:pt>
                <c:pt idx="4">
                  <c:v>건축/건설/설비</c:v>
                </c:pt>
                <c:pt idx="5">
                  <c:v>가정용연료</c:v>
                </c:pt>
                <c:pt idx="6">
                  <c:v>기업</c:v>
                </c:pt>
                <c:pt idx="7">
                  <c:v>자동차정비/카센타</c:v>
                </c:pt>
                <c:pt idx="8">
                  <c:v>부동산중개</c:v>
                </c:pt>
                <c:pt idx="9">
                  <c:v>기계류수리업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68.860399999999998</c:v>
                </c:pt>
                <c:pt idx="1">
                  <c:v>61.180875</c:v>
                </c:pt>
                <c:pt idx="2">
                  <c:v>49.669946666666668</c:v>
                </c:pt>
                <c:pt idx="3">
                  <c:v>42.052149999999997</c:v>
                </c:pt>
                <c:pt idx="4">
                  <c:v>36.986525</c:v>
                </c:pt>
                <c:pt idx="5">
                  <c:v>18.744515527950309</c:v>
                </c:pt>
                <c:pt idx="6">
                  <c:v>16.115703472222222</c:v>
                </c:pt>
                <c:pt idx="7">
                  <c:v>15.758589361702128</c:v>
                </c:pt>
                <c:pt idx="8">
                  <c:v>15.011649999999999</c:v>
                </c:pt>
                <c:pt idx="9">
                  <c:v>13.808400000000001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농산물</c:v>
                </c:pt>
                <c:pt idx="1">
                  <c:v>할인점</c:v>
                </c:pt>
                <c:pt idx="2">
                  <c:v>커피전문점</c:v>
                </c:pt>
                <c:pt idx="3">
                  <c:v>편의점</c:v>
                </c:pt>
                <c:pt idx="4">
                  <c:v>주유소</c:v>
                </c:pt>
                <c:pt idx="5">
                  <c:v>일반한식/백반</c:v>
                </c:pt>
                <c:pt idx="6">
                  <c:v>매운탕전문</c:v>
                </c:pt>
                <c:pt idx="7">
                  <c:v>열쇠/철물/건설자재</c:v>
                </c:pt>
                <c:pt idx="8">
                  <c:v>기업</c:v>
                </c:pt>
                <c:pt idx="9">
                  <c:v>중국음식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635.22859100000005</c:v>
                </c:pt>
                <c:pt idx="1">
                  <c:v>181.658939</c:v>
                </c:pt>
                <c:pt idx="2">
                  <c:v>99.672140999999996</c:v>
                </c:pt>
                <c:pt idx="3">
                  <c:v>138.86682099999999</c:v>
                </c:pt>
                <c:pt idx="4">
                  <c:v>110.831503</c:v>
                </c:pt>
                <c:pt idx="5">
                  <c:v>62.820954</c:v>
                </c:pt>
                <c:pt idx="6">
                  <c:v>49.719921999999997</c:v>
                </c:pt>
                <c:pt idx="7">
                  <c:v>49.814739000000003</c:v>
                </c:pt>
                <c:pt idx="8">
                  <c:v>20.432337</c:v>
                </c:pt>
                <c:pt idx="9">
                  <c:v>30.767431999999999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여자(백만원)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농산물</c:v>
                </c:pt>
                <c:pt idx="1">
                  <c:v>할인점</c:v>
                </c:pt>
                <c:pt idx="2">
                  <c:v>커피전문점</c:v>
                </c:pt>
                <c:pt idx="3">
                  <c:v>편의점</c:v>
                </c:pt>
                <c:pt idx="4">
                  <c:v>주유소</c:v>
                </c:pt>
                <c:pt idx="5">
                  <c:v>일반한식/백반</c:v>
                </c:pt>
                <c:pt idx="6">
                  <c:v>매운탕전문</c:v>
                </c:pt>
                <c:pt idx="7">
                  <c:v>열쇠/철물/건설자재</c:v>
                </c:pt>
                <c:pt idx="8">
                  <c:v>기업</c:v>
                </c:pt>
                <c:pt idx="9">
                  <c:v>중국음식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122.671775</c:v>
                </c:pt>
                <c:pt idx="1">
                  <c:v>146.150215</c:v>
                </c:pt>
                <c:pt idx="2">
                  <c:v>117.68395599999999</c:v>
                </c:pt>
                <c:pt idx="3">
                  <c:v>35.715454999999999</c:v>
                </c:pt>
                <c:pt idx="4">
                  <c:v>40.457458000000003</c:v>
                </c:pt>
                <c:pt idx="5">
                  <c:v>40.194436000000003</c:v>
                </c:pt>
                <c:pt idx="6">
                  <c:v>27.479745999999999</c:v>
                </c:pt>
                <c:pt idx="7">
                  <c:v>23.26004</c:v>
                </c:pt>
                <c:pt idx="8">
                  <c:v>49.187502000000002</c:v>
                </c:pt>
                <c:pt idx="9">
                  <c:v>10.339236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백만원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6.8355800000000002</c:v>
                </c:pt>
                <c:pt idx="2">
                  <c:v>36.113886000000001</c:v>
                </c:pt>
                <c:pt idx="3">
                  <c:v>73.813727999999998</c:v>
                </c:pt>
                <c:pt idx="4">
                  <c:v>93.312748999999997</c:v>
                </c:pt>
                <c:pt idx="5">
                  <c:v>82.065171000000007</c:v>
                </c:pt>
                <c:pt idx="6">
                  <c:v>62.131357999999999</c:v>
                </c:pt>
                <c:pt idx="7">
                  <c:v>73.492817000000002</c:v>
                </c:pt>
                <c:pt idx="8">
                  <c:v>93.257514</c:v>
                </c:pt>
                <c:pt idx="9">
                  <c:v>88.744255999999993</c:v>
                </c:pt>
                <c:pt idx="10">
                  <c:v>74.949569999999994</c:v>
                </c:pt>
                <c:pt idx="11">
                  <c:v>39.104016999999999</c:v>
                </c:pt>
                <c:pt idx="12">
                  <c:v>22.771481000000001</c:v>
                </c:pt>
                <c:pt idx="13">
                  <c:v>8.2265350000000002</c:v>
                </c:pt>
                <c:pt idx="14">
                  <c:v>2.093763</c:v>
                </c:pt>
                <c:pt idx="15">
                  <c:v>1.1273569999999999</c:v>
                </c:pt>
                <c:pt idx="16">
                  <c:v>0.29807299999999998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8.0839099999999995</c:v>
                </c:pt>
                <c:pt idx="3">
                  <c:v>26.945864</c:v>
                </c:pt>
                <c:pt idx="4">
                  <c:v>26.924364000000001</c:v>
                </c:pt>
                <c:pt idx="5">
                  <c:v>32.345170000000003</c:v>
                </c:pt>
                <c:pt idx="6">
                  <c:v>32.682847000000002</c:v>
                </c:pt>
                <c:pt idx="7">
                  <c:v>28.102885000000001</c:v>
                </c:pt>
                <c:pt idx="8">
                  <c:v>33.765594</c:v>
                </c:pt>
                <c:pt idx="9">
                  <c:v>36.145029000000001</c:v>
                </c:pt>
                <c:pt idx="10">
                  <c:v>38.262217</c:v>
                </c:pt>
                <c:pt idx="11">
                  <c:v>35.231864999999999</c:v>
                </c:pt>
                <c:pt idx="12">
                  <c:v>23.472474999999999</c:v>
                </c:pt>
                <c:pt idx="13">
                  <c:v>0.36957499999999999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0.91361700000000001</c:v>
                </c:pt>
                <c:pt idx="4">
                  <c:v>11.378359</c:v>
                </c:pt>
                <c:pt idx="5">
                  <c:v>18.483919</c:v>
                </c:pt>
                <c:pt idx="6">
                  <c:v>26.515685000000001</c:v>
                </c:pt>
                <c:pt idx="7">
                  <c:v>36.709648000000001</c:v>
                </c:pt>
                <c:pt idx="8">
                  <c:v>42.466870999999998</c:v>
                </c:pt>
                <c:pt idx="9">
                  <c:v>39.536904</c:v>
                </c:pt>
                <c:pt idx="10">
                  <c:v>23.88552</c:v>
                </c:pt>
                <c:pt idx="11">
                  <c:v>12.610310999999999</c:v>
                </c:pt>
                <c:pt idx="12">
                  <c:v>3.7325080000000002</c:v>
                </c:pt>
                <c:pt idx="13">
                  <c:v>0.22225900000000001</c:v>
                </c:pt>
                <c:pt idx="14">
                  <c:v>9.0849999999999993E-3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6.3785930000000004</c:v>
                </c:pt>
                <c:pt idx="1">
                  <c:v>17.524629999999998</c:v>
                </c:pt>
                <c:pt idx="2">
                  <c:v>11.510115000000001</c:v>
                </c:pt>
                <c:pt idx="3">
                  <c:v>7.7502789999999999</c:v>
                </c:pt>
                <c:pt idx="4">
                  <c:v>8.837078</c:v>
                </c:pt>
                <c:pt idx="5">
                  <c:v>14.335101999999999</c:v>
                </c:pt>
                <c:pt idx="6">
                  <c:v>13.156554</c:v>
                </c:pt>
                <c:pt idx="7">
                  <c:v>13.287933000000001</c:v>
                </c:pt>
                <c:pt idx="8">
                  <c:v>11.181004</c:v>
                </c:pt>
                <c:pt idx="9">
                  <c:v>10.825715000000001</c:v>
                </c:pt>
                <c:pt idx="10">
                  <c:v>11.738348999999999</c:v>
                </c:pt>
                <c:pt idx="11">
                  <c:v>13.327381000000001</c:v>
                </c:pt>
                <c:pt idx="12">
                  <c:v>10.682921</c:v>
                </c:pt>
                <c:pt idx="13">
                  <c:v>8.1769750000000005</c:v>
                </c:pt>
                <c:pt idx="14">
                  <c:v>6.3383209999999996</c:v>
                </c:pt>
                <c:pt idx="15">
                  <c:v>3.9017569999999999</c:v>
                </c:pt>
                <c:pt idx="16">
                  <c:v>3.3699780000000001</c:v>
                </c:pt>
                <c:pt idx="17">
                  <c:v>0.95791000000000004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1.5460719999999999</c:v>
                </c:pt>
                <c:pt idx="2">
                  <c:v>8.7609960000000004</c:v>
                </c:pt>
                <c:pt idx="3">
                  <c:v>8.2853890000000003</c:v>
                </c:pt>
                <c:pt idx="4">
                  <c:v>14.329003999999999</c:v>
                </c:pt>
                <c:pt idx="5">
                  <c:v>12.844967</c:v>
                </c:pt>
                <c:pt idx="6">
                  <c:v>25.062788000000001</c:v>
                </c:pt>
                <c:pt idx="7">
                  <c:v>16.490304999999999</c:v>
                </c:pt>
                <c:pt idx="8">
                  <c:v>15.878299999999999</c:v>
                </c:pt>
                <c:pt idx="9">
                  <c:v>6.2195660000000004</c:v>
                </c:pt>
                <c:pt idx="10">
                  <c:v>19.518315000000001</c:v>
                </c:pt>
                <c:pt idx="11">
                  <c:v>13.488918999999999</c:v>
                </c:pt>
                <c:pt idx="12">
                  <c:v>5.8767750000000003</c:v>
                </c:pt>
                <c:pt idx="13">
                  <c:v>0.59930000000000005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1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6378593</c:v>
                </c:pt>
                <c:pt idx="1">
                  <c:v>17524630</c:v>
                </c:pt>
                <c:pt idx="2">
                  <c:v>11510115</c:v>
                </c:pt>
                <c:pt idx="3">
                  <c:v>7750279</c:v>
                </c:pt>
                <c:pt idx="4">
                  <c:v>8837078</c:v>
                </c:pt>
                <c:pt idx="5">
                  <c:v>14335102</c:v>
                </c:pt>
                <c:pt idx="6">
                  <c:v>13156554</c:v>
                </c:pt>
                <c:pt idx="7">
                  <c:v>13287933</c:v>
                </c:pt>
                <c:pt idx="8">
                  <c:v>11181004</c:v>
                </c:pt>
                <c:pt idx="9">
                  <c:v>10825715</c:v>
                </c:pt>
                <c:pt idx="10">
                  <c:v>11738349</c:v>
                </c:pt>
                <c:pt idx="11">
                  <c:v>13327381</c:v>
                </c:pt>
                <c:pt idx="12">
                  <c:v>10682921</c:v>
                </c:pt>
                <c:pt idx="13">
                  <c:v>8176975</c:v>
                </c:pt>
                <c:pt idx="14">
                  <c:v>6338321</c:v>
                </c:pt>
                <c:pt idx="15">
                  <c:v>3901757</c:v>
                </c:pt>
                <c:pt idx="16">
                  <c:v>3369978</c:v>
                </c:pt>
                <c:pt idx="17">
                  <c:v>957910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913617</c:v>
                </c:pt>
                <c:pt idx="4">
                  <c:v>11378359</c:v>
                </c:pt>
                <c:pt idx="5">
                  <c:v>18483919</c:v>
                </c:pt>
                <c:pt idx="6">
                  <c:v>26515685</c:v>
                </c:pt>
                <c:pt idx="7">
                  <c:v>36709648</c:v>
                </c:pt>
                <c:pt idx="8">
                  <c:v>42466871</c:v>
                </c:pt>
                <c:pt idx="9">
                  <c:v>39536904</c:v>
                </c:pt>
                <c:pt idx="10">
                  <c:v>23885520</c:v>
                </c:pt>
                <c:pt idx="11">
                  <c:v>12610311</c:v>
                </c:pt>
                <c:pt idx="12">
                  <c:v>3732508</c:v>
                </c:pt>
                <c:pt idx="13">
                  <c:v>222259</c:v>
                </c:pt>
                <c:pt idx="14">
                  <c:v>9085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8083910</c:v>
                </c:pt>
                <c:pt idx="3">
                  <c:v>26945864</c:v>
                </c:pt>
                <c:pt idx="4">
                  <c:v>26924364</c:v>
                </c:pt>
                <c:pt idx="5">
                  <c:v>32345170</c:v>
                </c:pt>
                <c:pt idx="6">
                  <c:v>32682847</c:v>
                </c:pt>
                <c:pt idx="7">
                  <c:v>28102885</c:v>
                </c:pt>
                <c:pt idx="8">
                  <c:v>33765594</c:v>
                </c:pt>
                <c:pt idx="9">
                  <c:v>36145029</c:v>
                </c:pt>
                <c:pt idx="10">
                  <c:v>38262217</c:v>
                </c:pt>
                <c:pt idx="11">
                  <c:v>35231865</c:v>
                </c:pt>
                <c:pt idx="12">
                  <c:v>23472475</c:v>
                </c:pt>
                <c:pt idx="13">
                  <c:v>369575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6835580</c:v>
                </c:pt>
                <c:pt idx="2">
                  <c:v>36113886</c:v>
                </c:pt>
                <c:pt idx="3">
                  <c:v>73813728</c:v>
                </c:pt>
                <c:pt idx="4">
                  <c:v>93312749</c:v>
                </c:pt>
                <c:pt idx="5">
                  <c:v>82065171</c:v>
                </c:pt>
                <c:pt idx="6">
                  <c:v>62131358</c:v>
                </c:pt>
                <c:pt idx="7">
                  <c:v>73492817</c:v>
                </c:pt>
                <c:pt idx="8">
                  <c:v>93257514</c:v>
                </c:pt>
                <c:pt idx="9">
                  <c:v>88744256</c:v>
                </c:pt>
                <c:pt idx="10">
                  <c:v>74949570</c:v>
                </c:pt>
                <c:pt idx="11">
                  <c:v>39104017</c:v>
                </c:pt>
                <c:pt idx="12">
                  <c:v>22771481</c:v>
                </c:pt>
                <c:pt idx="13">
                  <c:v>8226535</c:v>
                </c:pt>
                <c:pt idx="14">
                  <c:v>2093763</c:v>
                </c:pt>
                <c:pt idx="15">
                  <c:v>1127357</c:v>
                </c:pt>
                <c:pt idx="16">
                  <c:v>298073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1546072</c:v>
                </c:pt>
                <c:pt idx="2">
                  <c:v>8760996</c:v>
                </c:pt>
                <c:pt idx="3">
                  <c:v>8285389</c:v>
                </c:pt>
                <c:pt idx="4">
                  <c:v>14329004</c:v>
                </c:pt>
                <c:pt idx="5">
                  <c:v>12844967</c:v>
                </c:pt>
                <c:pt idx="6">
                  <c:v>25062788</c:v>
                </c:pt>
                <c:pt idx="7">
                  <c:v>16490305</c:v>
                </c:pt>
                <c:pt idx="8">
                  <c:v>15878300</c:v>
                </c:pt>
                <c:pt idx="9">
                  <c:v>6219566</c:v>
                </c:pt>
                <c:pt idx="10">
                  <c:v>19518315</c:v>
                </c:pt>
                <c:pt idx="11">
                  <c:v>13488919</c:v>
                </c:pt>
                <c:pt idx="12">
                  <c:v>5876775</c:v>
                </c:pt>
                <c:pt idx="13">
                  <c:v>599300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TOP10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0181116200895346"/>
          <c:y val="0.13302083585204677"/>
          <c:w val="0.86520850242179237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농산물</c:v>
                </c:pt>
                <c:pt idx="1">
                  <c:v>할인점</c:v>
                </c:pt>
                <c:pt idx="2">
                  <c:v>커피전문점</c:v>
                </c:pt>
                <c:pt idx="3">
                  <c:v>편의점</c:v>
                </c:pt>
                <c:pt idx="4">
                  <c:v>주유소</c:v>
                </c:pt>
                <c:pt idx="5">
                  <c:v>일반한식/백반</c:v>
                </c:pt>
                <c:pt idx="6">
                  <c:v>매운탕전문</c:v>
                </c:pt>
                <c:pt idx="7">
                  <c:v>열쇠/철물/건설자재</c:v>
                </c:pt>
                <c:pt idx="8">
                  <c:v>기업</c:v>
                </c:pt>
                <c:pt idx="9">
                  <c:v>중국음식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250.55959200000001</c:v>
                </c:pt>
                <c:pt idx="1">
                  <c:v>50.019559000000001</c:v>
                </c:pt>
                <c:pt idx="2">
                  <c:v>0.97366799999999998</c:v>
                </c:pt>
                <c:pt idx="3">
                  <c:v>16.271512999999999</c:v>
                </c:pt>
                <c:pt idx="4">
                  <c:v>26.179183999999999</c:v>
                </c:pt>
                <c:pt idx="5">
                  <c:v>2.6242350000000001</c:v>
                </c:pt>
                <c:pt idx="6">
                  <c:v>1.956893</c:v>
                </c:pt>
                <c:pt idx="7">
                  <c:v>11.163954</c:v>
                </c:pt>
                <c:pt idx="8">
                  <c:v>1.5263899999999999</c:v>
                </c:pt>
                <c:pt idx="9">
                  <c:v>3.8936289999999998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인접(백만원)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농산물</c:v>
                </c:pt>
                <c:pt idx="1">
                  <c:v>할인점</c:v>
                </c:pt>
                <c:pt idx="2">
                  <c:v>커피전문점</c:v>
                </c:pt>
                <c:pt idx="3">
                  <c:v>편의점</c:v>
                </c:pt>
                <c:pt idx="4">
                  <c:v>주유소</c:v>
                </c:pt>
                <c:pt idx="5">
                  <c:v>일반한식/백반</c:v>
                </c:pt>
                <c:pt idx="6">
                  <c:v>매운탕전문</c:v>
                </c:pt>
                <c:pt idx="7">
                  <c:v>열쇠/철물/건설자재</c:v>
                </c:pt>
                <c:pt idx="8">
                  <c:v>기업</c:v>
                </c:pt>
                <c:pt idx="9">
                  <c:v>중국음식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313.20839699999999</c:v>
                </c:pt>
                <c:pt idx="1">
                  <c:v>66.489996000000005</c:v>
                </c:pt>
                <c:pt idx="2">
                  <c:v>6.3785590000000001</c:v>
                </c:pt>
                <c:pt idx="3">
                  <c:v>28.816507000000001</c:v>
                </c:pt>
                <c:pt idx="4">
                  <c:v>92.740268999999998</c:v>
                </c:pt>
                <c:pt idx="5">
                  <c:v>10.576789</c:v>
                </c:pt>
                <c:pt idx="6">
                  <c:v>6.683065</c:v>
                </c:pt>
                <c:pt idx="7">
                  <c:v>11.891506</c:v>
                </c:pt>
                <c:pt idx="8">
                  <c:v>17.366899</c:v>
                </c:pt>
                <c:pt idx="9">
                  <c:v>8.4984649999999995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관외(백만원)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농산물</c:v>
                </c:pt>
                <c:pt idx="1">
                  <c:v>할인점</c:v>
                </c:pt>
                <c:pt idx="2">
                  <c:v>커피전문점</c:v>
                </c:pt>
                <c:pt idx="3">
                  <c:v>편의점</c:v>
                </c:pt>
                <c:pt idx="4">
                  <c:v>주유소</c:v>
                </c:pt>
                <c:pt idx="5">
                  <c:v>일반한식/백반</c:v>
                </c:pt>
                <c:pt idx="6">
                  <c:v>매운탕전문</c:v>
                </c:pt>
                <c:pt idx="7">
                  <c:v>열쇠/철물/건설자재</c:v>
                </c:pt>
                <c:pt idx="8">
                  <c:v>기업</c:v>
                </c:pt>
                <c:pt idx="9">
                  <c:v>중국음식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171.534065</c:v>
                </c:pt>
                <c:pt idx="1">
                  <c:v>189.479637</c:v>
                </c:pt>
                <c:pt idx="2">
                  <c:v>204.55797999999999</c:v>
                </c:pt>
                <c:pt idx="3">
                  <c:v>123.70659499999999</c:v>
                </c:pt>
                <c:pt idx="4">
                  <c:v>30.364768999999999</c:v>
                </c:pt>
                <c:pt idx="5">
                  <c:v>86.962817000000001</c:v>
                </c:pt>
                <c:pt idx="6">
                  <c:v>67.511610000000005</c:v>
                </c:pt>
                <c:pt idx="7">
                  <c:v>45.244864999999997</c:v>
                </c:pt>
                <c:pt idx="8">
                  <c:v>48.157764</c:v>
                </c:pt>
                <c:pt idx="9">
                  <c:v>27.939157000000002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</c:spPr>
            <c:extLst>
              <c:ext xmlns:c16="http://schemas.microsoft.com/office/drawing/2014/chart" uri="{C3380CC4-5D6E-409C-BE32-E72D297353CC}">
                <c16:uniqueId val="{00000003-18F2-4008-80BF-8D7FD539D3C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</c:spPr>
            <c:extLst>
              <c:ext xmlns:c16="http://schemas.microsoft.com/office/drawing/2014/chart" uri="{C3380CC4-5D6E-409C-BE32-E72D297353CC}">
                <c16:uniqueId val="{00000005-18F2-4008-80BF-8D7FD539D3CE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</c:spPr>
            <c:extLst>
              <c:ext xmlns:c16="http://schemas.microsoft.com/office/drawing/2014/chart" uri="{C3380CC4-5D6E-409C-BE32-E72D297353CC}">
                <c16:uniqueId val="{00000007-18F2-4008-80BF-8D7FD539D3CE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</c:spPr>
            <c:extLst>
              <c:ext xmlns:c16="http://schemas.microsoft.com/office/drawing/2014/chart" uri="{C3380CC4-5D6E-409C-BE32-E72D297353CC}">
                <c16:uniqueId val="{00000009-18F2-4008-80BF-8D7FD539D3CE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</c:spPr>
            <c:extLst>
              <c:ext xmlns:c16="http://schemas.microsoft.com/office/drawing/2014/chart" uri="{C3380CC4-5D6E-409C-BE32-E72D297353CC}">
                <c16:uniqueId val="{0000000B-18F2-4008-80BF-8D7FD539D3CE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</c:spPr>
            <c:extLst>
              <c:ext xmlns:c16="http://schemas.microsoft.com/office/drawing/2014/chart" uri="{C3380CC4-5D6E-409C-BE32-E72D297353CC}">
                <c16:uniqueId val="{0000000D-18F2-4008-80BF-8D7FD539D3CE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0F-18F2-4008-80BF-8D7FD539D3CE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11-18F2-4008-80BF-8D7FD539D3CE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13-18F2-4008-80BF-8D7FD539D3CE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15-18F2-4008-80BF-8D7FD539D3CE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17-18F2-4008-80BF-8D7FD539D3CE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19-18F2-4008-80BF-8D7FD539D3CE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1B-18F2-4008-80BF-8D7FD539D3CE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1D-18F2-4008-80BF-8D7FD539D3CE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1F-18F2-4008-80BF-8D7FD539D3CE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21-18F2-4008-80BF-8D7FD539D3CE}"/>
              </c:ext>
            </c:extLst>
          </c:dPt>
          <c:dPt>
            <c:idx val="17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23-18F2-4008-80BF-8D7FD539D3CE}"/>
              </c:ext>
            </c:extLst>
          </c:dPt>
          <c:dPt>
            <c:idx val="18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25-18F2-4008-80BF-8D7FD539D3CE}"/>
              </c:ext>
            </c:extLst>
          </c:dPt>
          <c:dPt>
            <c:idx val="19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27-18F2-4008-80BF-8D7FD539D3CE}"/>
              </c:ext>
            </c:extLst>
          </c:dPt>
          <c:dPt>
            <c:idx val="20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29-18F2-4008-80BF-8D7FD539D3CE}"/>
              </c:ext>
            </c:extLst>
          </c:dPt>
          <c:dPt>
            <c:idx val="21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2B-18F2-4008-80BF-8D7FD539D3CE}"/>
              </c:ext>
            </c:extLst>
          </c:dPt>
          <c:dPt>
            <c:idx val="22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2D-18F2-4008-80BF-8D7FD539D3CE}"/>
              </c:ext>
            </c:extLst>
          </c:dPt>
          <c:dPt>
            <c:idx val="23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2F-18F2-4008-80BF-8D7FD539D3CE}"/>
              </c:ext>
            </c:extLst>
          </c:dPt>
          <c:dPt>
            <c:idx val="24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31-18F2-4008-80BF-8D7FD539D3CE}"/>
              </c:ext>
            </c:extLst>
          </c:dPt>
          <c:dPt>
            <c:idx val="25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33-18F2-4008-80BF-8D7FD539D3CE}"/>
              </c:ext>
            </c:extLst>
          </c:dPt>
          <c:dPt>
            <c:idx val="26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35-18F2-4008-80BF-8D7FD539D3CE}"/>
              </c:ext>
            </c:extLst>
          </c:dPt>
          <c:dPt>
            <c:idx val="27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37-18F2-4008-80BF-8D7FD539D3CE}"/>
              </c:ext>
            </c:extLst>
          </c:dPt>
          <c:dPt>
            <c:idx val="28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39-18F2-4008-80BF-8D7FD539D3CE}"/>
              </c:ext>
            </c:extLst>
          </c:dPt>
          <c:dPt>
            <c:idx val="29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3B-18F2-4008-80BF-8D7FD539D3CE}"/>
              </c:ext>
            </c:extLst>
          </c:dPt>
          <c:dPt>
            <c:idx val="30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3D-18F2-4008-80BF-8D7FD539D3CE}"/>
              </c:ext>
            </c:extLst>
          </c:dPt>
          <c:dPt>
            <c:idx val="31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3F-18F2-4008-80BF-8D7FD539D3CE}"/>
              </c:ext>
            </c:extLst>
          </c:dPt>
          <c:dPt>
            <c:idx val="32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41-18F2-4008-80BF-8D7FD539D3CE}"/>
              </c:ext>
            </c:extLst>
          </c:dPt>
          <c:dPt>
            <c:idx val="33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43-18F2-4008-80BF-8D7FD539D3CE}"/>
              </c:ext>
            </c:extLst>
          </c:dPt>
          <c:dPt>
            <c:idx val="34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45-18F2-4008-80BF-8D7FD539D3CE}"/>
              </c:ext>
            </c:extLst>
          </c:dPt>
          <c:dPt>
            <c:idx val="35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47-18F2-4008-80BF-8D7FD539D3CE}"/>
              </c:ext>
            </c:extLst>
          </c:dPt>
          <c:dPt>
            <c:idx val="36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49-18F2-4008-80BF-8D7FD539D3CE}"/>
              </c:ext>
            </c:extLst>
          </c:dPt>
          <c:dPt>
            <c:idx val="37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4B-18F2-4008-80BF-8D7FD539D3CE}"/>
              </c:ext>
            </c:extLst>
          </c:dPt>
          <c:dPt>
            <c:idx val="38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4D-18F2-4008-80BF-8D7FD539D3CE}"/>
              </c:ext>
            </c:extLst>
          </c:dPt>
          <c:dPt>
            <c:idx val="39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4F-18F2-4008-80BF-8D7FD539D3CE}"/>
              </c:ext>
            </c:extLst>
          </c:dPt>
          <c:dPt>
            <c:idx val="40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51-18F2-4008-80BF-8D7FD539D3CE}"/>
              </c:ext>
            </c:extLst>
          </c:dPt>
          <c:dPt>
            <c:idx val="41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53-18F2-4008-80BF-8D7FD539D3CE}"/>
              </c:ext>
            </c:extLst>
          </c:dPt>
          <c:dPt>
            <c:idx val="42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55-18F2-4008-80BF-8D7FD539D3CE}"/>
              </c:ext>
            </c:extLst>
          </c:dPt>
          <c:dPt>
            <c:idx val="43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57-18F2-4008-80BF-8D7FD539D3CE}"/>
              </c:ext>
            </c:extLst>
          </c:dPt>
          <c:dPt>
            <c:idx val="44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59-18F2-4008-80BF-8D7FD539D3CE}"/>
              </c:ext>
            </c:extLst>
          </c:dPt>
          <c:dPt>
            <c:idx val="45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5B-18F2-4008-80BF-8D7FD539D3CE}"/>
              </c:ext>
            </c:extLst>
          </c:dPt>
          <c:dPt>
            <c:idx val="46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5D-18F2-4008-80BF-8D7FD539D3CE}"/>
              </c:ext>
            </c:extLst>
          </c:dPt>
          <c:dPt>
            <c:idx val="47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5F-18F2-4008-80BF-8D7FD539D3CE}"/>
              </c:ext>
            </c:extLst>
          </c:dPt>
          <c:dPt>
            <c:idx val="48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61-18F2-4008-80BF-8D7FD539D3CE}"/>
              </c:ext>
            </c:extLst>
          </c:dPt>
          <c:dPt>
            <c:idx val="49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63-18F2-4008-80BF-8D7FD539D3CE}"/>
              </c:ext>
            </c:extLst>
          </c:dPt>
          <c:dPt>
            <c:idx val="50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65-18F2-4008-80BF-8D7FD539D3CE}"/>
              </c:ext>
            </c:extLst>
          </c:dPt>
          <c:dPt>
            <c:idx val="51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67-18F2-4008-80BF-8D7FD539D3CE}"/>
              </c:ext>
            </c:extLst>
          </c:dPt>
          <c:dPt>
            <c:idx val="52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69-18F2-4008-80BF-8D7FD539D3CE}"/>
              </c:ext>
            </c:extLst>
          </c:dPt>
          <c:dPt>
            <c:idx val="53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6B-18F2-4008-80BF-8D7FD539D3CE}"/>
              </c:ext>
            </c:extLst>
          </c:dPt>
          <c:dPt>
            <c:idx val="54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6D-18F2-4008-80BF-8D7FD539D3CE}"/>
              </c:ext>
            </c:extLst>
          </c:dPt>
          <c:dPt>
            <c:idx val="55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6F-18F2-4008-80BF-8D7FD539D3CE}"/>
              </c:ext>
            </c:extLst>
          </c:dPt>
          <c:dPt>
            <c:idx val="56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71-18F2-4008-80BF-8D7FD539D3CE}"/>
              </c:ext>
            </c:extLst>
          </c:dPt>
          <c:dPt>
            <c:idx val="57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73-18F2-4008-80BF-8D7FD539D3CE}"/>
              </c:ext>
            </c:extLst>
          </c:dPt>
          <c:dPt>
            <c:idx val="58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75-18F2-4008-80BF-8D7FD539D3CE}"/>
              </c:ext>
            </c:extLst>
          </c:dPt>
          <c:dPt>
            <c:idx val="59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77-18F2-4008-80BF-8D7FD539D3CE}"/>
              </c:ext>
            </c:extLst>
          </c:dPt>
          <c:dPt>
            <c:idx val="60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79-18F2-4008-80BF-8D7FD539D3CE}"/>
              </c:ext>
            </c:extLst>
          </c:dPt>
          <c:dPt>
            <c:idx val="61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7B-18F2-4008-80BF-8D7FD539D3CE}"/>
              </c:ext>
            </c:extLst>
          </c:dPt>
          <c:dPt>
            <c:idx val="62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7D-18F2-4008-80BF-8D7FD539D3CE}"/>
              </c:ext>
            </c:extLst>
          </c:dPt>
          <c:dPt>
            <c:idx val="63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7F-18F2-4008-80BF-8D7FD539D3CE}"/>
              </c:ext>
            </c:extLst>
          </c:dPt>
          <c:dPt>
            <c:idx val="64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81-18F2-4008-80BF-8D7FD539D3CE}"/>
              </c:ext>
            </c:extLst>
          </c:dPt>
          <c:dPt>
            <c:idx val="65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83-18F2-4008-80BF-8D7FD539D3CE}"/>
              </c:ext>
            </c:extLst>
          </c:dPt>
          <c:dPt>
            <c:idx val="66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85-18F2-4008-80BF-8D7FD539D3CE}"/>
              </c:ext>
            </c:extLst>
          </c:dPt>
          <c:dPt>
            <c:idx val="67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87-18F2-4008-80BF-8D7FD539D3CE}"/>
              </c:ext>
            </c:extLst>
          </c:dPt>
          <c:dPt>
            <c:idx val="68"/>
            <c:invertIfNegative val="1"/>
            <c:bubble3D val="0"/>
            <c:spPr>
              <a:solidFill>
                <a:srgbClr val="1F4E79"/>
              </a:solidFill>
            </c:spPr>
            <c:extLst>
              <c:ext xmlns:c16="http://schemas.microsoft.com/office/drawing/2014/chart" uri="{C3380CC4-5D6E-409C-BE32-E72D297353CC}">
                <c16:uniqueId val="{00000089-18F2-4008-80BF-8D7FD539D3CE}"/>
              </c:ext>
            </c:extLst>
          </c:dPt>
          <c:dPt>
            <c:idx val="69"/>
            <c:invertIfNegative val="1"/>
            <c:bubble3D val="0"/>
            <c:spPr>
              <a:solidFill>
                <a:srgbClr val="1F4E79"/>
              </a:solidFill>
            </c:spPr>
            <c:extLst>
              <c:ext xmlns:c16="http://schemas.microsoft.com/office/drawing/2014/chart" uri="{C3380CC4-5D6E-409C-BE32-E72D297353CC}">
                <c16:uniqueId val="{0000008B-18F2-4008-80BF-8D7FD539D3CE}"/>
              </c:ext>
            </c:extLst>
          </c:dPt>
          <c:dPt>
            <c:idx val="70"/>
            <c:invertIfNegative val="1"/>
            <c:bubble3D val="0"/>
            <c:spPr>
              <a:solidFill>
                <a:srgbClr val="1F4E79"/>
              </a:solidFill>
            </c:spPr>
            <c:extLst>
              <c:ext xmlns:c16="http://schemas.microsoft.com/office/drawing/2014/chart" uri="{C3380CC4-5D6E-409C-BE32-E72D297353CC}">
                <c16:uniqueId val="{0000008D-18F2-4008-80BF-8D7FD539D3CE}"/>
              </c:ext>
            </c:extLst>
          </c:dPt>
          <c:dPt>
            <c:idx val="71"/>
            <c:invertIfNegative val="1"/>
            <c:bubble3D val="0"/>
            <c:spPr>
              <a:solidFill>
                <a:srgbClr val="1F4E79"/>
              </a:solidFill>
            </c:spPr>
            <c:extLst>
              <c:ext xmlns:c16="http://schemas.microsoft.com/office/drawing/2014/chart" uri="{C3380CC4-5D6E-409C-BE32-E72D297353CC}">
                <c16:uniqueId val="{0000008F-18F2-4008-80BF-8D7FD539D3CE}"/>
              </c:ext>
            </c:extLst>
          </c:dPt>
          <c:dPt>
            <c:idx val="72"/>
            <c:invertIfNegative val="1"/>
            <c:bubble3D val="0"/>
            <c:spPr>
              <a:solidFill>
                <a:srgbClr val="1F4E79"/>
              </a:solidFill>
            </c:spPr>
            <c:extLst>
              <c:ext xmlns:c16="http://schemas.microsoft.com/office/drawing/2014/chart" uri="{C3380CC4-5D6E-409C-BE32-E72D297353CC}">
                <c16:uniqueId val="{00000091-18F2-4008-80BF-8D7FD539D3CE}"/>
              </c:ext>
            </c:extLst>
          </c:dPt>
          <c:dPt>
            <c:idx val="73"/>
            <c:invertIfNegative val="1"/>
            <c:bubble3D val="0"/>
            <c:spPr>
              <a:solidFill>
                <a:srgbClr val="1F4E79"/>
              </a:solidFill>
            </c:spPr>
            <c:extLst>
              <c:ext xmlns:c16="http://schemas.microsoft.com/office/drawing/2014/chart" uri="{C3380CC4-5D6E-409C-BE32-E72D297353CC}">
                <c16:uniqueId val="{00000093-18F2-4008-80BF-8D7FD539D3CE}"/>
              </c:ext>
            </c:extLst>
          </c:dPt>
          <c:dPt>
            <c:idx val="74"/>
            <c:invertIfNegative val="1"/>
            <c:bubble3D val="0"/>
            <c:spPr>
              <a:solidFill>
                <a:srgbClr val="1F4E79"/>
              </a:solidFill>
            </c:spPr>
            <c:extLst>
              <c:ext xmlns:c16="http://schemas.microsoft.com/office/drawing/2014/chart" uri="{C3380CC4-5D6E-409C-BE32-E72D297353CC}">
                <c16:uniqueId val="{00000095-18F2-4008-80BF-8D7FD539D3CE}"/>
              </c:ext>
            </c:extLst>
          </c:dPt>
          <c:cat>
            <c:strRef>
              <c:f>Sheet1!$A$2:$A$76</c:f>
              <c:strCache>
                <c:ptCount val="75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DAY17</c:v>
                </c:pt>
                <c:pt idx="24">
                  <c:v>DAY18</c:v>
                </c:pt>
                <c:pt idx="25">
                  <c:v>DAY19</c:v>
                </c:pt>
                <c:pt idx="26">
                  <c:v>DAY20</c:v>
                </c:pt>
                <c:pt idx="27">
                  <c:v>DAY21</c:v>
                </c:pt>
                <c:pt idx="28">
                  <c:v>DAY22</c:v>
                </c:pt>
                <c:pt idx="29">
                  <c:v>DAY23</c:v>
                </c:pt>
                <c:pt idx="30">
                  <c:v>DAY24</c:v>
                </c:pt>
                <c:pt idx="31">
                  <c:v>DAY25</c:v>
                </c:pt>
                <c:pt idx="32">
                  <c:v>DAY26</c:v>
                </c:pt>
                <c:pt idx="33">
                  <c:v>DAY27</c:v>
                </c:pt>
                <c:pt idx="34">
                  <c:v>DAY28</c:v>
                </c:pt>
                <c:pt idx="35">
                  <c:v>DAY29</c:v>
                </c:pt>
                <c:pt idx="36">
                  <c:v>DAY30</c:v>
                </c:pt>
                <c:pt idx="37">
                  <c:v>DAY31</c:v>
                </c:pt>
                <c:pt idx="38">
                  <c:v>DAY32</c:v>
                </c:pt>
                <c:pt idx="39">
                  <c:v>DAY33</c:v>
                </c:pt>
                <c:pt idx="40">
                  <c:v>DAY34</c:v>
                </c:pt>
                <c:pt idx="41">
                  <c:v>DAY35</c:v>
                </c:pt>
                <c:pt idx="42">
                  <c:v>DAY36</c:v>
                </c:pt>
                <c:pt idx="43">
                  <c:v>DAY37</c:v>
                </c:pt>
                <c:pt idx="44">
                  <c:v>DAY38</c:v>
                </c:pt>
                <c:pt idx="45">
                  <c:v>DAY39</c:v>
                </c:pt>
                <c:pt idx="46">
                  <c:v>DAY40</c:v>
                </c:pt>
                <c:pt idx="47">
                  <c:v>DAY41</c:v>
                </c:pt>
                <c:pt idx="48">
                  <c:v>DAY42</c:v>
                </c:pt>
                <c:pt idx="49">
                  <c:v>DAY43</c:v>
                </c:pt>
                <c:pt idx="50">
                  <c:v>DAY44</c:v>
                </c:pt>
                <c:pt idx="51">
                  <c:v>DAY45</c:v>
                </c:pt>
                <c:pt idx="52">
                  <c:v>DAY46</c:v>
                </c:pt>
                <c:pt idx="53">
                  <c:v>DAY47</c:v>
                </c:pt>
                <c:pt idx="54">
                  <c:v>DAY48</c:v>
                </c:pt>
                <c:pt idx="55">
                  <c:v>DAY49</c:v>
                </c:pt>
                <c:pt idx="56">
                  <c:v>DAY50</c:v>
                </c:pt>
                <c:pt idx="57">
                  <c:v>DAY51</c:v>
                </c:pt>
                <c:pt idx="58">
                  <c:v>DAY52</c:v>
                </c:pt>
                <c:pt idx="59">
                  <c:v>DAY53</c:v>
                </c:pt>
                <c:pt idx="60">
                  <c:v>DAY54</c:v>
                </c:pt>
                <c:pt idx="61">
                  <c:v>DAY55</c:v>
                </c:pt>
                <c:pt idx="62">
                  <c:v>DAY56</c:v>
                </c:pt>
                <c:pt idx="63">
                  <c:v>DAY57</c:v>
                </c:pt>
                <c:pt idx="64">
                  <c:v>DAY58</c:v>
                </c:pt>
                <c:pt idx="65">
                  <c:v>DAY59</c:v>
                </c:pt>
                <c:pt idx="66">
                  <c:v>DAY60</c:v>
                </c:pt>
                <c:pt idx="67">
                  <c:v>DAY61</c:v>
                </c:pt>
                <c:pt idx="68">
                  <c:v>D+1</c:v>
                </c:pt>
                <c:pt idx="69">
                  <c:v>D+2</c:v>
                </c:pt>
                <c:pt idx="70">
                  <c:v>D+3</c:v>
                </c:pt>
                <c:pt idx="71">
                  <c:v>D+4</c:v>
                </c:pt>
                <c:pt idx="72">
                  <c:v>D+5</c:v>
                </c:pt>
                <c:pt idx="73">
                  <c:v>D+6</c:v>
                </c:pt>
                <c:pt idx="74">
                  <c:v>D+7</c:v>
                </c:pt>
              </c:strCache>
            </c:strRef>
          </c:cat>
          <c:val>
            <c:numRef>
              <c:f>Sheet1!$B$2:$B$76</c:f>
              <c:numCache>
                <c:formatCode>General</c:formatCode>
                <c:ptCount val="7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22.44</c:v>
                </c:pt>
                <c:pt idx="8">
                  <c:v>29.66</c:v>
                </c:pt>
                <c:pt idx="9">
                  <c:v>29.26</c:v>
                </c:pt>
                <c:pt idx="10">
                  <c:v>17.39</c:v>
                </c:pt>
                <c:pt idx="11">
                  <c:v>23.47</c:v>
                </c:pt>
                <c:pt idx="12">
                  <c:v>29.86</c:v>
                </c:pt>
                <c:pt idx="13">
                  <c:v>30.85</c:v>
                </c:pt>
                <c:pt idx="14">
                  <c:v>29.3</c:v>
                </c:pt>
                <c:pt idx="15">
                  <c:v>28.1</c:v>
                </c:pt>
                <c:pt idx="16">
                  <c:v>24.81</c:v>
                </c:pt>
                <c:pt idx="17">
                  <c:v>25.93</c:v>
                </c:pt>
                <c:pt idx="18">
                  <c:v>32.1</c:v>
                </c:pt>
                <c:pt idx="19">
                  <c:v>40.72</c:v>
                </c:pt>
                <c:pt idx="20">
                  <c:v>33.630000000000003</c:v>
                </c:pt>
                <c:pt idx="21">
                  <c:v>32.19</c:v>
                </c:pt>
                <c:pt idx="22">
                  <c:v>27.98</c:v>
                </c:pt>
                <c:pt idx="23">
                  <c:v>26.58</c:v>
                </c:pt>
                <c:pt idx="24">
                  <c:v>26.53</c:v>
                </c:pt>
                <c:pt idx="25">
                  <c:v>33.08</c:v>
                </c:pt>
                <c:pt idx="26">
                  <c:v>44.4</c:v>
                </c:pt>
                <c:pt idx="27">
                  <c:v>36.68</c:v>
                </c:pt>
                <c:pt idx="28">
                  <c:v>29.18</c:v>
                </c:pt>
                <c:pt idx="29">
                  <c:v>42.8</c:v>
                </c:pt>
                <c:pt idx="30">
                  <c:v>24.25</c:v>
                </c:pt>
                <c:pt idx="31">
                  <c:v>35.340000000000003</c:v>
                </c:pt>
                <c:pt idx="32">
                  <c:v>56.74</c:v>
                </c:pt>
                <c:pt idx="33">
                  <c:v>50</c:v>
                </c:pt>
                <c:pt idx="34">
                  <c:v>27.75</c:v>
                </c:pt>
                <c:pt idx="35">
                  <c:v>34.46</c:v>
                </c:pt>
                <c:pt idx="36">
                  <c:v>61.66</c:v>
                </c:pt>
                <c:pt idx="37">
                  <c:v>53.63</c:v>
                </c:pt>
                <c:pt idx="38">
                  <c:v>52.13</c:v>
                </c:pt>
                <c:pt idx="39">
                  <c:v>58.63</c:v>
                </c:pt>
                <c:pt idx="40">
                  <c:v>63.76</c:v>
                </c:pt>
                <c:pt idx="41">
                  <c:v>50.53</c:v>
                </c:pt>
                <c:pt idx="42">
                  <c:v>30.38</c:v>
                </c:pt>
                <c:pt idx="43">
                  <c:v>42.84</c:v>
                </c:pt>
                <c:pt idx="44">
                  <c:v>60.78</c:v>
                </c:pt>
                <c:pt idx="45">
                  <c:v>43.79</c:v>
                </c:pt>
                <c:pt idx="46">
                  <c:v>46.35</c:v>
                </c:pt>
                <c:pt idx="47">
                  <c:v>27.29</c:v>
                </c:pt>
                <c:pt idx="48">
                  <c:v>28.09</c:v>
                </c:pt>
                <c:pt idx="49">
                  <c:v>35.799999999999997</c:v>
                </c:pt>
                <c:pt idx="50">
                  <c:v>32.619999999999997</c:v>
                </c:pt>
                <c:pt idx="51">
                  <c:v>56.33</c:v>
                </c:pt>
                <c:pt idx="52">
                  <c:v>52.03</c:v>
                </c:pt>
                <c:pt idx="53">
                  <c:v>42.4</c:v>
                </c:pt>
                <c:pt idx="54">
                  <c:v>50.1</c:v>
                </c:pt>
                <c:pt idx="55">
                  <c:v>38.020000000000003</c:v>
                </c:pt>
                <c:pt idx="56">
                  <c:v>58.43</c:v>
                </c:pt>
                <c:pt idx="57">
                  <c:v>39.83</c:v>
                </c:pt>
                <c:pt idx="58">
                  <c:v>49.49</c:v>
                </c:pt>
                <c:pt idx="59">
                  <c:v>39.380000000000003</c:v>
                </c:pt>
                <c:pt idx="60">
                  <c:v>51.77</c:v>
                </c:pt>
                <c:pt idx="61">
                  <c:v>69.31</c:v>
                </c:pt>
                <c:pt idx="62">
                  <c:v>42.99</c:v>
                </c:pt>
                <c:pt idx="63">
                  <c:v>39.83</c:v>
                </c:pt>
                <c:pt idx="64">
                  <c:v>33.78</c:v>
                </c:pt>
                <c:pt idx="65">
                  <c:v>43.35</c:v>
                </c:pt>
                <c:pt idx="66">
                  <c:v>32.94</c:v>
                </c:pt>
                <c:pt idx="67">
                  <c:v>63.61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767171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pPr>
                <a:solidFill>
                  <a:srgbClr val="1F4E79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97-18F2-4008-80BF-8D7FD539D3CE}"/>
              </c:ext>
            </c:extLst>
          </c:dPt>
          <c:dPt>
            <c:idx val="1"/>
            <c:marker>
              <c:spPr>
                <a:solidFill>
                  <a:srgbClr val="1F4E79"/>
                </a:solidFill>
                <a:ln w="12700">
                  <a:solidFill>
                    <a:srgbClr val="76717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pPr>
                <a:solidFill>
                  <a:srgbClr val="1F4E79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98-18F2-4008-80BF-8D7FD539D3CE}"/>
              </c:ext>
            </c:extLst>
          </c:dPt>
          <c:dPt>
            <c:idx val="3"/>
            <c:marker>
              <c:spPr>
                <a:solidFill>
                  <a:srgbClr val="1F4E79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99-18F2-4008-80BF-8D7FD539D3CE}"/>
              </c:ext>
            </c:extLst>
          </c:dPt>
          <c:dPt>
            <c:idx val="4"/>
            <c:marker>
              <c:spPr>
                <a:solidFill>
                  <a:srgbClr val="1F4E79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9A-18F2-4008-80BF-8D7FD539D3CE}"/>
              </c:ext>
            </c:extLst>
          </c:dPt>
          <c:dPt>
            <c:idx val="5"/>
            <c:marker>
              <c:spPr>
                <a:solidFill>
                  <a:srgbClr val="1F4E79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9B-18F2-4008-80BF-8D7FD539D3CE}"/>
              </c:ext>
            </c:extLst>
          </c:dPt>
          <c:dPt>
            <c:idx val="6"/>
            <c:marker>
              <c:spPr>
                <a:solidFill>
                  <a:srgbClr val="1F4E79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9C-18F2-4008-80BF-8D7FD539D3CE}"/>
              </c:ext>
            </c:extLst>
          </c:dPt>
          <c:dPt>
            <c:idx val="7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9D-18F2-4008-80BF-8D7FD539D3CE}"/>
              </c:ext>
            </c:extLst>
          </c:dPt>
          <c:dPt>
            <c:idx val="8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9E-18F2-4008-80BF-8D7FD539D3CE}"/>
              </c:ext>
            </c:extLst>
          </c:dPt>
          <c:dPt>
            <c:idx val="9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9F-18F2-4008-80BF-8D7FD539D3CE}"/>
              </c:ext>
            </c:extLst>
          </c:dPt>
          <c:dPt>
            <c:idx val="10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A0-18F2-4008-80BF-8D7FD539D3CE}"/>
              </c:ext>
            </c:extLst>
          </c:dPt>
          <c:dPt>
            <c:idx val="11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A1-18F2-4008-80BF-8D7FD539D3CE}"/>
              </c:ext>
            </c:extLst>
          </c:dPt>
          <c:dPt>
            <c:idx val="12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A2-18F2-4008-80BF-8D7FD539D3CE}"/>
              </c:ext>
            </c:extLst>
          </c:dPt>
          <c:dPt>
            <c:idx val="13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A3-18F2-4008-80BF-8D7FD539D3CE}"/>
              </c:ext>
            </c:extLst>
          </c:dPt>
          <c:dPt>
            <c:idx val="14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A4-18F2-4008-80BF-8D7FD539D3CE}"/>
              </c:ext>
            </c:extLst>
          </c:dPt>
          <c:dPt>
            <c:idx val="15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A5-18F2-4008-80BF-8D7FD539D3CE}"/>
              </c:ext>
            </c:extLst>
          </c:dPt>
          <c:dPt>
            <c:idx val="16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A6-18F2-4008-80BF-8D7FD539D3CE}"/>
              </c:ext>
            </c:extLst>
          </c:dPt>
          <c:dPt>
            <c:idx val="17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A7-18F2-4008-80BF-8D7FD539D3CE}"/>
              </c:ext>
            </c:extLst>
          </c:dPt>
          <c:dPt>
            <c:idx val="18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A8-18F2-4008-80BF-8D7FD539D3CE}"/>
              </c:ext>
            </c:extLst>
          </c:dPt>
          <c:dPt>
            <c:idx val="19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A9-18F2-4008-80BF-8D7FD539D3CE}"/>
              </c:ext>
            </c:extLst>
          </c:dPt>
          <c:dPt>
            <c:idx val="20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AA-18F2-4008-80BF-8D7FD539D3CE}"/>
              </c:ext>
            </c:extLst>
          </c:dPt>
          <c:dPt>
            <c:idx val="21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AB-18F2-4008-80BF-8D7FD539D3CE}"/>
              </c:ext>
            </c:extLst>
          </c:dPt>
          <c:dPt>
            <c:idx val="22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AC-18F2-4008-80BF-8D7FD539D3CE}"/>
              </c:ext>
            </c:extLst>
          </c:dPt>
          <c:dPt>
            <c:idx val="23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AD-18F2-4008-80BF-8D7FD539D3CE}"/>
              </c:ext>
            </c:extLst>
          </c:dPt>
          <c:dPt>
            <c:idx val="24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AE-18F2-4008-80BF-8D7FD539D3CE}"/>
              </c:ext>
            </c:extLst>
          </c:dPt>
          <c:dPt>
            <c:idx val="25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AF-18F2-4008-80BF-8D7FD539D3CE}"/>
              </c:ext>
            </c:extLst>
          </c:dPt>
          <c:dPt>
            <c:idx val="26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B0-18F2-4008-80BF-8D7FD539D3CE}"/>
              </c:ext>
            </c:extLst>
          </c:dPt>
          <c:dPt>
            <c:idx val="27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B1-18F2-4008-80BF-8D7FD539D3CE}"/>
              </c:ext>
            </c:extLst>
          </c:dPt>
          <c:dPt>
            <c:idx val="28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B2-18F2-4008-80BF-8D7FD539D3CE}"/>
              </c:ext>
            </c:extLst>
          </c:dPt>
          <c:dPt>
            <c:idx val="29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B3-18F2-4008-80BF-8D7FD539D3CE}"/>
              </c:ext>
            </c:extLst>
          </c:dPt>
          <c:dPt>
            <c:idx val="30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B4-18F2-4008-80BF-8D7FD539D3CE}"/>
              </c:ext>
            </c:extLst>
          </c:dPt>
          <c:dPt>
            <c:idx val="31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B5-18F2-4008-80BF-8D7FD539D3CE}"/>
              </c:ext>
            </c:extLst>
          </c:dPt>
          <c:dPt>
            <c:idx val="32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B6-18F2-4008-80BF-8D7FD539D3CE}"/>
              </c:ext>
            </c:extLst>
          </c:dPt>
          <c:dPt>
            <c:idx val="33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B7-18F2-4008-80BF-8D7FD539D3CE}"/>
              </c:ext>
            </c:extLst>
          </c:dPt>
          <c:dPt>
            <c:idx val="34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B8-18F2-4008-80BF-8D7FD539D3CE}"/>
              </c:ext>
            </c:extLst>
          </c:dPt>
          <c:dPt>
            <c:idx val="35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B9-18F2-4008-80BF-8D7FD539D3CE}"/>
              </c:ext>
            </c:extLst>
          </c:dPt>
          <c:dPt>
            <c:idx val="36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BA-18F2-4008-80BF-8D7FD539D3CE}"/>
              </c:ext>
            </c:extLst>
          </c:dPt>
          <c:dPt>
            <c:idx val="37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BB-18F2-4008-80BF-8D7FD539D3CE}"/>
              </c:ext>
            </c:extLst>
          </c:dPt>
          <c:dPt>
            <c:idx val="38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BC-18F2-4008-80BF-8D7FD539D3CE}"/>
              </c:ext>
            </c:extLst>
          </c:dPt>
          <c:dPt>
            <c:idx val="39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BD-18F2-4008-80BF-8D7FD539D3CE}"/>
              </c:ext>
            </c:extLst>
          </c:dPt>
          <c:dPt>
            <c:idx val="40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BE-18F2-4008-80BF-8D7FD539D3CE}"/>
              </c:ext>
            </c:extLst>
          </c:dPt>
          <c:dPt>
            <c:idx val="41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BF-18F2-4008-80BF-8D7FD539D3CE}"/>
              </c:ext>
            </c:extLst>
          </c:dPt>
          <c:dPt>
            <c:idx val="42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C0-18F2-4008-80BF-8D7FD539D3CE}"/>
              </c:ext>
            </c:extLst>
          </c:dPt>
          <c:dPt>
            <c:idx val="43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C1-18F2-4008-80BF-8D7FD539D3CE}"/>
              </c:ext>
            </c:extLst>
          </c:dPt>
          <c:dPt>
            <c:idx val="44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C2-18F2-4008-80BF-8D7FD539D3CE}"/>
              </c:ext>
            </c:extLst>
          </c:dPt>
          <c:dPt>
            <c:idx val="45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C3-18F2-4008-80BF-8D7FD539D3CE}"/>
              </c:ext>
            </c:extLst>
          </c:dPt>
          <c:dPt>
            <c:idx val="46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C4-18F2-4008-80BF-8D7FD539D3CE}"/>
              </c:ext>
            </c:extLst>
          </c:dPt>
          <c:dPt>
            <c:idx val="47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C5-18F2-4008-80BF-8D7FD539D3CE}"/>
              </c:ext>
            </c:extLst>
          </c:dPt>
          <c:dPt>
            <c:idx val="48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C6-18F2-4008-80BF-8D7FD539D3CE}"/>
              </c:ext>
            </c:extLst>
          </c:dPt>
          <c:dPt>
            <c:idx val="49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C7-18F2-4008-80BF-8D7FD539D3CE}"/>
              </c:ext>
            </c:extLst>
          </c:dPt>
          <c:dPt>
            <c:idx val="50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C8-18F2-4008-80BF-8D7FD539D3CE}"/>
              </c:ext>
            </c:extLst>
          </c:dPt>
          <c:dPt>
            <c:idx val="51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C9-18F2-4008-80BF-8D7FD539D3CE}"/>
              </c:ext>
            </c:extLst>
          </c:dPt>
          <c:dPt>
            <c:idx val="52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CA-18F2-4008-80BF-8D7FD539D3CE}"/>
              </c:ext>
            </c:extLst>
          </c:dPt>
          <c:dPt>
            <c:idx val="53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CB-18F2-4008-80BF-8D7FD539D3CE}"/>
              </c:ext>
            </c:extLst>
          </c:dPt>
          <c:dPt>
            <c:idx val="54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CC-18F2-4008-80BF-8D7FD539D3CE}"/>
              </c:ext>
            </c:extLst>
          </c:dPt>
          <c:dPt>
            <c:idx val="55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CD-18F2-4008-80BF-8D7FD539D3CE}"/>
              </c:ext>
            </c:extLst>
          </c:dPt>
          <c:dPt>
            <c:idx val="56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CE-18F2-4008-80BF-8D7FD539D3CE}"/>
              </c:ext>
            </c:extLst>
          </c:dPt>
          <c:dPt>
            <c:idx val="57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CF-18F2-4008-80BF-8D7FD539D3CE}"/>
              </c:ext>
            </c:extLst>
          </c:dPt>
          <c:dPt>
            <c:idx val="58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D0-18F2-4008-80BF-8D7FD539D3CE}"/>
              </c:ext>
            </c:extLst>
          </c:dPt>
          <c:dPt>
            <c:idx val="59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D1-18F2-4008-80BF-8D7FD539D3CE}"/>
              </c:ext>
            </c:extLst>
          </c:dPt>
          <c:dPt>
            <c:idx val="60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D2-18F2-4008-80BF-8D7FD539D3CE}"/>
              </c:ext>
            </c:extLst>
          </c:dPt>
          <c:dPt>
            <c:idx val="61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D3-18F2-4008-80BF-8D7FD539D3CE}"/>
              </c:ext>
            </c:extLst>
          </c:dPt>
          <c:dPt>
            <c:idx val="62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D4-18F2-4008-80BF-8D7FD539D3CE}"/>
              </c:ext>
            </c:extLst>
          </c:dPt>
          <c:dPt>
            <c:idx val="63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D5-18F2-4008-80BF-8D7FD539D3CE}"/>
              </c:ext>
            </c:extLst>
          </c:dPt>
          <c:dPt>
            <c:idx val="64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D6-18F2-4008-80BF-8D7FD539D3CE}"/>
              </c:ext>
            </c:extLst>
          </c:dPt>
          <c:dPt>
            <c:idx val="65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D7-18F2-4008-80BF-8D7FD539D3CE}"/>
              </c:ext>
            </c:extLst>
          </c:dPt>
          <c:dPt>
            <c:idx val="66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D8-18F2-4008-80BF-8D7FD539D3CE}"/>
              </c:ext>
            </c:extLst>
          </c:dPt>
          <c:dPt>
            <c:idx val="67"/>
            <c:marker>
              <c:spPr>
                <a:solidFill>
                  <a:srgbClr val="E74C3C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D9-18F2-4008-80BF-8D7FD539D3CE}"/>
              </c:ext>
            </c:extLst>
          </c:dPt>
          <c:dPt>
            <c:idx val="68"/>
            <c:marker>
              <c:spPr>
                <a:solidFill>
                  <a:srgbClr val="1F4E79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DA-18F2-4008-80BF-8D7FD539D3CE}"/>
              </c:ext>
            </c:extLst>
          </c:dPt>
          <c:dPt>
            <c:idx val="69"/>
            <c:marker>
              <c:spPr>
                <a:solidFill>
                  <a:srgbClr val="1F4E79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DB-18F2-4008-80BF-8D7FD539D3CE}"/>
              </c:ext>
            </c:extLst>
          </c:dPt>
          <c:dPt>
            <c:idx val="70"/>
            <c:marker>
              <c:spPr>
                <a:solidFill>
                  <a:srgbClr val="1F4E79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DC-18F2-4008-80BF-8D7FD539D3CE}"/>
              </c:ext>
            </c:extLst>
          </c:dPt>
          <c:dPt>
            <c:idx val="71"/>
            <c:marker>
              <c:spPr>
                <a:solidFill>
                  <a:srgbClr val="1F4E79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DD-18F2-4008-80BF-8D7FD539D3CE}"/>
              </c:ext>
            </c:extLst>
          </c:dPt>
          <c:dPt>
            <c:idx val="72"/>
            <c:marker>
              <c:spPr>
                <a:solidFill>
                  <a:srgbClr val="1F4E79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DE-18F2-4008-80BF-8D7FD539D3CE}"/>
              </c:ext>
            </c:extLst>
          </c:dPt>
          <c:dPt>
            <c:idx val="73"/>
            <c:marker>
              <c:spPr>
                <a:solidFill>
                  <a:srgbClr val="1F4E79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DF-18F2-4008-80BF-8D7FD539D3CE}"/>
              </c:ext>
            </c:extLst>
          </c:dPt>
          <c:dPt>
            <c:idx val="74"/>
            <c:marker>
              <c:spPr>
                <a:solidFill>
                  <a:srgbClr val="1F4E79"/>
                </a:solidFill>
                <a:ln w="12700">
                  <a:solidFill>
                    <a:srgbClr val="76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E0-18F2-4008-80BF-8D7FD539D3CE}"/>
              </c:ext>
            </c:extLst>
          </c:dPt>
          <c:cat>
            <c:strRef>
              <c:f>Sheet1!$A$2:$A$76</c:f>
              <c:strCache>
                <c:ptCount val="75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DAY17</c:v>
                </c:pt>
                <c:pt idx="24">
                  <c:v>DAY18</c:v>
                </c:pt>
                <c:pt idx="25">
                  <c:v>DAY19</c:v>
                </c:pt>
                <c:pt idx="26">
                  <c:v>DAY20</c:v>
                </c:pt>
                <c:pt idx="27">
                  <c:v>DAY21</c:v>
                </c:pt>
                <c:pt idx="28">
                  <c:v>DAY22</c:v>
                </c:pt>
                <c:pt idx="29">
                  <c:v>DAY23</c:v>
                </c:pt>
                <c:pt idx="30">
                  <c:v>DAY24</c:v>
                </c:pt>
                <c:pt idx="31">
                  <c:v>DAY25</c:v>
                </c:pt>
                <c:pt idx="32">
                  <c:v>DAY26</c:v>
                </c:pt>
                <c:pt idx="33">
                  <c:v>DAY27</c:v>
                </c:pt>
                <c:pt idx="34">
                  <c:v>DAY28</c:v>
                </c:pt>
                <c:pt idx="35">
                  <c:v>DAY29</c:v>
                </c:pt>
                <c:pt idx="36">
                  <c:v>DAY30</c:v>
                </c:pt>
                <c:pt idx="37">
                  <c:v>DAY31</c:v>
                </c:pt>
                <c:pt idx="38">
                  <c:v>DAY32</c:v>
                </c:pt>
                <c:pt idx="39">
                  <c:v>DAY33</c:v>
                </c:pt>
                <c:pt idx="40">
                  <c:v>DAY34</c:v>
                </c:pt>
                <c:pt idx="41">
                  <c:v>DAY35</c:v>
                </c:pt>
                <c:pt idx="42">
                  <c:v>DAY36</c:v>
                </c:pt>
                <c:pt idx="43">
                  <c:v>DAY37</c:v>
                </c:pt>
                <c:pt idx="44">
                  <c:v>DAY38</c:v>
                </c:pt>
                <c:pt idx="45">
                  <c:v>DAY39</c:v>
                </c:pt>
                <c:pt idx="46">
                  <c:v>DAY40</c:v>
                </c:pt>
                <c:pt idx="47">
                  <c:v>DAY41</c:v>
                </c:pt>
                <c:pt idx="48">
                  <c:v>DAY42</c:v>
                </c:pt>
                <c:pt idx="49">
                  <c:v>DAY43</c:v>
                </c:pt>
                <c:pt idx="50">
                  <c:v>DAY44</c:v>
                </c:pt>
                <c:pt idx="51">
                  <c:v>DAY45</c:v>
                </c:pt>
                <c:pt idx="52">
                  <c:v>DAY46</c:v>
                </c:pt>
                <c:pt idx="53">
                  <c:v>DAY47</c:v>
                </c:pt>
                <c:pt idx="54">
                  <c:v>DAY48</c:v>
                </c:pt>
                <c:pt idx="55">
                  <c:v>DAY49</c:v>
                </c:pt>
                <c:pt idx="56">
                  <c:v>DAY50</c:v>
                </c:pt>
                <c:pt idx="57">
                  <c:v>DAY51</c:v>
                </c:pt>
                <c:pt idx="58">
                  <c:v>DAY52</c:v>
                </c:pt>
                <c:pt idx="59">
                  <c:v>DAY53</c:v>
                </c:pt>
                <c:pt idx="60">
                  <c:v>DAY54</c:v>
                </c:pt>
                <c:pt idx="61">
                  <c:v>DAY55</c:v>
                </c:pt>
                <c:pt idx="62">
                  <c:v>DAY56</c:v>
                </c:pt>
                <c:pt idx="63">
                  <c:v>DAY57</c:v>
                </c:pt>
                <c:pt idx="64">
                  <c:v>DAY58</c:v>
                </c:pt>
                <c:pt idx="65">
                  <c:v>DAY59</c:v>
                </c:pt>
                <c:pt idx="66">
                  <c:v>DAY60</c:v>
                </c:pt>
                <c:pt idx="67">
                  <c:v>DAY61</c:v>
                </c:pt>
                <c:pt idx="68">
                  <c:v>D+1</c:v>
                </c:pt>
                <c:pt idx="69">
                  <c:v>D+2</c:v>
                </c:pt>
                <c:pt idx="70">
                  <c:v>D+3</c:v>
                </c:pt>
                <c:pt idx="71">
                  <c:v>D+4</c:v>
                </c:pt>
                <c:pt idx="72">
                  <c:v>D+5</c:v>
                </c:pt>
                <c:pt idx="73">
                  <c:v>D+6</c:v>
                </c:pt>
                <c:pt idx="74">
                  <c:v>D+7</c:v>
                </c:pt>
              </c:strCache>
            </c:strRef>
          </c:cat>
          <c:val>
            <c:numRef>
              <c:f>Sheet1!$C$2:$C$76</c:f>
              <c:numCache>
                <c:formatCode>General</c:formatCode>
                <c:ptCount val="7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665</c:v>
                </c:pt>
                <c:pt idx="8">
                  <c:v>920</c:v>
                </c:pt>
                <c:pt idx="9">
                  <c:v>821</c:v>
                </c:pt>
                <c:pt idx="10">
                  <c:v>690</c:v>
                </c:pt>
                <c:pt idx="11">
                  <c:v>904</c:v>
                </c:pt>
                <c:pt idx="12">
                  <c:v>1100</c:v>
                </c:pt>
                <c:pt idx="13">
                  <c:v>1180</c:v>
                </c:pt>
                <c:pt idx="14">
                  <c:v>657</c:v>
                </c:pt>
                <c:pt idx="15">
                  <c:v>902</c:v>
                </c:pt>
                <c:pt idx="16">
                  <c:v>935</c:v>
                </c:pt>
                <c:pt idx="17">
                  <c:v>907</c:v>
                </c:pt>
                <c:pt idx="18">
                  <c:v>982</c:v>
                </c:pt>
                <c:pt idx="19">
                  <c:v>1380</c:v>
                </c:pt>
                <c:pt idx="20">
                  <c:v>1328</c:v>
                </c:pt>
                <c:pt idx="21">
                  <c:v>733</c:v>
                </c:pt>
                <c:pt idx="22">
                  <c:v>737</c:v>
                </c:pt>
                <c:pt idx="23">
                  <c:v>561</c:v>
                </c:pt>
                <c:pt idx="24">
                  <c:v>908</c:v>
                </c:pt>
                <c:pt idx="25">
                  <c:v>1011</c:v>
                </c:pt>
                <c:pt idx="26">
                  <c:v>1704</c:v>
                </c:pt>
                <c:pt idx="27">
                  <c:v>1603</c:v>
                </c:pt>
                <c:pt idx="28">
                  <c:v>777</c:v>
                </c:pt>
                <c:pt idx="29">
                  <c:v>843</c:v>
                </c:pt>
                <c:pt idx="30">
                  <c:v>642</c:v>
                </c:pt>
                <c:pt idx="31">
                  <c:v>1168</c:v>
                </c:pt>
                <c:pt idx="32">
                  <c:v>1153</c:v>
                </c:pt>
                <c:pt idx="33">
                  <c:v>1859</c:v>
                </c:pt>
                <c:pt idx="34">
                  <c:v>927</c:v>
                </c:pt>
                <c:pt idx="35">
                  <c:v>826</c:v>
                </c:pt>
                <c:pt idx="36">
                  <c:v>982</c:v>
                </c:pt>
                <c:pt idx="37">
                  <c:v>930</c:v>
                </c:pt>
                <c:pt idx="38">
                  <c:v>1153</c:v>
                </c:pt>
                <c:pt idx="39">
                  <c:v>1814</c:v>
                </c:pt>
                <c:pt idx="40">
                  <c:v>1915</c:v>
                </c:pt>
                <c:pt idx="41">
                  <c:v>1632</c:v>
                </c:pt>
                <c:pt idx="42">
                  <c:v>1333</c:v>
                </c:pt>
                <c:pt idx="43">
                  <c:v>1559</c:v>
                </c:pt>
                <c:pt idx="44">
                  <c:v>2326</c:v>
                </c:pt>
                <c:pt idx="45">
                  <c:v>1546</c:v>
                </c:pt>
                <c:pt idx="46">
                  <c:v>835</c:v>
                </c:pt>
                <c:pt idx="47">
                  <c:v>947</c:v>
                </c:pt>
                <c:pt idx="48">
                  <c:v>1128</c:v>
                </c:pt>
                <c:pt idx="49">
                  <c:v>543</c:v>
                </c:pt>
                <c:pt idx="50">
                  <c:v>865</c:v>
                </c:pt>
                <c:pt idx="51">
                  <c:v>999</c:v>
                </c:pt>
                <c:pt idx="52">
                  <c:v>1059</c:v>
                </c:pt>
                <c:pt idx="53">
                  <c:v>1067</c:v>
                </c:pt>
                <c:pt idx="54">
                  <c:v>1645</c:v>
                </c:pt>
                <c:pt idx="55">
                  <c:v>1767</c:v>
                </c:pt>
                <c:pt idx="56">
                  <c:v>881</c:v>
                </c:pt>
                <c:pt idx="57">
                  <c:v>938</c:v>
                </c:pt>
                <c:pt idx="58">
                  <c:v>905</c:v>
                </c:pt>
                <c:pt idx="59">
                  <c:v>959</c:v>
                </c:pt>
                <c:pt idx="60">
                  <c:v>1274</c:v>
                </c:pt>
                <c:pt idx="61">
                  <c:v>2446</c:v>
                </c:pt>
                <c:pt idx="62">
                  <c:v>1561</c:v>
                </c:pt>
                <c:pt idx="63">
                  <c:v>849</c:v>
                </c:pt>
                <c:pt idx="64">
                  <c:v>940</c:v>
                </c:pt>
                <c:pt idx="65">
                  <c:v>876</c:v>
                </c:pt>
                <c:pt idx="66">
                  <c:v>876</c:v>
                </c:pt>
                <c:pt idx="67">
                  <c:v>1096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1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음/식료품소매</cx:pt>
          <cx:pt idx="1">종합소매점</cx:pt>
          <cx:pt idx="2">연료판매</cx:pt>
          <cx:pt idx="3">커피/음료</cx:pt>
          <cx:pt idx="4">한식</cx:pt>
          <cx:pt idx="5">기업</cx:pt>
          <cx:pt idx="6">인테리어/가정용품</cx:pt>
          <cx:pt idx="7">일식/수산물</cx:pt>
          <cx:pt idx="8">차량관리/서비스</cx:pt>
          <cx:pt idx="9">중식</cx:pt>
          <cx:pt idx="10"/>
          <cx:pt idx="11"/>
          <cx:pt idx="12"/>
          <cx:pt idx="13"/>
          <cx:pt idx="14"/>
          <cx:pt idx="15"/>
        </cx:lvl>
        <cx:lvl ptCount="16">
          <cx:pt idx="0">내국인</cx:pt>
          <cx:pt idx="1">내국인</cx:pt>
          <cx:pt idx="2">내국인</cx:pt>
          <cx:pt idx="3">내국인</cx:pt>
          <cx:pt idx="4">내국인</cx:pt>
          <cx:pt idx="5">내국인</cx:pt>
          <cx:pt idx="6">내국인</cx:pt>
          <cx:pt idx="7">내국인</cx:pt>
          <cx:pt idx="8">내국인</cx:pt>
          <cx:pt idx="9">내국인</cx:pt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692.5</cx:pt>
          <cx:pt idx="1">357.39999999999998</cx:pt>
          <cx:pt idx="2">154</cx:pt>
          <cx:pt idx="3">143.40000000000001</cx:pt>
          <cx:pt idx="4">119.5</cx:pt>
          <cx:pt idx="5">76.700000000000003</cx:pt>
          <cx:pt idx="6">75</cx:pt>
          <cx:pt idx="7">59.299999999999997</cx:pt>
          <cx:pt idx="8">31.600000000000001</cx:pt>
          <cx:pt idx="9">28.199999999999999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커피/음료</cx:pt>
          <cx:pt idx="1">한식</cx:pt>
          <cx:pt idx="2">일식/수산물</cx:pt>
          <cx:pt idx="3">차량관리/서비스</cx:pt>
          <cx:pt idx="4">음/식료품소매</cx:pt>
          <cx:pt idx="5">종합소매점</cx:pt>
          <cx:pt idx="6">분식</cx:pt>
          <cx:pt idx="7">패스트푸드</cx:pt>
          <cx:pt idx="8">인테리어/가정용품</cx:pt>
          <cx:pt idx="9">공연관람</cx:pt>
          <cx:pt idx="10"/>
          <cx:pt idx="11"/>
          <cx:pt idx="12"/>
          <cx:pt idx="13"/>
          <cx:pt idx="14"/>
          <cx:pt idx="15"/>
        </cx:lvl>
        <cx:lvl ptCount="16">
          <cx:pt idx="0">외국인</cx:pt>
          <cx:pt idx="1">외국인</cx:pt>
          <cx:pt idx="2">외국인</cx:pt>
          <cx:pt idx="3">외국인</cx:pt>
          <cx:pt idx="4">외국인</cx:pt>
          <cx:pt idx="5">외국인</cx:pt>
          <cx:pt idx="6">외국인</cx:pt>
          <cx:pt idx="7">외국인</cx:pt>
          <cx:pt idx="8">외국인</cx:pt>
          <cx:pt idx="9">외국인</cx:pt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1.1000000000000001</cx:pt>
          <cx:pt idx="1">0.5</cx:pt>
          <cx:pt idx="2">0.29999999999999999</cx:pt>
          <cx:pt idx="3">0.29999999999999999</cx:pt>
          <cx:pt idx="4">0.20000000000000001</cx:pt>
          <cx:pt idx="5">0.20000000000000001</cx:pt>
          <cx:pt idx="6">0.10000000000000001</cx:pt>
          <cx:pt idx="7">0.10000000000000001</cx:pt>
          <cx:pt idx="8">0.10000000000000001</cx:pt>
          <cx:pt idx="9">0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2.png"/><Relationship Id="rId9" Type="http://schemas.openxmlformats.org/officeDocument/2006/relationships/image" Target="../media/image1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chart" Target="../charts/chart5.xml"/><Relationship Id="rId8" Type="http://schemas.openxmlformats.org/officeDocument/2006/relationships/chart" Target="../charts/chart6.xml"/><Relationship Id="rId9" Type="http://schemas.openxmlformats.org/officeDocument/2006/relationships/chart" Target="../charts/chart7.xml"/><Relationship Id="rId10" Type="http://schemas.openxmlformats.org/officeDocument/2006/relationships/chart" Target="../charts/char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chart" Target="../charts/chart9.xml"/><Relationship Id="rId5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chart" Target="../charts/char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1.xml"/><Relationship Id="rId4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chart" Target="../charts/char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chart" Target="../charts/chart15.xml"/><Relationship Id="rId7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chart" Target="../charts/chart16.xml"/><Relationship Id="rId6" Type="http://schemas.openxmlformats.org/officeDocument/2006/relationships/chart" Target="../charts/chart17.xml"/><Relationship Id="rId7" Type="http://schemas.openxmlformats.org/officeDocument/2006/relationships/chart" Target="../charts/chart18.xml"/><Relationship Id="rId8" Type="http://schemas.openxmlformats.org/officeDocument/2006/relationships/chart" Target="../charts/chart19.xml"/><Relationship Id="rId9" Type="http://schemas.openxmlformats.org/officeDocument/2006/relationships/chart" Target="../charts/chart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1.xml"/><Relationship Id="rId4" Type="http://schemas.openxmlformats.org/officeDocument/2006/relationships/chart" Target="../charts/chart22.xml"/><Relationship Id="rId5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chart" Target="../charts/chart2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Relationship Id="rId5" Type="http://schemas.openxmlformats.org/officeDocument/2006/relationships/chart" Target="../charts/chart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microsoft.com/office/2014/relationships/chartEx" Target="../charts/chartEx1.xml"/><Relationship Id="rId6" Type="http://schemas.openxmlformats.org/officeDocument/2006/relationships/image" Target="../media/image26.png"/><Relationship Id="rId7" Type="http://schemas.microsoft.com/office/2014/relationships/chartEx" Target="../charts/chartEx2.xml"/><Relationship Id="rId8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29.png"/><Relationship Id="rId7" Type="http://schemas.openxmlformats.org/officeDocument/2006/relationships/chart" Target="../charts/chart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Relationship Id="rId4" Type="http://schemas.openxmlformats.org/officeDocument/2006/relationships/image" Target="../media/image31.svg"/><Relationship Id="rId5" Type="http://schemas.openxmlformats.org/officeDocument/2006/relationships/image" Target="../media/image3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3.png"/><Relationship Id="rId4" Type="http://schemas.openxmlformats.org/officeDocument/2006/relationships/image" Target="../media/image34.svg"/><Relationship Id="rId5" Type="http://schemas.openxmlformats.org/officeDocument/2006/relationships/image" Target="../media/image3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6.png"/><Relationship Id="rId4" Type="http://schemas.openxmlformats.org/officeDocument/2006/relationships/image" Target="../media/image37.svg"/><Relationship Id="rId5" Type="http://schemas.openxmlformats.org/officeDocument/2006/relationships/image" Target="../media/image3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9.png"/><Relationship Id="rId4" Type="http://schemas.openxmlformats.org/officeDocument/2006/relationships/image" Target="../media/image40.svg"/><Relationship Id="rId5" Type="http://schemas.openxmlformats.org/officeDocument/2006/relationships/image" Target="../media/image4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2.png"/><Relationship Id="rId4" Type="http://schemas.openxmlformats.org/officeDocument/2006/relationships/image" Target="../media/image43.svg"/><Relationship Id="rId5" Type="http://schemas.openxmlformats.org/officeDocument/2006/relationships/image" Target="../media/image4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svg"/><Relationship Id="rId6" Type="http://schemas.openxmlformats.org/officeDocument/2006/relationships/image" Target="../media/image5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경기연천군군남면</a:t>
            </a:r>
          </a:p>
          <a:p>
            <a:r>
              <a:rPr lang="en-US" sz="6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0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소비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소비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소비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경기연천군군남면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0.0% -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(None명)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(None명)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2,417백만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31.4%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농산물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32.5%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6.0% ▼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2,827백만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2,536백만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10.3% ▼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2,417백만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14.5% ▼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경기연천군군남면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223586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814773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경기연천군군남면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(None명)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65299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393024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10803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45209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23533" r="48389" b="21884"/>
          <a:stretch>
            <a:fillRect/>
          </a:stretch>
        </p:blipFill>
        <p:spPr>
          <a:xfrm flipH="1">
            <a:off x="8524420" y="-1"/>
            <a:ext cx="71280" cy="1429211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6396" t="23575" r="48388" b="21884"/>
          <a:stretch>
            <a:fillRect/>
          </a:stretch>
        </p:blipFill>
        <p:spPr>
          <a:xfrm flipH="1">
            <a:off x="9832781" y="0"/>
            <a:ext cx="91029" cy="142812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614133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03906" y="12154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588333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79935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183638" y="4429264"/>
            <a:ext cx="342965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75287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11513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78877" y="5163278"/>
            <a:ext cx="34344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188403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11513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2912074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(0.0% -)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08108" y="-3286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15741" y="-30480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2984497" y="4608881"/>
            <a:ext cx="1744398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(0.0% -)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7204267"/>
              </p:ext>
            </p:extLst>
          </p:nvPr>
        </p:nvGraphicFramePr>
        <p:xfrm>
          <a:off x="5708541" y="17538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32253" y="14283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7">
            <a:extLst>
              <a:ext uri="{FF2B5EF4-FFF2-40B4-BE49-F238E27FC236}">
                <a16:creationId xmlns:a16="http://schemas.microsoft.com/office/drawing/2014/main" id="{5C85D958-60D4-0CB0-7940-D44C10DB8264}"/>
              </a:ext>
            </a:extLst>
          </p:cNvPr>
          <p:cNvSpPr/>
          <p:nvPr/>
        </p:nvSpPr>
        <p:spPr>
          <a:xfrm>
            <a:off x="2499231" y="4782415"/>
            <a:ext cx="1644981" cy="1123083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3846CB6E-1D26-5678-E53F-E646FAD63FBD}"/>
              </a:ext>
            </a:extLst>
          </p:cNvPr>
          <p:cNvSpPr/>
          <p:nvPr/>
        </p:nvSpPr>
        <p:spPr>
          <a:xfrm>
            <a:off x="719213" y="4773987"/>
            <a:ext cx="1644981" cy="1123083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Shape 7">
            <a:extLst>
              <a:ext uri="{FF2B5EF4-FFF2-40B4-BE49-F238E27FC236}">
                <a16:creationId xmlns:a16="http://schemas.microsoft.com/office/drawing/2014/main" id="{14EB3B5C-AADE-6E00-1E34-D5B21E387B1E}"/>
              </a:ext>
            </a:extLst>
          </p:cNvPr>
          <p:cNvSpPr/>
          <p:nvPr/>
        </p:nvSpPr>
        <p:spPr>
          <a:xfrm>
            <a:off x="2499231" y="3523128"/>
            <a:ext cx="1644981" cy="1123083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4423330" y="1188024"/>
            <a:ext cx="7305883" cy="4983529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719213" y="3525954"/>
            <a:ext cx="1644981" cy="1123083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821546" y="3601202"/>
            <a:ext cx="1440315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rPr>
              <a:t>최다 방문일자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868010" y="3914985"/>
            <a:ext cx="1347386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4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en-US" altLang="ko-KR" sz="24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833372" y="4385824"/>
            <a:ext cx="141666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329016" y="2171710"/>
            <a:ext cx="413637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4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r>
              <a:rPr kumimoji="0" lang="ko-KR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rPr>
              <a:t>명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rPr>
              <a:t>이</a:t>
            </a: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/>
        </p:nvGraphicFramePr>
        <p:xfrm>
          <a:off x="4542944" y="1322837"/>
          <a:ext cx="7033296" cy="51345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 8">
            <a:extLst>
              <a:ext uri="{FF2B5EF4-FFF2-40B4-BE49-F238E27FC236}">
                <a16:creationId xmlns:a16="http://schemas.microsoft.com/office/drawing/2014/main" id="{B2A6180E-A531-8521-7321-BC6743502590}"/>
              </a:ext>
            </a:extLst>
          </p:cNvPr>
          <p:cNvSpPr txBox="1"/>
          <p:nvPr/>
        </p:nvSpPr>
        <p:spPr>
          <a:xfrm>
            <a:off x="1305339" y="1562428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하루 평균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9">
            <a:extLst>
              <a:ext uri="{FF2B5EF4-FFF2-40B4-BE49-F238E27FC236}">
                <a16:creationId xmlns:a16="http://schemas.microsoft.com/office/drawing/2014/main" id="{1F8939D6-B2D0-3D58-60CD-4369F209AC69}"/>
              </a:ext>
            </a:extLst>
          </p:cNvPr>
          <p:cNvSpPr txBox="1"/>
          <p:nvPr/>
        </p:nvSpPr>
        <p:spPr>
          <a:xfrm>
            <a:off x="1366808" y="2596673"/>
            <a:ext cx="2060788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3358094F-BAF3-D492-2AB4-2F261728F610}"/>
              </a:ext>
            </a:extLst>
          </p:cNvPr>
          <p:cNvSpPr/>
          <p:nvPr/>
        </p:nvSpPr>
        <p:spPr>
          <a:xfrm>
            <a:off x="5366119" y="1422208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AF48564-A86E-5C82-EBC9-2CE72A296989}"/>
              </a:ext>
            </a:extLst>
          </p:cNvPr>
          <p:cNvSpPr/>
          <p:nvPr/>
        </p:nvSpPr>
        <p:spPr>
          <a:xfrm>
            <a:off x="10654927" y="1395428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CFF625F-0C63-CF3C-BE2E-2DED39BFB3E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16762" r="48389" b="21884"/>
          <a:stretch>
            <a:fillRect/>
          </a:stretch>
        </p:blipFill>
        <p:spPr>
          <a:xfrm flipH="1">
            <a:off x="10683100" y="-1"/>
            <a:ext cx="65106" cy="146734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7A5FBCE-65CD-8A06-D7A2-6FDB8B46DE7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677" t="15767" r="48389" b="21884"/>
          <a:stretch>
            <a:fillRect/>
          </a:stretch>
        </p:blipFill>
        <p:spPr>
          <a:xfrm flipH="1">
            <a:off x="5393527" y="0"/>
            <a:ext cx="62713" cy="1491156"/>
          </a:xfrm>
          <a:prstGeom prst="rect">
            <a:avLst/>
          </a:prstGeom>
        </p:spPr>
      </p:pic>
      <p:sp>
        <p:nvSpPr>
          <p:cNvPr id="10" name="Shape 12">
            <a:extLst>
              <a:ext uri="{FF2B5EF4-FFF2-40B4-BE49-F238E27FC236}">
                <a16:creationId xmlns:a16="http://schemas.microsoft.com/office/drawing/2014/main" id="{AC77744D-F657-3542-42A2-305628990BA7}"/>
              </a:ext>
            </a:extLst>
          </p:cNvPr>
          <p:cNvSpPr/>
          <p:nvPr/>
        </p:nvSpPr>
        <p:spPr>
          <a:xfrm>
            <a:off x="695938" y="3525954"/>
            <a:ext cx="45719" cy="1123083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27048DB9-A4F7-DC5B-74CF-6A2E17CA5BE0}"/>
              </a:ext>
            </a:extLst>
          </p:cNvPr>
          <p:cNvSpPr txBox="1"/>
          <p:nvPr/>
        </p:nvSpPr>
        <p:spPr>
          <a:xfrm>
            <a:off x="2601564" y="3601202"/>
            <a:ext cx="1440315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rPr>
              <a:t>최소 방문일자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60FCEA9E-D808-372A-1F3F-66B7700ACBF6}"/>
              </a:ext>
            </a:extLst>
          </p:cNvPr>
          <p:cNvSpPr txBox="1"/>
          <p:nvPr/>
        </p:nvSpPr>
        <p:spPr>
          <a:xfrm>
            <a:off x="2648028" y="3914985"/>
            <a:ext cx="1347386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4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en-US" altLang="ko-KR" sz="2400" dirty="0">
              <a:solidFill>
                <a:srgbClr val="002060"/>
              </a:solidFill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23BD0596-B7C2-3FF9-2D9C-C863D2DE4400}"/>
              </a:ext>
            </a:extLst>
          </p:cNvPr>
          <p:cNvSpPr txBox="1"/>
          <p:nvPr/>
        </p:nvSpPr>
        <p:spPr>
          <a:xfrm>
            <a:off x="2613390" y="4385824"/>
            <a:ext cx="141666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798FA91E-624E-249F-D3E6-8FE2E92B943A}"/>
              </a:ext>
            </a:extLst>
          </p:cNvPr>
          <p:cNvSpPr/>
          <p:nvPr/>
        </p:nvSpPr>
        <p:spPr>
          <a:xfrm>
            <a:off x="2474613" y="3525954"/>
            <a:ext cx="45719" cy="1123083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423FC1A3-ACD5-162E-9559-B6EC5D1E91B7}"/>
              </a:ext>
            </a:extLst>
          </p:cNvPr>
          <p:cNvSpPr txBox="1"/>
          <p:nvPr/>
        </p:nvSpPr>
        <p:spPr>
          <a:xfrm>
            <a:off x="821546" y="4849236"/>
            <a:ext cx="1440315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altLang="ko-KR" sz="1100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F09D0DCB-83A3-1501-B52F-A19F60058FA5}"/>
              </a:ext>
            </a:extLst>
          </p:cNvPr>
          <p:cNvSpPr txBox="1"/>
          <p:nvPr/>
        </p:nvSpPr>
        <p:spPr>
          <a:xfrm>
            <a:off x="719213" y="5163019"/>
            <a:ext cx="1644981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4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r>
              <a:rPr lang="ko-KR" altLang="en-US" sz="24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400" dirty="0">
              <a:solidFill>
                <a:srgbClr val="002060"/>
              </a:solidFill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C47B9D34-1E71-C0CE-D4EC-4BD7E202AE82}"/>
              </a:ext>
            </a:extLst>
          </p:cNvPr>
          <p:cNvSpPr txBox="1"/>
          <p:nvPr/>
        </p:nvSpPr>
        <p:spPr>
          <a:xfrm>
            <a:off x="833372" y="5633858"/>
            <a:ext cx="141666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E8225626-2DAD-010D-F92D-D86D9AA4E373}"/>
              </a:ext>
            </a:extLst>
          </p:cNvPr>
          <p:cNvSpPr/>
          <p:nvPr/>
        </p:nvSpPr>
        <p:spPr>
          <a:xfrm>
            <a:off x="695938" y="4773988"/>
            <a:ext cx="45719" cy="1123083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5E6CEB9E-8407-143E-9BBC-95916A4F9C41}"/>
              </a:ext>
            </a:extLst>
          </p:cNvPr>
          <p:cNvSpPr txBox="1"/>
          <p:nvPr/>
        </p:nvSpPr>
        <p:spPr>
          <a:xfrm>
            <a:off x="2601564" y="4860489"/>
            <a:ext cx="1440315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altLang="ko-KR" sz="1100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DAE1F66C-5611-3CE1-7A6F-BE5B921D4319}"/>
              </a:ext>
            </a:extLst>
          </p:cNvPr>
          <p:cNvSpPr txBox="1"/>
          <p:nvPr/>
        </p:nvSpPr>
        <p:spPr>
          <a:xfrm>
            <a:off x="2499231" y="5174272"/>
            <a:ext cx="1644981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4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r>
              <a:rPr lang="ko-KR" altLang="en-US" sz="24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400" dirty="0">
              <a:solidFill>
                <a:srgbClr val="002060"/>
              </a:solidFill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F57B63B2-F40A-715C-51C4-8B777BECF5A6}"/>
              </a:ext>
            </a:extLst>
          </p:cNvPr>
          <p:cNvSpPr txBox="1"/>
          <p:nvPr/>
        </p:nvSpPr>
        <p:spPr>
          <a:xfrm>
            <a:off x="2613390" y="5645111"/>
            <a:ext cx="141666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7C971C5B-ADFA-A381-99EC-CF5F5DB92D25}"/>
              </a:ext>
            </a:extLst>
          </p:cNvPr>
          <p:cNvSpPr/>
          <p:nvPr/>
        </p:nvSpPr>
        <p:spPr>
          <a:xfrm>
            <a:off x="2468831" y="4785241"/>
            <a:ext cx="45719" cy="1123083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3205601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4739099" y="1191766"/>
            <a:ext cx="6946730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5722238" y="14309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664740" y="14042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93623" y="-1371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751121" y="-1228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0921060"/>
              </p:ext>
            </p:extLst>
          </p:nvPr>
        </p:nvGraphicFramePr>
        <p:xfrm>
          <a:off x="4953000" y="1284790"/>
          <a:ext cx="6553605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05716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23920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23920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34151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14575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27740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29372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65902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80687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09356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49822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65902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8755866"/>
              </p:ext>
            </p:extLst>
          </p:nvPr>
        </p:nvGraphicFramePr>
        <p:xfrm>
          <a:off x="6402836" y="1345130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05716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13148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23920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38512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29372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6964455"/>
              </p:ext>
            </p:extLst>
          </p:nvPr>
        </p:nvGraphicFramePr>
        <p:xfrm>
          <a:off x="5620026" y="1345130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5F2E17B-E54D-8998-A024-FCA2B1D7B66D}"/>
              </a:ext>
            </a:extLst>
          </p:cNvPr>
          <p:cNvSpPr/>
          <p:nvPr/>
        </p:nvSpPr>
        <p:spPr>
          <a:xfrm>
            <a:off x="4848873" y="1188024"/>
            <a:ext cx="6880340" cy="4803201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BA34468-9076-1A56-5207-51D40602425C}"/>
              </a:ext>
            </a:extLst>
          </p:cNvPr>
          <p:cNvSpPr/>
          <p:nvPr/>
        </p:nvSpPr>
        <p:spPr>
          <a:xfrm>
            <a:off x="5575669" y="1422208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7576F6E-1EF2-BED1-A7F9-E0F2EEC42221}"/>
              </a:ext>
            </a:extLst>
          </p:cNvPr>
          <p:cNvSpPr/>
          <p:nvPr/>
        </p:nvSpPr>
        <p:spPr>
          <a:xfrm>
            <a:off x="10864477" y="1395428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31F8A1B-FF51-AD23-ECE3-48411B73DB0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16762" r="48389" b="21884"/>
          <a:stretch>
            <a:fillRect/>
          </a:stretch>
        </p:blipFill>
        <p:spPr>
          <a:xfrm flipH="1">
            <a:off x="10892650" y="-1"/>
            <a:ext cx="65106" cy="146734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F6603CD-0895-6383-864E-8DEABFA71C0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677" t="15767" r="48389" b="21884"/>
          <a:stretch>
            <a:fillRect/>
          </a:stretch>
        </p:blipFill>
        <p:spPr>
          <a:xfrm flipH="1">
            <a:off x="5603077" y="0"/>
            <a:ext cx="62713" cy="1491156"/>
          </a:xfrm>
          <a:prstGeom prst="rect">
            <a:avLst/>
          </a:prstGeom>
        </p:spPr>
      </p:pic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0명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82652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경기연천군군남면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2,417백만원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(68,469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6.0% ▼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35,306원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32.5%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농산물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31.4%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10월25일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2.9%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54.7%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88566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A749A98-4010-A84E-8BE3-9919F740D22E}"/>
              </a:ext>
            </a:extLst>
          </p:cNvPr>
          <p:cNvSpPr/>
          <p:nvPr/>
        </p:nvSpPr>
        <p:spPr>
          <a:xfrm>
            <a:off x="4250583" y="1166114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3852132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농산물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757,900,366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(8,607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편의점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174,582,276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(16,609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화장품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688,604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8306685"/>
              </p:ext>
            </p:extLst>
          </p:nvPr>
        </p:nvGraphicFramePr>
        <p:xfrm>
          <a:off x="4552113" y="1232097"/>
          <a:ext cx="6695445" cy="25108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5525780"/>
              </p:ext>
            </p:extLst>
          </p:nvPr>
        </p:nvGraphicFramePr>
        <p:xfrm>
          <a:off x="4552113" y="3897537"/>
          <a:ext cx="6790594" cy="2521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15992" r="48389" b="21884"/>
          <a:stretch>
            <a:fillRect/>
          </a:stretch>
        </p:blipFill>
        <p:spPr>
          <a:xfrm flipH="1">
            <a:off x="5273199" y="-1"/>
            <a:ext cx="56533" cy="129013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5440" t="15992" r="48389" b="21884"/>
          <a:stretch>
            <a:fillRect/>
          </a:stretch>
        </p:blipFill>
        <p:spPr>
          <a:xfrm flipH="1">
            <a:off x="10510262" y="-1633"/>
            <a:ext cx="85416" cy="1290136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393481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393481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3740885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3740883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142314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449746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460518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034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농산물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(39.0%)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할인점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(11.2%)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편의점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(8.5%)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8410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할인점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(18.5%)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농산물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(15.6%)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커피전문점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(14.9%)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103281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-92659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1256322"/>
              </p:ext>
            </p:extLst>
          </p:nvPr>
        </p:nvGraphicFramePr>
        <p:xfrm>
          <a:off x="5659837" y="1296133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608241" y="1101744"/>
            <a:ext cx="1860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 비율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32.5%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122백만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(5.1%)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229백만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(9.5%)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311백만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(12.9%)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581백만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(24.0%)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786백만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(32.5%)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388백만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(16.0%)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681" y="1505665"/>
            <a:ext cx="6314811" cy="48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12.3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농산물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10시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할인점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16시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커피전문점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14시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7시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주유소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12시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64119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농산물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할인점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커피전문점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주유소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13.2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7시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커피전문점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14시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할인점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17시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농산물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14시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일반한식/백반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12시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940431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커피전문점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할인점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농산물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일반한식/백반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66,838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57,402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25,602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402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(6,019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농산물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1,271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(49,645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커피전문점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650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(11,324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농산물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565962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커피/음료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(37.2%)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(16.7%)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일식/수산물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(11.4%)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7387" y="3684323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38,825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9739" y="4149510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22,941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7227" y="217407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49,213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9579" y="263926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133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음/식료품소매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(36.2%)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종합소매점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(18.7%)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연료판매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(8.1%)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1,911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965757949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840782250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ECAA2FC-FE68-227D-2AC8-E7DB0E5BBEC8}"/>
              </a:ext>
            </a:extLst>
          </p:cNvPr>
          <p:cNvSpPr/>
          <p:nvPr/>
        </p:nvSpPr>
        <p:spPr>
          <a:xfrm>
            <a:off x="4848873" y="1188024"/>
            <a:ext cx="6880340" cy="4983530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72D48FF-4586-F9AF-A570-30B1F5B2389B}"/>
              </a:ext>
            </a:extLst>
          </p:cNvPr>
          <p:cNvSpPr/>
          <p:nvPr/>
        </p:nvSpPr>
        <p:spPr>
          <a:xfrm>
            <a:off x="5575669" y="1422208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68E914CB-6C6D-C2A4-2635-2F768DCEE02C}"/>
              </a:ext>
            </a:extLst>
          </p:cNvPr>
          <p:cNvSpPr/>
          <p:nvPr/>
        </p:nvSpPr>
        <p:spPr>
          <a:xfrm>
            <a:off x="10864477" y="1395428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4C6C5129-21EA-B7F3-7C79-079A656F414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16762" r="48389" b="21884"/>
          <a:stretch>
            <a:fillRect/>
          </a:stretch>
        </p:blipFill>
        <p:spPr>
          <a:xfrm flipH="1">
            <a:off x="10892650" y="-1"/>
            <a:ext cx="65106" cy="1467345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D5069EFD-8ECB-7168-55FF-54F8BB7C460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677" t="15767" r="48389" b="21884"/>
          <a:stretch>
            <a:fillRect/>
          </a:stretch>
        </p:blipFill>
        <p:spPr>
          <a:xfrm flipH="1">
            <a:off x="5603077" y="0"/>
            <a:ext cx="62713" cy="149115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39,628,747원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1,122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35,306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6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074143"/>
              </p:ext>
            </p:extLst>
          </p:nvPr>
        </p:nvGraphicFramePr>
        <p:xfrm>
          <a:off x="5108482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8445541" y="1218168"/>
            <a:ext cx="3050031" cy="4935127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1" name="그래픽 10" descr="시내 전차 단색으로 채워진">
            <a:extLst>
              <a:ext uri="{FF2B5EF4-FFF2-40B4-BE49-F238E27FC236}">
                <a16:creationId xmlns:a16="http://schemas.microsoft.com/office/drawing/2014/main" id="{1C197903-3264-5DF2-0F22-245DE8D1A0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01369" y="1335517"/>
            <a:ext cx="233632" cy="207432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8730239" y="1346257"/>
            <a:ext cx="17897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8583449" y="1952439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9756320" y="1952439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10383598" y="1952439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8527569" y="226882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8776503" y="2034735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9700440" y="2268822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9430556" y="203473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10327718" y="2268822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8527569" y="258886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8741539" y="2355690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9700440" y="2588862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9430556" y="2362543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354개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10327718" y="2588862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8527569" y="29089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8776503" y="2675730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9700440" y="2908902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10327718" y="2908902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8527569" y="3229856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8776503" y="2995770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9700440" y="3229856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10327718" y="3229856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8527569" y="3531608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8776503" y="331672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9700440" y="3531608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10327718" y="3531608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8571257" y="1640014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9744128" y="1640014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10371406" y="1640014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8590592" y="2066778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8590592" y="2385359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8590592" y="2701107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8590592" y="3020804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8590592" y="3354592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9430556" y="2680533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9430556" y="2998740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9430556" y="331748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10353686" y="2039218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10353686" y="2367026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10353686" y="2685016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10353686" y="3003223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10353686" y="332196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8688199" y="1732983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9830196" y="1732983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>
            <a:spLocks/>
          </p:cNvSpPr>
          <p:nvPr/>
        </p:nvSpPr>
        <p:spPr>
          <a:xfrm>
            <a:off x="10668516" y="1732983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25F043-843C-4063-B4B4-BC143385D7DA}"/>
              </a:ext>
            </a:extLst>
          </p:cNvPr>
          <p:cNvSpPr txBox="1"/>
          <p:nvPr/>
        </p:nvSpPr>
        <p:spPr>
          <a:xfrm>
            <a:off x="8464591" y="5897647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 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793" y="1219200"/>
            <a:ext cx="7522987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3473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8445537" y="1218165"/>
            <a:ext cx="3050031" cy="4943962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8" name="그래픽 7" descr="법원 단색으로 채워진">
            <a:extLst>
              <a:ext uri="{FF2B5EF4-FFF2-40B4-BE49-F238E27FC236}">
                <a16:creationId xmlns:a16="http://schemas.microsoft.com/office/drawing/2014/main" id="{007E6CD9-52AC-42E4-9E57-0EA5492B6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15520" y="1336877"/>
            <a:ext cx="195091" cy="195091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8730235" y="1346254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행정시설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8583445" y="195243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9756316" y="1952436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10383594" y="1952436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8527565" y="2268819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8776499" y="2034732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9700436" y="2268819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9430552" y="20347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19개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10327714" y="2268819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8527565" y="2588859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8741535" y="2355687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9700436" y="2588859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9430552" y="2362540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20개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10327714" y="2588859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8527565" y="2908899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8776499" y="2675727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9700436" y="2908899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10327714" y="2908899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8527565" y="322985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8776499" y="2995767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9700436" y="322985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10327714" y="322985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8571253" y="1640011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9744124" y="1640011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10371402" y="1640011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8590588" y="2066775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8590588" y="2385356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8590588" y="2701104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8590588" y="3020801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9430552" y="2680530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30개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9430552" y="299873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9개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10341872" y="20392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10341872" y="2367023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10341872" y="2685013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10341872" y="3003220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8688195" y="1732980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9830192" y="1732980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10660587" y="1732980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B61ECD-1530-9D7D-F2C0-0853D3D04245}"/>
              </a:ext>
            </a:extLst>
          </p:cNvPr>
          <p:cNvSpPr txBox="1"/>
          <p:nvPr/>
        </p:nvSpPr>
        <p:spPr>
          <a:xfrm>
            <a:off x="8464591" y="5897647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 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793" y="1219200"/>
            <a:ext cx="7522987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8445537" y="1218170"/>
            <a:ext cx="3050031" cy="4952354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1" name="그래픽 10" descr="클래퍼 보드 단색으로 채워진">
            <a:extLst>
              <a:ext uri="{FF2B5EF4-FFF2-40B4-BE49-F238E27FC236}">
                <a16:creationId xmlns:a16="http://schemas.microsoft.com/office/drawing/2014/main" id="{8FC874E7-444E-A5EA-FB73-A07FA8D077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23791" y="1346259"/>
            <a:ext cx="174613" cy="174613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8730235" y="1346259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8583445" y="1952441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9756316" y="1952441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10383594" y="1952441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8527565" y="2268824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8714104" y="2034737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9700436" y="2268824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9430552" y="203473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16개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10327714" y="2268824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8527565" y="2570576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8741535" y="2337404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9700436" y="2570576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9430552" y="234425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10327714" y="2570576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8571253" y="164001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9744124" y="164001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10371402" y="164001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8590588" y="2066780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8590588" y="2367073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10346640" y="2039220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10346640" y="2348740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8698027" y="1732985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9830192" y="1732985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10665355" y="1732985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B0ACFE-D373-7BE3-00B6-C54B355D8E3E}"/>
              </a:ext>
            </a:extLst>
          </p:cNvPr>
          <p:cNvSpPr txBox="1"/>
          <p:nvPr/>
        </p:nvSpPr>
        <p:spPr>
          <a:xfrm>
            <a:off x="8464591" y="5897647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 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</a:p>
        </p:txBody>
      </p:sp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793" y="1219200"/>
            <a:ext cx="7522987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8445540" y="1218167"/>
            <a:ext cx="3050031" cy="49439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8730238" y="13462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8583448" y="19524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9756319" y="19524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10383597" y="19524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8527568" y="22688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8714107" y="20347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9700439" y="22688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9430555" y="20347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587개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10327717" y="22688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8571256" y="16400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9744127" y="16400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10371405" y="16400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8590591" y="20667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10346638" y="20392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8688198" y="17329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9830195" y="17329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10663752" y="17329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BC0EE0-A3B4-C760-B6E7-7E4ECF17BA5F}"/>
              </a:ext>
            </a:extLst>
          </p:cNvPr>
          <p:cNvSpPr txBox="1"/>
          <p:nvPr/>
        </p:nvSpPr>
        <p:spPr>
          <a:xfrm>
            <a:off x="8464591" y="5897647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 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</a:p>
        </p:txBody>
      </p:sp>
      <p:pic>
        <p:nvPicPr>
          <p:cNvPr id="4" name="그래픽 3" descr="상점 단색으로 채워진">
            <a:extLst>
              <a:ext uri="{FF2B5EF4-FFF2-40B4-BE49-F238E27FC236}">
                <a16:creationId xmlns:a16="http://schemas.microsoft.com/office/drawing/2014/main" id="{30D1902B-8B29-EF5F-A447-5907188A25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09359" y="1336697"/>
            <a:ext cx="203714" cy="203714"/>
          </a:xfrm>
          <a:prstGeom prst="rect">
            <a:avLst/>
          </a:prstGeom>
        </p:spPr>
      </p:pic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793" y="1219200"/>
            <a:ext cx="7522987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8445538" y="1218165"/>
            <a:ext cx="3050031" cy="494396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8730236" y="1346255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8583446" y="1952437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9756317" y="1952437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10383595" y="1952437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8527566" y="2268820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8714105" y="2034733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9700437" y="2268820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9430553" y="2034733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10327715" y="2268820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8571254" y="1640012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9744125" y="1640012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10371403" y="1640012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8590589" y="2066776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10346632" y="2039216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8688196" y="1732981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9830193" y="1732981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10665347" y="1732981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CE6C32-7663-AF95-1606-A5DDDE84680B}"/>
              </a:ext>
            </a:extLst>
          </p:cNvPr>
          <p:cNvSpPr txBox="1"/>
          <p:nvPr/>
        </p:nvSpPr>
        <p:spPr>
          <a:xfrm>
            <a:off x="8464591" y="5897647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 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</a:p>
        </p:txBody>
      </p:sp>
      <p:pic>
        <p:nvPicPr>
          <p:cNvPr id="4" name="그래픽 3" descr="의료 단색으로 채워진">
            <a:extLst>
              <a:ext uri="{FF2B5EF4-FFF2-40B4-BE49-F238E27FC236}">
                <a16:creationId xmlns:a16="http://schemas.microsoft.com/office/drawing/2014/main" id="{B6D1748B-3B6E-33E0-92EC-52315F71A7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15709" y="1348861"/>
            <a:ext cx="190108" cy="190108"/>
          </a:xfrm>
          <a:prstGeom prst="rect">
            <a:avLst/>
          </a:prstGeom>
        </p:spPr>
      </p:pic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793" y="1219200"/>
            <a:ext cx="7522987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8445537" y="1218165"/>
            <a:ext cx="3050031" cy="4952354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8730235" y="1346254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8583445" y="195243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9756316" y="1952436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10383594" y="1952436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8527565" y="2268819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8714104" y="2034732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9700436" y="2268819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9430552" y="20347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10327714" y="2268819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8571253" y="1640011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9744124" y="1640011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10371402" y="1640011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8590588" y="2066775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10346638" y="20392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8688195" y="1732980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9830192" y="1732980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10665353" y="1732980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3E862B-37C8-4147-8EBF-95EED99E5470}"/>
              </a:ext>
            </a:extLst>
          </p:cNvPr>
          <p:cNvSpPr txBox="1"/>
          <p:nvPr/>
        </p:nvSpPr>
        <p:spPr>
          <a:xfrm>
            <a:off x="8464591" y="5897647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 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7CBF81D3-5A57-ADFC-6DAE-1AD632F64BA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99A5B8"/>
              </a:clrFrom>
              <a:clrTo>
                <a:srgbClr val="99A5B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33025" y="1377594"/>
            <a:ext cx="157551" cy="128429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793" y="1219200"/>
            <a:ext cx="7522987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8435492" y="4339239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8759189" y="4444486"/>
            <a:ext cx="2253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8593377" y="47066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9751008" y="4706601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10378286" y="4706601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8435854" y="4339898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8588381" y="4477428"/>
            <a:ext cx="105156" cy="123444"/>
          </a:xfrm>
          <a:prstGeom prst="rect">
            <a:avLst/>
          </a:prstGeom>
        </p:spPr>
      </p:pic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8454962" y="1218166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8739660" y="1346255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8592870" y="1952437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9765741" y="1952437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10393019" y="1952437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8536990" y="2268820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8723529" y="2034733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9709861" y="2268820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9439977" y="2034733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10337139" y="2268820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8580678" y="1640012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9753549" y="1640012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10380827" y="1640012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8600013" y="2066776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10360821" y="2039216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8697620" y="1732981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9839617" y="1732981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10679536" y="1732981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8370492" y="5840920"/>
            <a:ext cx="37460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0.00165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부족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B1B8A-6397-902A-E3E8-5E53655476A8}"/>
              </a:ext>
            </a:extLst>
          </p:cNvPr>
          <p:cNvSpPr txBox="1"/>
          <p:nvPr/>
        </p:nvSpPr>
        <p:spPr>
          <a:xfrm>
            <a:off x="8699864" y="4869061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701D-0819-FC1F-F675-3EEDEAB34826}"/>
              </a:ext>
            </a:extLst>
          </p:cNvPr>
          <p:cNvSpPr txBox="1"/>
          <p:nvPr/>
        </p:nvSpPr>
        <p:spPr>
          <a:xfrm>
            <a:off x="9165239" y="5176837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31BE9-4505-37B5-D006-01C5D51BB3C4}"/>
              </a:ext>
            </a:extLst>
          </p:cNvPr>
          <p:cNvSpPr txBox="1"/>
          <p:nvPr/>
        </p:nvSpPr>
        <p:spPr>
          <a:xfrm>
            <a:off x="8474012" y="3983999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9" name="그래픽 18" descr="남자와 여자 단색으로 채워진">
            <a:extLst>
              <a:ext uri="{FF2B5EF4-FFF2-40B4-BE49-F238E27FC236}">
                <a16:creationId xmlns:a16="http://schemas.microsoft.com/office/drawing/2014/main" id="{76AD9E01-A21C-BD2E-3383-4D364F1A73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17011" y="1355399"/>
            <a:ext cx="203343" cy="173779"/>
          </a:xfrm>
          <a:prstGeom prst="rect">
            <a:avLst/>
          </a:prstGeom>
        </p:spPr>
      </p:pic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793" y="1219200"/>
            <a:ext cx="7522987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주차장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5880828" y="4348666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204525" y="4462966"/>
            <a:ext cx="21209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lang="en-US" altLang="ko-KR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036800" y="1227592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117978" y="1379350"/>
            <a:ext cx="127246" cy="148623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302793" y="1355682"/>
            <a:ext cx="15215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069210" y="1960688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151099" y="1721268"/>
            <a:ext cx="613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1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414707" y="1732686"/>
            <a:ext cx="480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1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075289" y="4716028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232920" y="4716028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860198" y="4716028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074290" y="1644842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231921" y="1644842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040879" y="4497681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852414"/>
              </p:ext>
            </p:extLst>
          </p:nvPr>
        </p:nvGraphicFramePr>
        <p:xfrm>
          <a:off x="9065147" y="2004768"/>
          <a:ext cx="2302320" cy="514218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4562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27758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526417" y="1644842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5900298" y="1227593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85374" y="1379914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175569" y="1355682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038206" y="1961864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211077" y="1961864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838355" y="1961864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5982326" y="227824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168865" y="2044160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155197" y="227824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6963542" y="2044160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 (0대)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782475" y="227824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026014" y="1649439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198885" y="1649439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826163" y="1649439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045349" y="2076203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7882321" y="2048643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0.00000대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142956" y="1742408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284953" y="1742408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122807" y="1742408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5881190" y="4349325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5825255" y="5850347"/>
            <a:ext cx="42326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면 이상이면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부족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8FB50-10B8-89AF-57B0-FBBE35DD571A}"/>
              </a:ext>
            </a:extLst>
          </p:cNvPr>
          <p:cNvSpPr txBox="1"/>
          <p:nvPr/>
        </p:nvSpPr>
        <p:spPr>
          <a:xfrm>
            <a:off x="6145200" y="4878488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1FB80-A931-6ED0-C206-61802FE158B6}"/>
              </a:ext>
            </a:extLst>
          </p:cNvPr>
          <p:cNvSpPr txBox="1"/>
          <p:nvPr/>
        </p:nvSpPr>
        <p:spPr>
          <a:xfrm>
            <a:off x="6610575" y="5186264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FC698-6ECC-610A-168C-0DDDD515D8F7}"/>
              </a:ext>
            </a:extLst>
          </p:cNvPr>
          <p:cNvSpPr txBox="1"/>
          <p:nvPr/>
        </p:nvSpPr>
        <p:spPr>
          <a:xfrm>
            <a:off x="5919348" y="3993426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4" name="Picture 1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8159</TotalTime>
  <Words>2254</Words>
  <Application>Microsoft Office PowerPoint</Application>
  <PresentationFormat>와이드스크린</PresentationFormat>
  <Paragraphs>606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6" baseType="lpstr">
      <vt:lpstr>Pretendard</vt:lpstr>
      <vt:lpstr>Calibri</vt:lpstr>
      <vt:lpstr>Arial</vt:lpstr>
      <vt:lpstr>Calibri Light</vt:lpstr>
      <vt:lpstr>맑은 고딕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1652</cp:revision>
  <dcterms:created xsi:type="dcterms:W3CDTF">2025-10-15T03:48:02Z</dcterms:created>
  <dcterms:modified xsi:type="dcterms:W3CDTF">2025-11-28T05:06:54Z</dcterms:modified>
</cp:coreProperties>
</file>