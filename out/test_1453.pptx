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6" d="100"/>
          <a:sy n="106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4F-4884-9DFA-25C3755E848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6611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0F743D5-5655-4CB1-A200-5EE527B261B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E5-467A-BF80-0CFA17F8372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0.64936000000000005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0.68066666666666664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F1200DE-1E37-462C-9694-2113219F3EC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E0CDFD3-D235-4383-89EA-C984A06DF21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19BA447-9B0C-449D-943B-F55DB2A0C15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6AA9749-F44B-4654-9515-6C8D1A2D459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518D6D6-8D12-4F79-B8F5-FD508B76B76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0.85199999999999998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2313000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133000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852000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70C-4595-AA74-D868E27A923C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70C-4595-AA74-D868E27A923C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70C-4595-AA74-D868E27A923C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70C-4595-AA74-D868E27A923C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70C-4595-AA74-D868E27A923C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70C-4595-AA74-D868E27A923C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70C-4595-AA74-D868E27A923C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70C-4595-AA74-D868E27A923C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70C-4595-AA74-D868E27A923C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70C-4595-AA74-D868E27A923C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70C-4595-AA74-D868E27A923C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70C-4595-AA74-D868E27A923C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70C-4595-AA74-D868E27A923C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70C-4595-AA74-D868E27A923C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70C-4595-AA74-D868E27A923C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70C-4595-AA74-D868E27A923C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70C-4595-AA74-D868E27A923C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70C-4595-AA74-D868E27A923C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70C-4595-AA74-D868E27A923C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70C-4595-AA74-D868E27A923C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70C-4595-AA74-D868E27A923C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170C-4595-AA74-D868E27A923C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170C-4595-AA74-D868E27A923C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170C-4595-AA74-D868E27A923C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170C-4595-AA74-D868E27A923C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170C-4595-AA74-D868E27A923C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170C-4595-AA74-D868E27A923C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170C-4595-AA74-D868E27A923C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170C-4595-AA74-D868E27A923C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170C-4595-AA74-D868E27A923C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170C-4595-AA74-D868E27A923C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170C-4595-AA74-D868E27A923C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170C-4595-AA74-D868E27A923C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170C-4595-AA74-D868E27A923C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170C-4595-AA74-D868E27A923C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170C-4595-AA74-D868E27A923C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170C-4595-AA74-D868E27A923C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170C-4595-AA74-D868E27A923C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170C-4595-AA74-D868E27A923C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170C-4595-AA74-D868E27A923C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170C-4595-AA74-D868E27A923C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170C-4595-AA74-D868E27A923C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(19,624명)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19,624명)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755,257,000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368,754,000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(25,713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07158685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43468463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.0011개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7266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 0.31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적정 수준으로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33%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부족임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0.02056대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7966</TotalTime>
  <Words>2331</Words>
  <Application>Microsoft Office PowerPoint</Application>
  <PresentationFormat>와이드스크린</PresentationFormat>
  <Paragraphs>613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Calibri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1566</cp:revision>
  <dcterms:created xsi:type="dcterms:W3CDTF">2025-10-15T03:48:02Z</dcterms:created>
  <dcterms:modified xsi:type="dcterms:W3CDTF">2025-11-03T07:05:15Z</dcterms:modified>
</cp:coreProperties>
</file>