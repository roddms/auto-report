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Ex1.xml" ContentType="application/vnd.ms-office.chartex+xml"/>
  <Override PartName="/ppt/charts/chartEx2.xml" ContentType="application/vnd.ms-office.chartex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media/image11.svg" ContentType="image/svg+xml"/>
  <Override PartName="/ppt/media/image1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321" r:id="rId3"/>
    <p:sldId id="312" r:id="rId4"/>
    <p:sldId id="322" r:id="rId5"/>
    <p:sldId id="337" r:id="rId6"/>
    <p:sldId id="315" r:id="rId7"/>
    <p:sldId id="323" r:id="rId8"/>
    <p:sldId id="316" r:id="rId9"/>
    <p:sldId id="324" r:id="rId10"/>
    <p:sldId id="325" r:id="rId11"/>
    <p:sldId id="300" r:id="rId12"/>
    <p:sldId id="347" r:id="rId13"/>
    <p:sldId id="329" r:id="rId14"/>
    <p:sldId id="311" r:id="rId15"/>
    <p:sldId id="326" r:id="rId16"/>
    <p:sldId id="334" r:id="rId17"/>
    <p:sldId id="339" r:id="rId18"/>
    <p:sldId id="320" r:id="rId19"/>
    <p:sldId id="327" r:id="rId20"/>
    <p:sldId id="341" r:id="rId21"/>
    <p:sldId id="342" r:id="rId22"/>
    <p:sldId id="355" r:id="rId23"/>
    <p:sldId id="356" r:id="rId24"/>
    <p:sldId id="357" r:id="rId25"/>
    <p:sldId id="358" r:id="rId26"/>
    <p:sldId id="359" r:id="rId27"/>
    <p:sldId id="362" r:id="rId28"/>
    <p:sldId id="360" r:id="rId29"/>
    <p:sldId id="361" r:id="rId30"/>
    <p:sldId id="289" r:id="rId31"/>
  </p:sldIdLst>
  <p:sldSz cx="12192000" cy="6858000"/>
  <p:notesSz cx="6858000" cy="12192000"/>
  <p:embeddedFontLst>
    <p:embeddedFont>
      <p:font typeface="Pretendard" panose="02000503000000020004" pitchFamily="2" charset="-127"/>
      <p:regular r:id="rId33"/>
      <p:bold r:id="rId3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BB78"/>
    <a:srgbClr val="67C891"/>
    <a:srgbClr val="F7C060"/>
    <a:srgbClr val="C0392B"/>
    <a:srgbClr val="9467BD"/>
    <a:srgbClr val="279D27"/>
    <a:srgbClr val="FF7F0E"/>
    <a:srgbClr val="2CA02C"/>
    <a:srgbClr val="D62829"/>
    <a:srgbClr val="1C7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03" autoAdjust="0"/>
    <p:restoredTop sz="94737" autoAdjust="0"/>
  </p:normalViewPr>
  <p:slideViewPr>
    <p:cSldViewPr snapToGrid="0" snapToObjects="1">
      <p:cViewPr varScale="1">
        <p:scale>
          <a:sx n="106" d="100"/>
          <a:sy n="106" d="100"/>
        </p:scale>
        <p:origin x="98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font" Target="fonts/font1.fntdata"/><Relationship Id="rId34" Type="http://schemas.openxmlformats.org/officeDocument/2006/relationships/font" Target="fonts/font2.fnt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Ex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Relationship Id="rId2" Type="http://schemas.microsoft.com/office/2011/relationships/chartStyle" Target="style27.xml"/><Relationship Id="rId3" Type="http://schemas.microsoft.com/office/2011/relationships/chartColorStyle" Target="colors27.xml"/></Relationships>
</file>

<file path=ppt/charts/_rels/chartEx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Relationship Id="rId2" Type="http://schemas.microsoft.com/office/2011/relationships/chartStyle" Target="style28.xml"/><Relationship Id="rId3" Type="http://schemas.microsoft.com/office/2011/relationships/chartColorStyle" Target="colors2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방문인구 추이</a:t>
            </a:r>
            <a:endParaRPr lang="en-US" altLang="ko-KR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 수(만 명)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182.94300000000001</c:v>
                </c:pt>
                <c:pt idx="1">
                  <c:v>179.81489999999999</c:v>
                </c:pt>
                <c:pt idx="2">
                  <c:v>226.08709999999999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방문인구 수 증감률(%)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-1.71</c:v>
                </c:pt>
                <c:pt idx="2">
                  <c:v>25.73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6673855"/>
        <c:axId val="1046673375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10466733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46673855"/>
        <c:crosses val="max"/>
        <c:crossBetween val="between"/>
      </c:valAx>
      <c:catAx>
        <c:axId val="10466738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0466733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매출액 추이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2201.1689999999999</c:v>
                </c:pt>
                <c:pt idx="1">
                  <c:v>2696.7359999999999</c:v>
                </c:pt>
                <c:pt idx="2">
                  <c:v>2471.6289999999999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매출액 증감률(%)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22.51</c:v>
                </c:pt>
                <c:pt idx="2">
                  <c:v>-8.35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19174847"/>
        <c:axId val="287550544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28755054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19174847"/>
        <c:crosses val="max"/>
        <c:crossBetween val="between"/>
      </c:valAx>
      <c:catAx>
        <c:axId val="8191748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8755054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연령별</a:t>
            </a:r>
            <a:r>
              <a:rPr lang="ko-KR" altLang="en-US" sz="10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dPt>
            <c:idx val="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1A7-4578-8716-0E5E1F61EFC0}"/>
              </c:ext>
            </c:extLst>
          </c:dPt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42.140900000000002</c:v>
                </c:pt>
                <c:pt idx="1">
                  <c:v>38.535699999999999</c:v>
                </c:pt>
                <c:pt idx="2">
                  <c:v>34.635100000000001</c:v>
                </c:pt>
                <c:pt idx="3">
                  <c:v>40.242100000000001</c:v>
                </c:pt>
                <c:pt idx="4">
                  <c:v>44.440100000000001</c:v>
                </c:pt>
                <c:pt idx="5">
                  <c:v>26.093499999999999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8D-4B51-A01C-F65414B6C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0"/>
        <c:noMultiLvlLbl val="0"/>
      </c:catAx>
      <c:valAx>
        <c:axId val="5902432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시간대별 방문인구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방문인구(명)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Sheet1!$A$2:$A$19</c:f>
              <c:strCache>
                <c:ptCount val="18"/>
                <c:pt idx="0">
                  <c:v>0-6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46177.5</c:v>
                </c:pt>
                <c:pt idx="1">
                  <c:v>6861.375</c:v>
                </c:pt>
                <c:pt idx="2">
                  <c:v>7696</c:v>
                </c:pt>
                <c:pt idx="3">
                  <c:v>8802.5</c:v>
                </c:pt>
                <c:pt idx="4">
                  <c:v>10283</c:v>
                </c:pt>
                <c:pt idx="5">
                  <c:v>12293.875</c:v>
                </c:pt>
                <c:pt idx="6">
                  <c:v>14581.75</c:v>
                </c:pt>
                <c:pt idx="7">
                  <c:v>16471.5</c:v>
                </c:pt>
                <c:pt idx="8">
                  <c:v>18041.125</c:v>
                </c:pt>
                <c:pt idx="9">
                  <c:v>19235.5</c:v>
                </c:pt>
                <c:pt idx="10">
                  <c:v>19733</c:v>
                </c:pt>
                <c:pt idx="11">
                  <c:v>19624.375</c:v>
                </c:pt>
                <c:pt idx="12">
                  <c:v>18754.625</c:v>
                </c:pt>
                <c:pt idx="13">
                  <c:v>17778.625</c:v>
                </c:pt>
                <c:pt idx="14">
                  <c:v>15871.5</c:v>
                </c:pt>
                <c:pt idx="15">
                  <c:v>12915.75</c:v>
                </c:pt>
                <c:pt idx="16">
                  <c:v>9701.5</c:v>
                </c:pt>
                <c:pt idx="17">
                  <c:v>7785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94-45E8-BB9E-2169C36A75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방문인구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09.27</c:v>
                </c:pt>
                <c:pt idx="1">
                  <c:v>09.28</c:v>
                </c:pt>
                <c:pt idx="2">
                  <c:v>09.29</c:v>
                </c:pt>
                <c:pt idx="3">
                  <c:v>09.30</c:v>
                </c:pt>
                <c:pt idx="4">
                  <c:v>10.01</c:v>
                </c:pt>
                <c:pt idx="5">
                  <c:v>10.02</c:v>
                </c:pt>
                <c:pt idx="6">
                  <c:v>10.03</c:v>
                </c:pt>
                <c:pt idx="7">
                  <c:v>10.04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35.422499999999999</c:v>
                </c:pt>
                <c:pt idx="1">
                  <c:v>32.238300000000002</c:v>
                </c:pt>
                <c:pt idx="2">
                  <c:v>22.082599999999999</c:v>
                </c:pt>
                <c:pt idx="3">
                  <c:v>22.6053</c:v>
                </c:pt>
                <c:pt idx="4">
                  <c:v>22.7242</c:v>
                </c:pt>
                <c:pt idx="5">
                  <c:v>24.539400000000001</c:v>
                </c:pt>
                <c:pt idx="6">
                  <c:v>32.254399999999997</c:v>
                </c:pt>
                <c:pt idx="7">
                  <c:v>34.220399999999998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3D-4A05-9465-9E21608795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57D-438F-8FCD-D61E9601693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57D-438F-8FCD-D61E96016937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152DBB15-58A3-4FBD-B7E2-41DB5F814CA9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A57D-438F-8FCD-D61E9601693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278500C-6514-4477-92DF-5F6C5E36E1C1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A57D-438F-8FCD-D61E9601693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107.71639999999999</c:v>
                </c:pt>
                <c:pt idx="1">
                  <c:v>118.3707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A57D-438F-8FCD-D61E960169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내외국인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7392516177519336"/>
          <c:y val="0.30095018683527736"/>
          <c:w val="0.27230314111582909"/>
          <c:h val="0.6011653644601676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2F7-46E6-8C14-8B486AFA4DA1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2F7-46E6-8C14-8B486AFA4DA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31CE33B9-B704-4C41-A898-068038266A9E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C2F7-46E6-8C14-8B486AFA4DA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9788604-DABD-4F35-80E7-373A9A9ECFA9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C2F7-46E6-8C14-8B486AFA4D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내국인</c:v>
                </c:pt>
                <c:pt idx="1">
                  <c:v>외국인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211.0522</c:v>
                </c:pt>
                <c:pt idx="1">
                  <c:v>15.0352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내국인</c:v>
                  </c:pt>
                  <c:pt idx="1">
                    <c:v>외국인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C2F7-46E6-8C14-8B486AFA4D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1B-4A76-AEAA-F91C44843DF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1B-4A76-AEAA-F91C44843DF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1B-4A76-AEAA-F91C44843DF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839E7BB7-596B-47A0-9A51-5B4F1179F7B7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E1B-4A76-AEAA-F91C44843DF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0FD93597-E785-4FDD-AA5A-3AE7248D043A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4E1B-4A76-AEAA-F91C44843DF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9C982286-4422-4313-9336-77523666329F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4E1B-4A76-AEAA-F91C44843DF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76.302599999999998</c:v>
                </c:pt>
                <c:pt idx="1">
                  <c:v>15.9636</c:v>
                </c:pt>
                <c:pt idx="2">
                  <c:v>133.8212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6-4E1B-4A76-AEAA-F91C44843DF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4CC-4918-9164-F431CD25E01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44CC-4918-9164-F431CD25E017}"/>
              </c:ext>
            </c:extLst>
          </c:dPt>
          <c:dLbls>
            <c:dLbl>
              <c:idx val="0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9BE78564-BFF5-4747-9BA3-B12F6C2AD3F5}" type="CELLRANGE">
                      <a:rPr lang="ko-KR" altLang="en-US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endParaRPr lang="ko-KR" altLang="en-US" sz="2000" baseline="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  <a:p>
                    <a:pPr>
                      <a:defRPr sz="3000" b="1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43F776A9-EC89-47AE-9598-C159F886B473}" type="VALUE">
                      <a:rPr lang="en-US" altLang="ko-KR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4122451170734369"/>
                      <c:h val="0.39953903792205719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4CC-4918-9164-F431CD25E017}"/>
                </c:ext>
              </c:extLst>
            </c:dLbl>
            <c:dLbl>
              <c:idx val="1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D10D0458-C7A0-4EF5-8648-A5506775B1C4}" type="CELLRANGE"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r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
</a:t>
                    </a:r>
                    <a:fld id="{DA4CA796-B5E7-4F78-809D-265D1EFCB900}" type="VALUE">
                      <a:rPr lang="en-US" altLang="ko-KR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 sz="2000" baseline="0" dirty="0"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5767821590688176"/>
                      <c:h val="0.40408591264235283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44CC-4918-9164-F431CD25E017}"/>
                </c:ext>
              </c:extLst>
            </c:dLbl>
            <c:numFmt formatCode="#,##0_ ;[Red]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3000" b="1" i="0" u="none" strike="noStrike" kern="1200" baseline="0">
                    <a:ln>
                      <a:solidFill>
                        <a:schemeClr val="bg2">
                          <a:lumMod val="75000"/>
                          <a:alpha val="0"/>
                        </a:schemeClr>
                      </a:solidFill>
                    </a:ln>
                    <a:solidFill>
                      <a:srgbClr val="F2F2F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1077164</c:v>
                </c:pt>
                <c:pt idx="1">
                  <c:v>1183707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남성</c:v>
                  </c:pt>
                  <c:pt idx="1">
                    <c:v>여성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44CC-4918-9164-F431CD25E0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n>
            <a:solidFill>
              <a:schemeClr val="bg2">
                <a:lumMod val="75000"/>
                <a:alpha val="0"/>
              </a:schemeClr>
            </a:solidFill>
          </a:ln>
          <a:solidFill>
            <a:srgbClr val="F2F2F2"/>
          </a:solidFill>
        </a:defRPr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방문인구(만명)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4"/>
            <c:invertIfNegative val="1"/>
            <c:bubble3D val="0"/>
            <c:spPr>
              <a:solidFill>
                <a:srgbClr val="5B9BD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B50-4C4C-BDAC-2014C9F4A542}"/>
              </c:ext>
            </c:extLst>
          </c:dPt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421409</c:v>
                </c:pt>
                <c:pt idx="1">
                  <c:v>385357</c:v>
                </c:pt>
                <c:pt idx="2">
                  <c:v>346351</c:v>
                </c:pt>
                <c:pt idx="3">
                  <c:v>402421</c:v>
                </c:pt>
                <c:pt idx="4">
                  <c:v>444401</c:v>
                </c:pt>
                <c:pt idx="5">
                  <c:v>260935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overlap val="-27"/>
        <c:axId val="585678128"/>
        <c:axId val="5856786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전년 대비 증감률(%)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635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-1.25</c:v>
                </c:pt>
                <c:pt idx="1">
                  <c:v>20.260000000000002</c:v>
                </c:pt>
                <c:pt idx="2">
                  <c:v>33.08</c:v>
                </c:pt>
                <c:pt idx="3">
                  <c:v>26.89</c:v>
                </c:pt>
                <c:pt idx="4">
                  <c:v>40.270000000000003</c:v>
                </c:pt>
                <c:pt idx="5">
                  <c:v>66.48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84714112"/>
        <c:axId val="584715072"/>
      </c:lineChart>
      <c:catAx>
        <c:axId val="585678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608"/>
        <c:crosses val="autoZero"/>
        <c:auto val="1"/>
        <c:lblAlgn val="ctr"/>
        <c:lblOffset val="0"/>
        <c:noMultiLvlLbl val="0"/>
      </c:catAx>
      <c:valAx>
        <c:axId val="585678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78128"/>
        <c:crosses val="autoZero"/>
        <c:crossBetween val="between"/>
      </c:valAx>
      <c:valAx>
        <c:axId val="58471507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4714112"/>
        <c:crosses val="max"/>
        <c:crossBetween val="between"/>
      </c:valAx>
      <c:catAx>
        <c:axId val="58471411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8471507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364788385826775E-2"/>
          <c:y val="0.12414723447265727"/>
          <c:w val="0.93163521161417318"/>
          <c:h val="0.66747065586717946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방문인구(명)</c:v>
                </c:pt>
              </c:strCache>
            </c:strRef>
          </c:tx>
          <c:spPr>
            <a:solidFill>
              <a:srgbClr val="1F4E79">
                <a:alpha val="20000"/>
              </a:srgbClr>
            </a:solidFill>
            <a:ln w="38100">
              <a:solidFill>
                <a:srgbClr val="1F4E79"/>
              </a:solidFill>
            </a:ln>
            <a:effectLst/>
          </c:spPr>
          <c:cat>
            <c:strRef>
              <c:f>Sheet1!$A$2:$A$9</c:f>
              <c:strCache>
                <c:ptCount val="8"/>
                <c:pt idx="0">
                  <c:v>09.27</c:v>
                </c:pt>
                <c:pt idx="1">
                  <c:v>09.28</c:v>
                </c:pt>
                <c:pt idx="2">
                  <c:v>09.29</c:v>
                </c:pt>
                <c:pt idx="3">
                  <c:v>09.30</c:v>
                </c:pt>
                <c:pt idx="4">
                  <c:v>10.01</c:v>
                </c:pt>
                <c:pt idx="5">
                  <c:v>10.02</c:v>
                </c:pt>
                <c:pt idx="6">
                  <c:v>10.03</c:v>
                </c:pt>
                <c:pt idx="7">
                  <c:v>10.04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35.422499999999999</c:v>
                </c:pt>
                <c:pt idx="1">
                  <c:v>32.238300000000002</c:v>
                </c:pt>
                <c:pt idx="2">
                  <c:v>22.082599999999999</c:v>
                </c:pt>
                <c:pt idx="3">
                  <c:v>22.6053</c:v>
                </c:pt>
                <c:pt idx="4">
                  <c:v>22.7242</c:v>
                </c:pt>
                <c:pt idx="5">
                  <c:v>24.539400000000001</c:v>
                </c:pt>
                <c:pt idx="6">
                  <c:v>32.254399999999997</c:v>
                </c:pt>
                <c:pt idx="7">
                  <c:v>34.220399999999998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69-40E9-A4C1-4ACCA046EF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58323888"/>
        <c:axId val="1258320528"/>
      </c:areaChart>
      <c:catAx>
        <c:axId val="12583238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0528"/>
        <c:crosses val="autoZero"/>
        <c:auto val="1"/>
        <c:lblAlgn val="ctr"/>
        <c:lblOffset val="100"/>
        <c:noMultiLvlLbl val="0"/>
      </c:catAx>
      <c:valAx>
        <c:axId val="1258320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25832388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추이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평일 평균 방문인구(만명)</c:v>
                </c:pt>
              </c:strCache>
            </c:strRef>
          </c:tx>
          <c:spPr>
            <a:solidFill>
              <a:srgbClr val="1F4E79">
                <a:alpha val="24000"/>
              </a:srgbClr>
            </a:solidFill>
            <a:ln w="25400" cap="rnd">
              <a:solidFill>
                <a:srgbClr val="1F4E79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0~6시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4.4856400000000001</c:v>
                </c:pt>
                <c:pt idx="1">
                  <c:v>0.67205999999999999</c:v>
                </c:pt>
                <c:pt idx="2">
                  <c:v>0.76026000000000005</c:v>
                </c:pt>
                <c:pt idx="3">
                  <c:v>0.85424</c:v>
                </c:pt>
                <c:pt idx="4">
                  <c:v>0.98126000000000002</c:v>
                </c:pt>
                <c:pt idx="5">
                  <c:v>1.1455</c:v>
                </c:pt>
                <c:pt idx="6">
                  <c:v>1.3177399999999999</c:v>
                </c:pt>
                <c:pt idx="7">
                  <c:v>1.4311799999999999</c:v>
                </c:pt>
                <c:pt idx="8">
                  <c:v>1.5017799999999999</c:v>
                </c:pt>
                <c:pt idx="9">
                  <c:v>1.5275000000000001</c:v>
                </c:pt>
                <c:pt idx="10">
                  <c:v>1.52016</c:v>
                </c:pt>
                <c:pt idx="11">
                  <c:v>1.5037199999999999</c:v>
                </c:pt>
                <c:pt idx="12">
                  <c:v>1.4893400000000001</c:v>
                </c:pt>
                <c:pt idx="13">
                  <c:v>1.46238</c:v>
                </c:pt>
                <c:pt idx="14">
                  <c:v>1.36666</c:v>
                </c:pt>
                <c:pt idx="15">
                  <c:v>1.1593199999999999</c:v>
                </c:pt>
                <c:pt idx="16">
                  <c:v>0.91210000000000002</c:v>
                </c:pt>
                <c:pt idx="17">
                  <c:v>0.75029999999999997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21-4827-92B4-EA2B87287A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주말 평균 방문인구(만명)</c:v>
                </c:pt>
              </c:strCache>
            </c:strRef>
          </c:tx>
          <c:spPr>
            <a:solidFill>
              <a:srgbClr val="E74C3C">
                <a:alpha val="36000"/>
              </a:srgbClr>
            </a:solidFill>
            <a:ln w="25400" cap="rnd">
              <a:solidFill>
                <a:srgbClr val="E74C3C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0~6시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4.837933333333333</c:v>
                </c:pt>
                <c:pt idx="1">
                  <c:v>0.70960000000000001</c:v>
                </c:pt>
                <c:pt idx="2">
                  <c:v>0.78516666666666668</c:v>
                </c:pt>
                <c:pt idx="3">
                  <c:v>0.92359999999999998</c:v>
                </c:pt>
                <c:pt idx="4">
                  <c:v>1.1067</c:v>
                </c:pt>
                <c:pt idx="5">
                  <c:v>1.3692</c:v>
                </c:pt>
                <c:pt idx="6">
                  <c:v>1.6922333333333333</c:v>
                </c:pt>
                <c:pt idx="7">
                  <c:v>2.0070999999999999</c:v>
                </c:pt>
                <c:pt idx="8">
                  <c:v>2.3079999999999998</c:v>
                </c:pt>
                <c:pt idx="9">
                  <c:v>2.5836333333333332</c:v>
                </c:pt>
                <c:pt idx="10">
                  <c:v>2.7285333333333335</c:v>
                </c:pt>
                <c:pt idx="11">
                  <c:v>2.7269666666666668</c:v>
                </c:pt>
                <c:pt idx="12">
                  <c:v>2.5190000000000001</c:v>
                </c:pt>
                <c:pt idx="13">
                  <c:v>2.3036666666666665</c:v>
                </c:pt>
                <c:pt idx="14">
                  <c:v>1.9546333333333332</c:v>
                </c:pt>
                <c:pt idx="15">
                  <c:v>1.512</c:v>
                </c:pt>
                <c:pt idx="16">
                  <c:v>1.0669</c:v>
                </c:pt>
                <c:pt idx="17">
                  <c:v>0.82550000000000001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21-4827-92B4-EA2B87287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6170912"/>
        <c:axId val="286172832"/>
      </c:areaChart>
      <c:catAx>
        <c:axId val="2861709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2832"/>
        <c:crosses val="autoZero"/>
        <c:auto val="0"/>
        <c:lblAlgn val="ctr"/>
        <c:lblOffset val="50"/>
        <c:tickLblSkip val="1"/>
        <c:noMultiLvlLbl val="0"/>
      </c:catAx>
      <c:valAx>
        <c:axId val="286172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2861709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ln>
                <a:solidFill>
                  <a:srgbClr val="1F4E79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r>
              <a:rPr lang="ko-KR"/>
              <a:t>유입지별 방문인구 추이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7.0658500000000002</c:v>
                </c:pt>
                <c:pt idx="1">
                  <c:v>6.3370699999999998</c:v>
                </c:pt>
                <c:pt idx="2">
                  <c:v>7.6302599999999998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B9-48D1-BEB8-0E57B219B4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1.1330499999999999</c:v>
                </c:pt>
                <c:pt idx="1">
                  <c:v>1.1454599999999999</c:v>
                </c:pt>
                <c:pt idx="2">
                  <c:v>1.59636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6B9-48D1-BEB8-0E57B219B4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10.09538</c:v>
                </c:pt>
                <c:pt idx="1">
                  <c:v>10.498950000000001</c:v>
                </c:pt>
                <c:pt idx="2">
                  <c:v>13.38212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6B9-48D1-BEB8-0E57B219B4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pPr>
      <a:endParaRPr lang="ko-K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 방문인구 추이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외국인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5.7192400000000001</c:v>
                </c:pt>
                <c:pt idx="1">
                  <c:v>4.9782400000000004</c:v>
                </c:pt>
                <c:pt idx="2">
                  <c:v>1.50352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DA-4495-8683-83A7B290F6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내국인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91.866789999999995</c:v>
                </c:pt>
                <c:pt idx="1">
                  <c:v>86.113569999999996</c:v>
                </c:pt>
                <c:pt idx="2">
                  <c:v>21.105219999999999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DA-4495-8683-83A7B290F6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endParaRPr 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방문인구(명)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118-4735-96B8-A529E39FE1B9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118-4735-96B8-A529E39FE1B9}"/>
              </c:ext>
            </c:extLst>
          </c:dPt>
          <c:dPt>
            <c:idx val="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118-4735-96B8-A529E39FE1B9}"/>
              </c:ext>
            </c:extLst>
          </c:dPt>
          <c:dPt>
            <c:idx val="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118-4735-96B8-A529E39FE1B9}"/>
              </c:ext>
            </c:extLst>
          </c:dPt>
          <c:dPt>
            <c:idx val="4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18-4735-96B8-A529E39FE1B9}"/>
              </c:ext>
            </c:extLst>
          </c:dPt>
          <c:dPt>
            <c:idx val="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118-4735-96B8-A529E39FE1B9}"/>
              </c:ext>
            </c:extLst>
          </c:dPt>
          <c:dPt>
            <c:idx val="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F118-4735-96B8-A529E39FE1B9}"/>
              </c:ext>
            </c:extLst>
          </c:dPt>
          <c:dPt>
            <c:idx val="7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F118-4735-96B8-A529E39FE1B9}"/>
              </c:ext>
            </c:extLst>
          </c:dPt>
          <c:dPt>
            <c:idx val="8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F118-4735-96B8-A529E39FE1B9}"/>
              </c:ext>
            </c:extLst>
          </c:dPt>
          <c:dPt>
            <c:idx val="9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118-4735-96B8-A529E39FE1B9}"/>
              </c:ext>
            </c:extLst>
          </c:dPt>
          <c:dPt>
            <c:idx val="10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F118-4735-96B8-A529E39FE1B9}"/>
              </c:ext>
            </c:extLst>
          </c:dPt>
          <c:dPt>
            <c:idx val="11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F118-4735-96B8-A529E39FE1B9}"/>
              </c:ext>
            </c:extLst>
          </c:dPt>
          <c:dPt>
            <c:idx val="12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F118-4735-96B8-A529E39FE1B9}"/>
              </c:ext>
            </c:extLst>
          </c:dPt>
          <c:dPt>
            <c:idx val="13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F118-4735-96B8-A529E39FE1B9}"/>
              </c:ext>
            </c:extLst>
          </c:dPt>
          <c:dPt>
            <c:idx val="1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F118-4735-96B8-A529E39FE1B9}"/>
              </c:ext>
            </c:extLst>
          </c:dPt>
          <c:dPt>
            <c:idx val="1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F118-4735-96B8-A529E39FE1B9}"/>
              </c:ext>
            </c:extLst>
          </c:dPt>
          <c:dPt>
            <c:idx val="1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F118-4735-96B8-A529E39FE1B9}"/>
              </c:ext>
            </c:extLst>
          </c:dPt>
          <c:dPt>
            <c:idx val="17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F118-4735-96B8-A529E39FE1B9}"/>
              </c:ext>
            </c:extLst>
          </c:dPt>
          <c:dPt>
            <c:idx val="18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F118-4735-96B8-A529E39FE1B9}"/>
              </c:ext>
            </c:extLst>
          </c:dPt>
          <c:dPt>
            <c:idx val="19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F118-4735-96B8-A529E39FE1B9}"/>
              </c:ext>
            </c:extLst>
          </c:dPt>
          <c:dPt>
            <c:idx val="2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F118-4735-96B8-A529E39FE1B9}"/>
              </c:ext>
            </c:extLst>
          </c:dPt>
          <c:dPt>
            <c:idx val="21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F118-4735-96B8-A529E39FE1B9}"/>
              </c:ext>
            </c:extLst>
          </c:dPt>
          <c:dPt>
            <c:idx val="2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D-F118-4735-96B8-A529E39FE1B9}"/>
              </c:ext>
            </c:extLst>
          </c:dPt>
          <c:dPt>
            <c:idx val="2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F-F118-4735-96B8-A529E39FE1B9}"/>
              </c:ext>
            </c:extLst>
          </c:dPt>
          <c:cat>
            <c:strRef>
              <c:f>Sheet1!$A$2:$A$23</c:f>
              <c:strCache>
                <c:ptCount val="22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D+1</c:v>
                </c:pt>
                <c:pt idx="16">
                  <c:v>D+2</c:v>
                </c:pt>
                <c:pt idx="17">
                  <c:v>D+3</c:v>
                </c:pt>
                <c:pt idx="18">
                  <c:v>D+4</c:v>
                </c:pt>
                <c:pt idx="19">
                  <c:v>D+5</c:v>
                </c:pt>
                <c:pt idx="20">
                  <c:v>D+6</c:v>
                </c:pt>
                <c:pt idx="21">
                  <c:v>D+7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311496</c:v>
                </c:pt>
                <c:pt idx="1">
                  <c:v>292227</c:v>
                </c:pt>
                <c:pt idx="2">
                  <c:v>211385</c:v>
                </c:pt>
                <c:pt idx="3">
                  <c:v>218631</c:v>
                </c:pt>
                <c:pt idx="4">
                  <c:v>204114</c:v>
                </c:pt>
                <c:pt idx="5">
                  <c:v>224241</c:v>
                </c:pt>
                <c:pt idx="6">
                  <c:v>246818</c:v>
                </c:pt>
                <c:pt idx="7">
                  <c:v>354225</c:v>
                </c:pt>
                <c:pt idx="8">
                  <c:v>322383</c:v>
                </c:pt>
                <c:pt idx="9">
                  <c:v>220826</c:v>
                </c:pt>
                <c:pt idx="10">
                  <c:v>226053</c:v>
                </c:pt>
                <c:pt idx="11">
                  <c:v>227242</c:v>
                </c:pt>
                <c:pt idx="12">
                  <c:v>245394</c:v>
                </c:pt>
                <c:pt idx="13">
                  <c:v>322544</c:v>
                </c:pt>
                <c:pt idx="14">
                  <c:v>342204</c:v>
                </c:pt>
                <c:pt idx="15">
                  <c:v>245228</c:v>
                </c:pt>
                <c:pt idx="16">
                  <c:v>202779</c:v>
                </c:pt>
                <c:pt idx="17">
                  <c:v>270633</c:v>
                </c:pt>
                <c:pt idx="18">
                  <c:v>373678</c:v>
                </c:pt>
                <c:pt idx="19">
                  <c:v>318525</c:v>
                </c:pt>
                <c:pt idx="20">
                  <c:v>235725</c:v>
                </c:pt>
                <c:pt idx="21">
                  <c:v>297598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0-F118-4735-96B8-A529E39FE1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3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7C9-4A3D-88EE-3184253A4814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7C9-4A3D-88EE-3184253A481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7602FDC9-4663-48CC-840C-080C70EBFD6C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7C9-4A3D-88EE-3184253A481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9E9E500D-E2BE-4B3A-8AD4-400C4BD05DAF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67C9-4A3D-88EE-3184253A48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1233.1110000000001</c:v>
                </c:pt>
                <c:pt idx="1">
                  <c:v>1238.5060000000001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67C9-4A3D-88EE-3184253A48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3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605-45A6-A9B5-20FD0C7F1015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>
                  <a:alpha val="7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605-45A6-A9B5-20FD0C7F1015}"/>
              </c:ext>
            </c:extLst>
          </c:dPt>
          <c:dPt>
            <c:idx val="2"/>
            <c:invertIfNegative val="0"/>
            <c:bubble3D val="0"/>
            <c:spPr>
              <a:solidFill>
                <a:srgbClr val="1F4E79">
                  <a:alpha val="3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605-45A6-A9B5-20FD0C7F1015}"/>
              </c:ext>
            </c:extLst>
          </c:dPt>
          <c:cat>
            <c:strRef>
              <c:f>Sheet1!$A$2:$A$4</c:f>
              <c:strCache>
                <c:ptCount val="3"/>
                <c:pt idx="0">
                  <c:v>30대</c:v>
                </c:pt>
                <c:pt idx="1">
                  <c:v>40대</c:v>
                </c:pt>
                <c:pt idx="2">
                  <c:v>20대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670.28599999999994</c:v>
                </c:pt>
                <c:pt idx="1">
                  <c:v>655.10500000000002</c:v>
                </c:pt>
                <c:pt idx="2">
                  <c:v>423.923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05-45A6-A9B5-20FD0C7F10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100"/>
        <c:noMultiLvlLbl val="0"/>
      </c:catAx>
      <c:valAx>
        <c:axId val="590243200"/>
        <c:scaling>
          <c:orientation val="minMax"/>
        </c:scaling>
        <c:delete val="1"/>
        <c:axPos val="t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매출 비율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64E-4D15-895A-D557A2363E1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64E-4D15-895A-D557A2363E1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64E-4D15-895A-D557A2363E1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62836401-71E3-4B45-A8E2-4066C0A34AEE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864E-4D15-895A-D557A2363E1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51C354A-81E2-492B-B0B4-85493033A091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864E-4D15-895A-D557A2363E1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0D5F7DFB-E9A4-4816-A7AF-4000902E40CB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864E-4D15-895A-D557A2363E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348.36</c:v>
                </c:pt>
                <c:pt idx="1">
                  <c:v>1930.0340000000001</c:v>
                </c:pt>
                <c:pt idx="2">
                  <c:v>193.233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864E-4D15-895A-D557A2363E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5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350-4272-B76F-D7AD556D1F6A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350-4272-B76F-D7AD556D1F6A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350-4272-B76F-D7AD556D1F6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350-4272-B76F-D7AD556D1F6A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350-4272-B76F-D7AD556D1F6A}"/>
              </c:ext>
            </c:extLst>
          </c:dPt>
          <c:cat>
            <c:strRef>
              <c:f>Sheet1!$A$2:$A$6</c:f>
              <c:strCache>
                <c:ptCount val="5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763.69100000000003</c:v>
                </c:pt>
                <c:pt idx="1">
                  <c:v>371.54</c:v>
                </c:pt>
                <c:pt idx="2">
                  <c:v>271.86099999999999</c:v>
                </c:pt>
                <c:pt idx="3">
                  <c:v>198.56899999999999</c:v>
                </c:pt>
                <c:pt idx="4">
                  <c:v>114.066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89-42EC-99F1-3EF9349F81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1051641839"/>
        <c:axId val="1051628879"/>
      </c:barChart>
      <c:catAx>
        <c:axId val="1051641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051628879"/>
        <c:crosses val="autoZero"/>
        <c:auto val="1"/>
        <c:lblAlgn val="ctr"/>
        <c:lblOffset val="0"/>
        <c:noMultiLvlLbl val="0"/>
      </c:catAx>
      <c:valAx>
        <c:axId val="105162887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5164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매출액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매출액(백만원)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09.27</c:v>
                </c:pt>
                <c:pt idx="1">
                  <c:v>09.28</c:v>
                </c:pt>
                <c:pt idx="2">
                  <c:v>09.29</c:v>
                </c:pt>
                <c:pt idx="3">
                  <c:v>09.30</c:v>
                </c:pt>
                <c:pt idx="4">
                  <c:v>10.01</c:v>
                </c:pt>
                <c:pt idx="5">
                  <c:v>10.02</c:v>
                </c:pt>
                <c:pt idx="6">
                  <c:v>10.03</c:v>
                </c:pt>
                <c:pt idx="7">
                  <c:v>10.04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538.64300000000003</c:v>
                </c:pt>
                <c:pt idx="1">
                  <c:v>326.916</c:v>
                </c:pt>
                <c:pt idx="2">
                  <c:v>158.47399999999999</c:v>
                </c:pt>
                <c:pt idx="3">
                  <c:v>161.387</c:v>
                </c:pt>
                <c:pt idx="4">
                  <c:v>152.56</c:v>
                </c:pt>
                <c:pt idx="5">
                  <c:v>253.755</c:v>
                </c:pt>
                <c:pt idx="6">
                  <c:v>412.71100000000001</c:v>
                </c:pt>
                <c:pt idx="7">
                  <c:v>467.18299999999999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106-4350-8CF1-190E96DC21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10 </a:t>
            </a:r>
            <a:r>
              <a:rPr lang="en-US" altLang="ko-KR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소비건수</a:t>
            </a:r>
            <a:endParaRPr lang="en-US" altLang="ko-KR" sz="12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0762488527648272E-2"/>
          <c:y val="0.19335159423046352"/>
          <c:w val="0.9184750229447034"/>
          <c:h val="0.7004961818019006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763.69100000000003</c:v>
                </c:pt>
                <c:pt idx="1">
                  <c:v>371.54</c:v>
                </c:pt>
                <c:pt idx="2">
                  <c:v>271.86099999999999</c:v>
                </c:pt>
                <c:pt idx="3">
                  <c:v>198.56899999999999</c:v>
                </c:pt>
                <c:pt idx="4">
                  <c:v>114.066</c:v>
                </c:pt>
                <c:pt idx="5">
                  <c:v>96.724999999999994</c:v>
                </c:pt>
                <c:pt idx="6">
                  <c:v>86.614000000000004</c:v>
                </c:pt>
                <c:pt idx="7">
                  <c:v>76.896000000000001</c:v>
                </c:pt>
                <c:pt idx="8">
                  <c:v>65.010999999999996</c:v>
                </c:pt>
                <c:pt idx="9">
                  <c:v>51.896999999999998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530464928"/>
        <c:axId val="5304654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매출건수(건)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381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19386</c:v>
                </c:pt>
                <c:pt idx="1">
                  <c:v>25744</c:v>
                </c:pt>
                <c:pt idx="2">
                  <c:v>5908</c:v>
                </c:pt>
                <c:pt idx="3">
                  <c:v>9932</c:v>
                </c:pt>
                <c:pt idx="4">
                  <c:v>4976</c:v>
                </c:pt>
                <c:pt idx="5">
                  <c:v>14785</c:v>
                </c:pt>
                <c:pt idx="6">
                  <c:v>5194</c:v>
                </c:pt>
                <c:pt idx="7">
                  <c:v>1758</c:v>
                </c:pt>
                <c:pt idx="8">
                  <c:v>1524</c:v>
                </c:pt>
                <c:pt idx="9">
                  <c:v>1054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79845503"/>
        <c:axId val="879850783"/>
      </c:lineChart>
      <c:catAx>
        <c:axId val="530464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5408"/>
        <c:crosses val="autoZero"/>
        <c:auto val="1"/>
        <c:lblAlgn val="ctr"/>
        <c:lblOffset val="0"/>
        <c:noMultiLvlLbl val="0"/>
      </c:catAx>
      <c:valAx>
        <c:axId val="530465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4928"/>
        <c:crosses val="autoZero"/>
        <c:crossBetween val="between"/>
      </c:valAx>
      <c:valAx>
        <c:axId val="879850783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879845503"/>
        <c:crosses val="max"/>
        <c:crossBetween val="between"/>
      </c:valAx>
      <c:catAx>
        <c:axId val="87984550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7985078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8044020972467104"/>
          <c:y val="0.19211773419565861"/>
          <c:w val="0.45050030281781123"/>
          <c:h val="8.647154902710743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인당평균매출액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만원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TOP 10</a:t>
            </a:r>
            <a:endParaRPr lang="en-US" altLang="ko-KR" sz="12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3.8641980362837183E-2"/>
          <c:y val="0.17929055090726836"/>
          <c:w val="0.94078544527916119"/>
          <c:h val="0.71729885645316371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인당평균매출액(만원)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F78-4575-A871-C8BFF40C4B4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F78-4575-A871-C8BFF40C4B4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F78-4575-A871-C8BFF40C4B4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F78-4575-A871-C8BFF40C4B4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F78-4575-A871-C8BFF40C4B4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F78-4575-A871-C8BFF40C4B4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F78-4575-A871-C8BFF40C4B4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F78-4575-A871-C8BFF40C4B4E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F78-4575-A871-C8BFF40C4B4E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F78-4575-A871-C8BFF40C4B4E}"/>
              </c:ext>
            </c:extLst>
          </c:dPt>
          <c:cat>
            <c:strRef>
              <c:f>Sheet1!$A$2:$A$11</c:f>
              <c:strCache>
                <c:ptCount val="10"/>
                <c:pt idx="0">
                  <c:v>건강보조식품</c:v>
                </c:pt>
                <c:pt idx="1">
                  <c:v>가방,핸드백</c:v>
                </c:pt>
                <c:pt idx="2">
                  <c:v>유흥음식/주점</c:v>
                </c:pt>
                <c:pt idx="3">
                  <c:v>차량정비/부품</c:v>
                </c:pt>
                <c:pt idx="4">
                  <c:v>단란주점</c:v>
                </c:pt>
                <c:pt idx="5">
                  <c:v>주점</c:v>
                </c:pt>
                <c:pt idx="6">
                  <c:v>미용실</c:v>
                </c:pt>
                <c:pt idx="7">
                  <c:v>주방가구/용품</c:v>
                </c:pt>
                <c:pt idx="8">
                  <c:v>화장품</c:v>
                </c:pt>
                <c:pt idx="9">
                  <c:v>재활용품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17.84277108433735</c:v>
                </c:pt>
                <c:pt idx="1">
                  <c:v>15.81875</c:v>
                </c:pt>
                <c:pt idx="2">
                  <c:v>10.4</c:v>
                </c:pt>
                <c:pt idx="3">
                  <c:v>7.0781954887218044</c:v>
                </c:pt>
                <c:pt idx="4">
                  <c:v>6.5625</c:v>
                </c:pt>
                <c:pt idx="5">
                  <c:v>6.385325264750378</c:v>
                </c:pt>
                <c:pt idx="6">
                  <c:v>6.3166666666666664</c:v>
                </c:pt>
                <c:pt idx="7">
                  <c:v>6.1717821782178222</c:v>
                </c:pt>
                <c:pt idx="8">
                  <c:v>5.5275862068965518</c:v>
                </c:pt>
                <c:pt idx="9">
                  <c:v>4.9595238095238097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F78-4575-A871-C8BFF40C4B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279240336"/>
        <c:axId val="279240816"/>
      </c:barChart>
      <c:catAx>
        <c:axId val="279240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816"/>
        <c:crosses val="autoZero"/>
        <c:auto val="1"/>
        <c:lblAlgn val="ctr"/>
        <c:lblOffset val="5"/>
        <c:noMultiLvlLbl val="0"/>
      </c:catAx>
      <c:valAx>
        <c:axId val="27924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성별 업종별 소비금액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남자(백만원)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432.63900000000001</c:v>
                </c:pt>
                <c:pt idx="1">
                  <c:v>141.65199999999999</c:v>
                </c:pt>
                <c:pt idx="2">
                  <c:v>126.54</c:v>
                </c:pt>
                <c:pt idx="3">
                  <c:v>108.78</c:v>
                </c:pt>
                <c:pt idx="4">
                  <c:v>55.834000000000003</c:v>
                </c:pt>
                <c:pt idx="5">
                  <c:v>57.57</c:v>
                </c:pt>
                <c:pt idx="6">
                  <c:v>33.935000000000002</c:v>
                </c:pt>
                <c:pt idx="7">
                  <c:v>45.378999999999998</c:v>
                </c:pt>
                <c:pt idx="8">
                  <c:v>33.284999999999997</c:v>
                </c:pt>
                <c:pt idx="9">
                  <c:v>22.274999999999999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F1-4690-96EC-C40E044A4A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여자(백만원)</c:v>
                </c:pt>
              </c:strCache>
            </c:strRef>
          </c:tx>
          <c:spPr>
            <a:solidFill>
              <a:srgbClr val="E74C3C">
                <a:alpha val="98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331.053</c:v>
                </c:pt>
                <c:pt idx="1">
                  <c:v>229.88900000000001</c:v>
                </c:pt>
                <c:pt idx="2">
                  <c:v>145.322</c:v>
                </c:pt>
                <c:pt idx="3">
                  <c:v>89.787999999999997</c:v>
                </c:pt>
                <c:pt idx="4">
                  <c:v>58.231000000000002</c:v>
                </c:pt>
                <c:pt idx="5">
                  <c:v>39.155000000000001</c:v>
                </c:pt>
                <c:pt idx="6">
                  <c:v>52.677999999999997</c:v>
                </c:pt>
                <c:pt idx="7">
                  <c:v>31.515999999999998</c:v>
                </c:pt>
                <c:pt idx="8">
                  <c:v>31.727</c:v>
                </c:pt>
                <c:pt idx="9">
                  <c:v>29.622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F1-4690-96EC-C40E044A4A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540740272"/>
        <c:axId val="540745072"/>
      </c:barChart>
      <c:catAx>
        <c:axId val="540740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40745072"/>
        <c:crosses val="autoZero"/>
        <c:auto val="1"/>
        <c:lblAlgn val="ctr"/>
        <c:lblOffset val="0"/>
        <c:noMultiLvlLbl val="0"/>
      </c:catAx>
      <c:valAx>
        <c:axId val="540745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40740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 </a:t>
            </a: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소비금액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0-6시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8.4339999999999993</c:v>
                </c:pt>
                <c:pt idx="1">
                  <c:v>2.242</c:v>
                </c:pt>
                <c:pt idx="2">
                  <c:v>0.218</c:v>
                </c:pt>
                <c:pt idx="3">
                  <c:v>0.112</c:v>
                </c:pt>
                <c:pt idx="4">
                  <c:v>2.4449999999999998</c:v>
                </c:pt>
                <c:pt idx="5">
                  <c:v>16.417999999999999</c:v>
                </c:pt>
                <c:pt idx="6">
                  <c:v>53.313000000000002</c:v>
                </c:pt>
                <c:pt idx="7">
                  <c:v>64.653999999999996</c:v>
                </c:pt>
                <c:pt idx="8">
                  <c:v>50.930999999999997</c:v>
                </c:pt>
                <c:pt idx="9">
                  <c:v>35.107999999999997</c:v>
                </c:pt>
                <c:pt idx="10">
                  <c:v>31.013000000000002</c:v>
                </c:pt>
                <c:pt idx="11">
                  <c:v>55.893999999999998</c:v>
                </c:pt>
                <c:pt idx="12">
                  <c:v>120.261</c:v>
                </c:pt>
                <c:pt idx="13">
                  <c:v>120.788</c:v>
                </c:pt>
                <c:pt idx="14">
                  <c:v>97.673000000000002</c:v>
                </c:pt>
                <c:pt idx="15">
                  <c:v>59.386000000000003</c:v>
                </c:pt>
                <c:pt idx="16">
                  <c:v>31.359000000000002</c:v>
                </c:pt>
                <c:pt idx="17">
                  <c:v>13.442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B7-4396-8C54-952FA2B499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업종2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0-6시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2.7919999999999998</c:v>
                </c:pt>
                <c:pt idx="1">
                  <c:v>0.17499999999999999</c:v>
                </c:pt>
                <c:pt idx="2">
                  <c:v>1.1479999999999999</c:v>
                </c:pt>
                <c:pt idx="3">
                  <c:v>1.9370000000000001</c:v>
                </c:pt>
                <c:pt idx="4">
                  <c:v>5.556</c:v>
                </c:pt>
                <c:pt idx="5">
                  <c:v>36.597999999999999</c:v>
                </c:pt>
                <c:pt idx="6">
                  <c:v>30.850999999999999</c:v>
                </c:pt>
                <c:pt idx="7">
                  <c:v>36.582000000000001</c:v>
                </c:pt>
                <c:pt idx="8">
                  <c:v>45.034999999999997</c:v>
                </c:pt>
                <c:pt idx="9">
                  <c:v>48.073</c:v>
                </c:pt>
                <c:pt idx="10">
                  <c:v>38.902000000000001</c:v>
                </c:pt>
                <c:pt idx="11">
                  <c:v>34.256999999999998</c:v>
                </c:pt>
                <c:pt idx="12">
                  <c:v>26.984999999999999</c:v>
                </c:pt>
                <c:pt idx="13">
                  <c:v>24.690999999999999</c:v>
                </c:pt>
                <c:pt idx="14">
                  <c:v>21.366</c:v>
                </c:pt>
                <c:pt idx="15">
                  <c:v>11.776999999999999</c:v>
                </c:pt>
                <c:pt idx="16">
                  <c:v>2.871</c:v>
                </c:pt>
                <c:pt idx="17">
                  <c:v>1.95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B7-4396-8C54-952FA2B499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업종3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0-6시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4.4160000000000004</c:v>
                </c:pt>
                <c:pt idx="1">
                  <c:v>0</c:v>
                </c:pt>
                <c:pt idx="2">
                  <c:v>1.2E-2</c:v>
                </c:pt>
                <c:pt idx="3">
                  <c:v>1.0999999999999999E-2</c:v>
                </c:pt>
                <c:pt idx="4">
                  <c:v>5.1999999999999998E-2</c:v>
                </c:pt>
                <c:pt idx="5">
                  <c:v>6.2140000000000004</c:v>
                </c:pt>
                <c:pt idx="6">
                  <c:v>26.202000000000002</c:v>
                </c:pt>
                <c:pt idx="7">
                  <c:v>28.190999999999999</c:v>
                </c:pt>
                <c:pt idx="8">
                  <c:v>24.802</c:v>
                </c:pt>
                <c:pt idx="9">
                  <c:v>14.715</c:v>
                </c:pt>
                <c:pt idx="10">
                  <c:v>8.0649999999999995</c:v>
                </c:pt>
                <c:pt idx="11">
                  <c:v>22.878</c:v>
                </c:pt>
                <c:pt idx="12">
                  <c:v>41.667000000000002</c:v>
                </c:pt>
                <c:pt idx="13">
                  <c:v>42.509</c:v>
                </c:pt>
                <c:pt idx="14">
                  <c:v>25.312000000000001</c:v>
                </c:pt>
                <c:pt idx="15">
                  <c:v>11.725</c:v>
                </c:pt>
                <c:pt idx="16">
                  <c:v>10.289</c:v>
                </c:pt>
                <c:pt idx="17">
                  <c:v>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B7-4396-8C54-952FA2B499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업종4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0-6시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0.22600000000000001</c:v>
                </c:pt>
                <c:pt idx="1">
                  <c:v>4.2999999999999997E-2</c:v>
                </c:pt>
                <c:pt idx="2">
                  <c:v>0.26800000000000002</c:v>
                </c:pt>
                <c:pt idx="3">
                  <c:v>0.29099999999999998</c:v>
                </c:pt>
                <c:pt idx="4">
                  <c:v>1.266</c:v>
                </c:pt>
                <c:pt idx="5">
                  <c:v>4.8090000000000002</c:v>
                </c:pt>
                <c:pt idx="6">
                  <c:v>11.396000000000001</c:v>
                </c:pt>
                <c:pt idx="7">
                  <c:v>18.419</c:v>
                </c:pt>
                <c:pt idx="8">
                  <c:v>14.677</c:v>
                </c:pt>
                <c:pt idx="9">
                  <c:v>18.765000000000001</c:v>
                </c:pt>
                <c:pt idx="10">
                  <c:v>15.685</c:v>
                </c:pt>
                <c:pt idx="11">
                  <c:v>19.064</c:v>
                </c:pt>
                <c:pt idx="12">
                  <c:v>23.806999999999999</c:v>
                </c:pt>
                <c:pt idx="13">
                  <c:v>19.36</c:v>
                </c:pt>
                <c:pt idx="14">
                  <c:v>20.773</c:v>
                </c:pt>
                <c:pt idx="15">
                  <c:v>16.768999999999998</c:v>
                </c:pt>
                <c:pt idx="16">
                  <c:v>11.871</c:v>
                </c:pt>
                <c:pt idx="17">
                  <c:v>1.085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B7-4396-8C54-952FA2B499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업종5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0-6시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2.9670000000000001</c:v>
                </c:pt>
                <c:pt idx="1">
                  <c:v>0.20200000000000001</c:v>
                </c:pt>
                <c:pt idx="2">
                  <c:v>1.097</c:v>
                </c:pt>
                <c:pt idx="3">
                  <c:v>5.3959999999999999</c:v>
                </c:pt>
                <c:pt idx="4">
                  <c:v>11.068</c:v>
                </c:pt>
                <c:pt idx="5">
                  <c:v>14.505000000000001</c:v>
                </c:pt>
                <c:pt idx="6">
                  <c:v>12.571</c:v>
                </c:pt>
                <c:pt idx="7">
                  <c:v>6.266</c:v>
                </c:pt>
                <c:pt idx="8">
                  <c:v>11.537000000000001</c:v>
                </c:pt>
                <c:pt idx="9">
                  <c:v>13.311</c:v>
                </c:pt>
                <c:pt idx="10">
                  <c:v>9.5410000000000004</c:v>
                </c:pt>
                <c:pt idx="11">
                  <c:v>6.7409999999999997</c:v>
                </c:pt>
                <c:pt idx="12">
                  <c:v>8.5429999999999993</c:v>
                </c:pt>
                <c:pt idx="13">
                  <c:v>1.6930000000000001</c:v>
                </c:pt>
                <c:pt idx="14">
                  <c:v>2.4700000000000002</c:v>
                </c:pt>
                <c:pt idx="15">
                  <c:v>4.0030000000000001</c:v>
                </c:pt>
                <c:pt idx="16">
                  <c:v>1.161</c:v>
                </c:pt>
                <c:pt idx="17">
                  <c:v>0.997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B7-4396-8C54-952FA2B499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</a:t>
            </a:r>
            <a:r>
              <a:rPr lang="en-US" altLang="ko-KR" sz="14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소비건수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0~6시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2792000</c:v>
                </c:pt>
                <c:pt idx="1">
                  <c:v>175000</c:v>
                </c:pt>
                <c:pt idx="2">
                  <c:v>1148000</c:v>
                </c:pt>
                <c:pt idx="3">
                  <c:v>1937000</c:v>
                </c:pt>
                <c:pt idx="4">
                  <c:v>5556000</c:v>
                </c:pt>
                <c:pt idx="5">
                  <c:v>36598000</c:v>
                </c:pt>
                <c:pt idx="6">
                  <c:v>30851000</c:v>
                </c:pt>
                <c:pt idx="7">
                  <c:v>36582000</c:v>
                </c:pt>
                <c:pt idx="8">
                  <c:v>45035000</c:v>
                </c:pt>
                <c:pt idx="9">
                  <c:v>48073000</c:v>
                </c:pt>
                <c:pt idx="10">
                  <c:v>38902000</c:v>
                </c:pt>
                <c:pt idx="11">
                  <c:v>34257000</c:v>
                </c:pt>
                <c:pt idx="12">
                  <c:v>26985000</c:v>
                </c:pt>
                <c:pt idx="13">
                  <c:v>24691000</c:v>
                </c:pt>
                <c:pt idx="14">
                  <c:v>21366000</c:v>
                </c:pt>
                <c:pt idx="15">
                  <c:v>11777000</c:v>
                </c:pt>
                <c:pt idx="16">
                  <c:v>2871000</c:v>
                </c:pt>
                <c:pt idx="17">
                  <c:v>1950000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48-4C1B-881F-50FD54CC19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업종2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0~6시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8434000</c:v>
                </c:pt>
                <c:pt idx="1">
                  <c:v>2242000</c:v>
                </c:pt>
                <c:pt idx="2">
                  <c:v>218000</c:v>
                </c:pt>
                <c:pt idx="3">
                  <c:v>112000</c:v>
                </c:pt>
                <c:pt idx="4">
                  <c:v>2445000</c:v>
                </c:pt>
                <c:pt idx="5">
                  <c:v>16418000</c:v>
                </c:pt>
                <c:pt idx="6">
                  <c:v>53313000</c:v>
                </c:pt>
                <c:pt idx="7">
                  <c:v>64654000</c:v>
                </c:pt>
                <c:pt idx="8">
                  <c:v>50931000</c:v>
                </c:pt>
                <c:pt idx="9">
                  <c:v>35108000</c:v>
                </c:pt>
                <c:pt idx="10">
                  <c:v>31013000</c:v>
                </c:pt>
                <c:pt idx="11">
                  <c:v>55894000</c:v>
                </c:pt>
                <c:pt idx="12">
                  <c:v>120261000</c:v>
                </c:pt>
                <c:pt idx="13">
                  <c:v>120788000</c:v>
                </c:pt>
                <c:pt idx="14">
                  <c:v>97673000</c:v>
                </c:pt>
                <c:pt idx="15">
                  <c:v>59386000</c:v>
                </c:pt>
                <c:pt idx="16">
                  <c:v>31359000</c:v>
                </c:pt>
                <c:pt idx="17">
                  <c:v>13442000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48-4C1B-881F-50FD54CC196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업종3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0~6시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7457000</c:v>
                </c:pt>
                <c:pt idx="1">
                  <c:v>1614000</c:v>
                </c:pt>
                <c:pt idx="2">
                  <c:v>2255000</c:v>
                </c:pt>
                <c:pt idx="3">
                  <c:v>1613000</c:v>
                </c:pt>
                <c:pt idx="4">
                  <c:v>2827000</c:v>
                </c:pt>
                <c:pt idx="5">
                  <c:v>3665000</c:v>
                </c:pt>
                <c:pt idx="6">
                  <c:v>4785000</c:v>
                </c:pt>
                <c:pt idx="7">
                  <c:v>4505000</c:v>
                </c:pt>
                <c:pt idx="8">
                  <c:v>4989000</c:v>
                </c:pt>
                <c:pt idx="9">
                  <c:v>5747000</c:v>
                </c:pt>
                <c:pt idx="10">
                  <c:v>7132000</c:v>
                </c:pt>
                <c:pt idx="11">
                  <c:v>7104000</c:v>
                </c:pt>
                <c:pt idx="12">
                  <c:v>9516000</c:v>
                </c:pt>
                <c:pt idx="13">
                  <c:v>7710000</c:v>
                </c:pt>
                <c:pt idx="14">
                  <c:v>8753000</c:v>
                </c:pt>
                <c:pt idx="15">
                  <c:v>8374000</c:v>
                </c:pt>
                <c:pt idx="16">
                  <c:v>5983000</c:v>
                </c:pt>
                <c:pt idx="17">
                  <c:v>2697000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48-4C1B-881F-50FD54CC196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업종4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0~6시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226000</c:v>
                </c:pt>
                <c:pt idx="1">
                  <c:v>43000</c:v>
                </c:pt>
                <c:pt idx="2">
                  <c:v>268000</c:v>
                </c:pt>
                <c:pt idx="3">
                  <c:v>291000</c:v>
                </c:pt>
                <c:pt idx="4">
                  <c:v>1266000</c:v>
                </c:pt>
                <c:pt idx="5">
                  <c:v>4809000</c:v>
                </c:pt>
                <c:pt idx="6">
                  <c:v>11396000</c:v>
                </c:pt>
                <c:pt idx="7">
                  <c:v>18419000</c:v>
                </c:pt>
                <c:pt idx="8">
                  <c:v>14677000</c:v>
                </c:pt>
                <c:pt idx="9">
                  <c:v>18765000</c:v>
                </c:pt>
                <c:pt idx="10">
                  <c:v>15685000</c:v>
                </c:pt>
                <c:pt idx="11">
                  <c:v>19064000</c:v>
                </c:pt>
                <c:pt idx="12">
                  <c:v>23807000</c:v>
                </c:pt>
                <c:pt idx="13">
                  <c:v>19360000</c:v>
                </c:pt>
                <c:pt idx="14">
                  <c:v>20773000</c:v>
                </c:pt>
                <c:pt idx="15">
                  <c:v>16769000</c:v>
                </c:pt>
                <c:pt idx="16">
                  <c:v>11871000</c:v>
                </c:pt>
                <c:pt idx="17">
                  <c:v>1085000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B48-4C1B-881F-50FD54CC196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업종5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0~6시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2967000</c:v>
                </c:pt>
                <c:pt idx="1">
                  <c:v>202000</c:v>
                </c:pt>
                <c:pt idx="2">
                  <c:v>1097000</c:v>
                </c:pt>
                <c:pt idx="3">
                  <c:v>5396000</c:v>
                </c:pt>
                <c:pt idx="4">
                  <c:v>11068000</c:v>
                </c:pt>
                <c:pt idx="5">
                  <c:v>14505000</c:v>
                </c:pt>
                <c:pt idx="6">
                  <c:v>12571000</c:v>
                </c:pt>
                <c:pt idx="7">
                  <c:v>6266000</c:v>
                </c:pt>
                <c:pt idx="8">
                  <c:v>11537000</c:v>
                </c:pt>
                <c:pt idx="9">
                  <c:v>13311000</c:v>
                </c:pt>
                <c:pt idx="10">
                  <c:v>9541000</c:v>
                </c:pt>
                <c:pt idx="11">
                  <c:v>6741000</c:v>
                </c:pt>
                <c:pt idx="12">
                  <c:v>8543000</c:v>
                </c:pt>
                <c:pt idx="13">
                  <c:v>1693000</c:v>
                </c:pt>
                <c:pt idx="14">
                  <c:v>2470000</c:v>
                </c:pt>
                <c:pt idx="15">
                  <c:v>4003000</c:v>
                </c:pt>
                <c:pt idx="16">
                  <c:v>1161000</c:v>
                </c:pt>
                <c:pt idx="17">
                  <c:v>997000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B48-4C1B-881F-50FD54CC19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매출액 </a:t>
            </a:r>
            <a:r>
              <a:rPr lang="en-US" altLang="ko-KR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 10 </a:t>
            </a: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업종의 유입지별 매출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7.8077683083448965E-2"/>
          <c:y val="0.13302083585204677"/>
          <c:w val="0.88894198134729685"/>
          <c:h val="0.7090132918015850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106.181</c:v>
                </c:pt>
                <c:pt idx="1">
                  <c:v>33.348999999999997</c:v>
                </c:pt>
                <c:pt idx="2">
                  <c:v>25.443999999999999</c:v>
                </c:pt>
                <c:pt idx="3">
                  <c:v>22.027999999999999</c:v>
                </c:pt>
                <c:pt idx="4">
                  <c:v>25.486999999999998</c:v>
                </c:pt>
                <c:pt idx="5">
                  <c:v>29.03</c:v>
                </c:pt>
                <c:pt idx="6">
                  <c:v>29.123000000000001</c:v>
                </c:pt>
                <c:pt idx="7">
                  <c:v>8.7590000000000003</c:v>
                </c:pt>
                <c:pt idx="8">
                  <c:v>7.3209999999999997</c:v>
                </c:pt>
                <c:pt idx="9">
                  <c:v>4.37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AB-42C9-A0A2-6F8F2E4CA0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인접(백만원)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593.23900000000003</c:v>
                </c:pt>
                <c:pt idx="1">
                  <c:v>307.67500000000001</c:v>
                </c:pt>
                <c:pt idx="2">
                  <c:v>223.43299999999999</c:v>
                </c:pt>
                <c:pt idx="3">
                  <c:v>161.82499999999999</c:v>
                </c:pt>
                <c:pt idx="4">
                  <c:v>84.667000000000002</c:v>
                </c:pt>
                <c:pt idx="5">
                  <c:v>58.41</c:v>
                </c:pt>
                <c:pt idx="6">
                  <c:v>56.756</c:v>
                </c:pt>
                <c:pt idx="7">
                  <c:v>62.158999999999999</c:v>
                </c:pt>
                <c:pt idx="8">
                  <c:v>51.277999999999999</c:v>
                </c:pt>
                <c:pt idx="9">
                  <c:v>43.145000000000003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AB-42C9-A0A2-6F8F2E4CA0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관외(백만원)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64.27</c:v>
                </c:pt>
                <c:pt idx="1">
                  <c:v>30.515000000000001</c:v>
                </c:pt>
                <c:pt idx="2">
                  <c:v>22.983000000000001</c:v>
                </c:pt>
                <c:pt idx="3">
                  <c:v>14.717000000000001</c:v>
                </c:pt>
                <c:pt idx="4">
                  <c:v>3.911</c:v>
                </c:pt>
                <c:pt idx="5">
                  <c:v>9.2859999999999996</c:v>
                </c:pt>
                <c:pt idx="6">
                  <c:v>0.73299999999999998</c:v>
                </c:pt>
                <c:pt idx="7">
                  <c:v>5.976</c:v>
                </c:pt>
                <c:pt idx="8">
                  <c:v>6.4109999999999996</c:v>
                </c:pt>
                <c:pt idx="9">
                  <c:v>4.3810000000000002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DAB-42C9-A0A2-6F8F2E4CA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04391823"/>
        <c:axId val="704392303"/>
      </c:barChart>
      <c:catAx>
        <c:axId val="7043918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704392303"/>
        <c:crosses val="autoZero"/>
        <c:auto val="1"/>
        <c:lblAlgn val="ctr"/>
        <c:lblOffset val="100"/>
        <c:noMultiLvlLbl val="0"/>
      </c:catAx>
      <c:valAx>
        <c:axId val="70439230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7043918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매출금액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및 매출건수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endParaRPr 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92D-453F-8D20-2AB3D4B18820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5BF-4115-BE40-DF82263F4B80}"/>
              </c:ext>
            </c:extLst>
          </c:dPt>
          <c:dPt>
            <c:idx val="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292D-453F-8D20-2AB3D4B18820}"/>
              </c:ext>
            </c:extLst>
          </c:dPt>
          <c:dPt>
            <c:idx val="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292D-453F-8D20-2AB3D4B18820}"/>
              </c:ext>
            </c:extLst>
          </c:dPt>
          <c:dPt>
            <c:idx val="4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292D-453F-8D20-2AB3D4B18820}"/>
              </c:ext>
            </c:extLst>
          </c:dPt>
          <c:dPt>
            <c:idx val="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292D-453F-8D20-2AB3D4B18820}"/>
              </c:ext>
            </c:extLst>
          </c:dPt>
          <c:dPt>
            <c:idx val="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292D-453F-8D20-2AB3D4B18820}"/>
              </c:ext>
            </c:extLst>
          </c:dPt>
          <c:dPt>
            <c:idx val="7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292D-453F-8D20-2AB3D4B18820}"/>
              </c:ext>
            </c:extLst>
          </c:dPt>
          <c:dPt>
            <c:idx val="8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292D-453F-8D20-2AB3D4B18820}"/>
              </c:ext>
            </c:extLst>
          </c:dPt>
          <c:dPt>
            <c:idx val="9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292D-453F-8D20-2AB3D4B18820}"/>
              </c:ext>
            </c:extLst>
          </c:dPt>
          <c:dPt>
            <c:idx val="10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292D-453F-8D20-2AB3D4B18820}"/>
              </c:ext>
            </c:extLst>
          </c:dPt>
          <c:dPt>
            <c:idx val="11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292D-453F-8D20-2AB3D4B18820}"/>
              </c:ext>
            </c:extLst>
          </c:dPt>
          <c:dPt>
            <c:idx val="12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292D-453F-8D20-2AB3D4B18820}"/>
              </c:ext>
            </c:extLst>
          </c:dPt>
          <c:dPt>
            <c:idx val="13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292D-453F-8D20-2AB3D4B18820}"/>
              </c:ext>
            </c:extLst>
          </c:dPt>
          <c:dPt>
            <c:idx val="1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292D-453F-8D20-2AB3D4B18820}"/>
              </c:ext>
            </c:extLst>
          </c:dPt>
          <c:dPt>
            <c:idx val="1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292D-453F-8D20-2AB3D4B18820}"/>
              </c:ext>
            </c:extLst>
          </c:dPt>
          <c:dPt>
            <c:idx val="1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292D-453F-8D20-2AB3D4B18820}"/>
              </c:ext>
            </c:extLst>
          </c:dPt>
          <c:dPt>
            <c:idx val="17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292D-453F-8D20-2AB3D4B18820}"/>
              </c:ext>
            </c:extLst>
          </c:dPt>
          <c:dPt>
            <c:idx val="18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292D-453F-8D20-2AB3D4B18820}"/>
              </c:ext>
            </c:extLst>
          </c:dPt>
          <c:dPt>
            <c:idx val="19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292D-453F-8D20-2AB3D4B18820}"/>
              </c:ext>
            </c:extLst>
          </c:dPt>
          <c:dPt>
            <c:idx val="2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292D-453F-8D20-2AB3D4B18820}"/>
              </c:ext>
            </c:extLst>
          </c:dPt>
          <c:dPt>
            <c:idx val="21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292D-453F-8D20-2AB3D4B18820}"/>
              </c:ext>
            </c:extLst>
          </c:dPt>
          <c:cat>
            <c:strRef>
              <c:f>Sheet1!$A$2:$A$23</c:f>
              <c:strCache>
                <c:ptCount val="22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D+1</c:v>
                </c:pt>
                <c:pt idx="16">
                  <c:v>D+2</c:v>
                </c:pt>
                <c:pt idx="17">
                  <c:v>D+3</c:v>
                </c:pt>
                <c:pt idx="18">
                  <c:v>D+4</c:v>
                </c:pt>
                <c:pt idx="19">
                  <c:v>D+5</c:v>
                </c:pt>
                <c:pt idx="20">
                  <c:v>D+6</c:v>
                </c:pt>
                <c:pt idx="21">
                  <c:v>D+7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450.07</c:v>
                </c:pt>
                <c:pt idx="1">
                  <c:v>388.05</c:v>
                </c:pt>
                <c:pt idx="2">
                  <c:v>129.75</c:v>
                </c:pt>
                <c:pt idx="3">
                  <c:v>202.18</c:v>
                </c:pt>
                <c:pt idx="4">
                  <c:v>109.98</c:v>
                </c:pt>
                <c:pt idx="5">
                  <c:v>163.13</c:v>
                </c:pt>
                <c:pt idx="6">
                  <c:v>225.92</c:v>
                </c:pt>
                <c:pt idx="7">
                  <c:v>538.64</c:v>
                </c:pt>
                <c:pt idx="8">
                  <c:v>326.92</c:v>
                </c:pt>
                <c:pt idx="9">
                  <c:v>158.47</c:v>
                </c:pt>
                <c:pt idx="10">
                  <c:v>161.38999999999999</c:v>
                </c:pt>
                <c:pt idx="11">
                  <c:v>152.56</c:v>
                </c:pt>
                <c:pt idx="12">
                  <c:v>253.76</c:v>
                </c:pt>
                <c:pt idx="13">
                  <c:v>412.71</c:v>
                </c:pt>
                <c:pt idx="14">
                  <c:v>467.18</c:v>
                </c:pt>
                <c:pt idx="15">
                  <c:v>246.34</c:v>
                </c:pt>
                <c:pt idx="16">
                  <c:v>164.08</c:v>
                </c:pt>
                <c:pt idx="17">
                  <c:v>312.27</c:v>
                </c:pt>
                <c:pt idx="18">
                  <c:v>554.13</c:v>
                </c:pt>
                <c:pt idx="19">
                  <c:v>469.73</c:v>
                </c:pt>
                <c:pt idx="20">
                  <c:v>179.03</c:v>
                </c:pt>
                <c:pt idx="21">
                  <c:v>385.72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매출건수(건)</c:v>
                </c:pt>
              </c:strCache>
            </c:strRef>
          </c:tx>
          <c:spPr>
            <a:ln w="28575" cap="rnd">
              <a:solidFill>
                <a:srgbClr val="606060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1F4E79"/>
              </a:solidFill>
              <a:ln w="12700">
                <a:solidFill>
                  <a:schemeClr val="bg2">
                    <a:lumMod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F-292D-453F-8D20-2AB3D4B18820}"/>
              </c:ext>
            </c:extLst>
          </c:dPt>
          <c:dPt>
            <c:idx val="1"/>
            <c:marker>
              <c:symbol val="circle"/>
              <c:size val="8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25BF-4115-BE40-DF82263F4B80}"/>
              </c:ext>
            </c:extLst>
          </c:dPt>
          <c:dPt>
            <c:idx val="2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1-292D-453F-8D20-2AB3D4B18820}"/>
              </c:ext>
            </c:extLst>
          </c:dPt>
          <c:dPt>
            <c:idx val="3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3-292D-453F-8D20-2AB3D4B18820}"/>
              </c:ext>
            </c:extLst>
          </c:dPt>
          <c:dPt>
            <c:idx val="4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5-292D-453F-8D20-2AB3D4B18820}"/>
              </c:ext>
            </c:extLst>
          </c:dPt>
          <c:dPt>
            <c:idx val="5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7-292D-453F-8D20-2AB3D4B18820}"/>
              </c:ext>
            </c:extLst>
          </c:dPt>
          <c:dPt>
            <c:idx val="6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9-292D-453F-8D20-2AB3D4B18820}"/>
              </c:ext>
            </c:extLst>
          </c:dPt>
          <c:dPt>
            <c:idx val="7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B-292D-453F-8D20-2AB3D4B18820}"/>
              </c:ext>
            </c:extLst>
          </c:dPt>
          <c:dPt>
            <c:idx val="8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D-292D-453F-8D20-2AB3D4B18820}"/>
              </c:ext>
            </c:extLst>
          </c:dPt>
          <c:dPt>
            <c:idx val="9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F-292D-453F-8D20-2AB3D4B18820}"/>
              </c:ext>
            </c:extLst>
          </c:dPt>
          <c:dPt>
            <c:idx val="10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1-292D-453F-8D20-2AB3D4B18820}"/>
              </c:ext>
            </c:extLst>
          </c:dPt>
          <c:dPt>
            <c:idx val="11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3-292D-453F-8D20-2AB3D4B18820}"/>
              </c:ext>
            </c:extLst>
          </c:dPt>
          <c:dPt>
            <c:idx val="12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5-292D-453F-8D20-2AB3D4B18820}"/>
              </c:ext>
            </c:extLst>
          </c:dPt>
          <c:dPt>
            <c:idx val="13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7-292D-453F-8D20-2AB3D4B18820}"/>
              </c:ext>
            </c:extLst>
          </c:dPt>
          <c:dPt>
            <c:idx val="14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9-292D-453F-8D20-2AB3D4B18820}"/>
              </c:ext>
            </c:extLst>
          </c:dPt>
          <c:dPt>
            <c:idx val="15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B-292D-453F-8D20-2AB3D4B18820}"/>
              </c:ext>
            </c:extLst>
          </c:dPt>
          <c:dPt>
            <c:idx val="16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D-292D-453F-8D20-2AB3D4B18820}"/>
              </c:ext>
            </c:extLst>
          </c:dPt>
          <c:dPt>
            <c:idx val="17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F-292D-453F-8D20-2AB3D4B18820}"/>
              </c:ext>
            </c:extLst>
          </c:dPt>
          <c:dPt>
            <c:idx val="18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51-292D-453F-8D20-2AB3D4B18820}"/>
              </c:ext>
            </c:extLst>
          </c:dPt>
          <c:dPt>
            <c:idx val="19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53-292D-453F-8D20-2AB3D4B18820}"/>
              </c:ext>
            </c:extLst>
          </c:dPt>
          <c:dPt>
            <c:idx val="20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55-292D-453F-8D20-2AB3D4B18820}"/>
              </c:ext>
            </c:extLst>
          </c:dPt>
          <c:dPt>
            <c:idx val="21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57-292D-453F-8D20-2AB3D4B18820}"/>
              </c:ext>
            </c:extLst>
          </c:dPt>
          <c:cat>
            <c:strRef>
              <c:f>Sheet1!$A$2:$A$23</c:f>
              <c:strCache>
                <c:ptCount val="22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D+1</c:v>
                </c:pt>
                <c:pt idx="16">
                  <c:v>D+2</c:v>
                </c:pt>
                <c:pt idx="17">
                  <c:v>D+3</c:v>
                </c:pt>
                <c:pt idx="18">
                  <c:v>D+4</c:v>
                </c:pt>
                <c:pt idx="19">
                  <c:v>D+5</c:v>
                </c:pt>
                <c:pt idx="20">
                  <c:v>D+6</c:v>
                </c:pt>
                <c:pt idx="21">
                  <c:v>D+7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20576</c:v>
                </c:pt>
                <c:pt idx="1">
                  <c:v>19878</c:v>
                </c:pt>
                <c:pt idx="2">
                  <c:v>7114</c:v>
                </c:pt>
                <c:pt idx="3">
                  <c:v>7364</c:v>
                </c:pt>
                <c:pt idx="4">
                  <c:v>4848</c:v>
                </c:pt>
                <c:pt idx="5">
                  <c:v>7281</c:v>
                </c:pt>
                <c:pt idx="6">
                  <c:v>10191</c:v>
                </c:pt>
                <c:pt idx="7">
                  <c:v>27268</c:v>
                </c:pt>
                <c:pt idx="8">
                  <c:v>16557</c:v>
                </c:pt>
                <c:pt idx="9">
                  <c:v>7473</c:v>
                </c:pt>
                <c:pt idx="10">
                  <c:v>7980</c:v>
                </c:pt>
                <c:pt idx="11">
                  <c:v>8109</c:v>
                </c:pt>
                <c:pt idx="12">
                  <c:v>10617</c:v>
                </c:pt>
                <c:pt idx="13">
                  <c:v>21101</c:v>
                </c:pt>
                <c:pt idx="14">
                  <c:v>23480</c:v>
                </c:pt>
                <c:pt idx="15">
                  <c:v>11343</c:v>
                </c:pt>
                <c:pt idx="16">
                  <c:v>7104</c:v>
                </c:pt>
                <c:pt idx="17">
                  <c:v>15655</c:v>
                </c:pt>
                <c:pt idx="18">
                  <c:v>27565</c:v>
                </c:pt>
                <c:pt idx="19">
                  <c:v>23104</c:v>
                </c:pt>
                <c:pt idx="20">
                  <c:v>8605</c:v>
                </c:pt>
                <c:pt idx="21">
                  <c:v>20705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0442975"/>
        <c:axId val="1100434815"/>
      </c:line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35295"/>
        <c:crosses val="autoZero"/>
        <c:crossBetween val="between"/>
      </c:valAx>
      <c:valAx>
        <c:axId val="110043481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42975"/>
        <c:crosses val="max"/>
        <c:crossBetween val="between"/>
      </c:valAx>
      <c:catAx>
        <c:axId val="110044297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043481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한식</cx:pt>
          <cx:pt idx="1">음료</cx:pt>
          <cx:pt idx="2">양식</cx:pt>
          <cx:pt idx="3">간이음식점</cx:pt>
          <cx:pt idx="4">양약국</cx:pt>
          <cx:pt idx="5">편의점</cx:pt>
          <cx:pt idx="6">농산물</cx:pt>
          <cx:pt idx="7">중식</cx:pt>
          <cx:pt idx="8">일식</cx:pt>
          <cx:pt idx="9">종합의류</cx:pt>
          <cx:pt idx="10"/>
          <cx:pt idx="11"/>
          <cx:pt idx="12"/>
          <cx:pt idx="13"/>
          <cx:pt idx="14"/>
          <cx:pt idx="15"/>
        </cx:lvl>
        <cx:lvl ptCount="16">
          <cx:pt idx="0">내국인</cx:pt>
          <cx:pt idx="1">내국인</cx:pt>
          <cx:pt idx="2">내국인</cx:pt>
          <cx:pt idx="3">내국인</cx:pt>
          <cx:pt idx="4">내국인</cx:pt>
          <cx:pt idx="5">내국인</cx:pt>
          <cx:pt idx="6">내국인</cx:pt>
          <cx:pt idx="7">내국인</cx:pt>
          <cx:pt idx="8">내국인</cx:pt>
          <cx:pt idx="9">내국인</cx:pt>
          <cx:pt idx="10"/>
          <cx:pt idx="11"/>
          <cx:pt idx="12"/>
          <cx:pt idx="13"/>
          <cx:pt idx="14"/>
          <cx:pt idx="15"/>
        </cx:lvl>
        <cx:lvl ptCount="16">
          <cx:pt idx="0">업종별 매출금액(백만원)</cx:pt>
          <cx:pt idx="1">업종별 매출금액(백만원)</cx:pt>
          <cx:pt idx="2">업종별 매출금액(백만원)</cx:pt>
          <cx:pt idx="3">업종별 매출금액(백만원)</cx:pt>
          <cx:pt idx="4">업종별 매출금액(백만원)</cx:pt>
          <cx:pt idx="5">업종별 매출금액(백만원)</cx:pt>
          <cx:pt idx="6">업종별 매출금액(백만원)</cx:pt>
          <cx:pt idx="7">업종별 매출금액(백만원)</cx:pt>
          <cx:pt idx="8">업종별 매출금액(백만원)</cx:pt>
          <cx:pt idx="9">업종별 매출금액(백만원)</cx:pt>
          <cx:pt idx="10"/>
          <cx:pt idx="11"/>
          <cx:pt idx="12"/>
          <cx:pt idx="13"/>
          <cx:pt idx="14"/>
          <cx:pt idx="15"/>
        </cx:lvl>
      </cx:strDim>
      <cx:numDim type="size">
        <cx:f>Sheet1!$D$2:$D$17</cx:f>
        <cx:lvl ptCount="16" formatCode="G/표준">
          <cx:pt idx="0">755.60000000000002</cx:pt>
          <cx:pt idx="1">367.80000000000001</cx:pt>
          <cx:pt idx="2">269.80000000000001</cx:pt>
          <cx:pt idx="3">196.40000000000001</cx:pt>
          <cx:pt idx="4">110.59999999999999</cx:pt>
          <cx:pt idx="5">94.599999999999994</cx:pt>
          <cx:pt idx="6">82.900000000000006</cx:pt>
          <cx:pt idx="7">75.099999999999994</cx:pt>
          <cx:pt idx="8">64.400000000000006</cx:pt>
          <cx:pt idx="9">51.299999999999997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백만원</cx:v>
            </cx:txData>
          </cx:tx>
          <cx:spPr>
            <a:solidFill>
              <a:srgbClr val="1F4E79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업종별 매출금액(백만원)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한식</cx:pt>
          <cx:pt idx="1">농산물</cx:pt>
          <cx:pt idx="2">음료</cx:pt>
          <cx:pt idx="3">양약국</cx:pt>
          <cx:pt idx="4">간이음식점</cx:pt>
          <cx:pt idx="5">편의점</cx:pt>
          <cx:pt idx="6">양식</cx:pt>
          <cx:pt idx="7">건강보조식품</cx:pt>
          <cx:pt idx="8">중식</cx:pt>
          <cx:pt idx="9">마트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  <cx:pt idx="7">외국인</cx:pt>
          <cx:pt idx="8">외국인</cx:pt>
          <cx:pt idx="9">외국인</cx:pt>
        </cx:lvl>
        <cx:lvl ptCount="16">
          <cx:pt idx="0">업종별 매출금액(백만원)</cx:pt>
          <cx:pt idx="1">업종별 매출금액(백만원)</cx:pt>
          <cx:pt idx="2">업종별 매출금액(백만원)</cx:pt>
          <cx:pt idx="3">업종별 매출금액(백만원)</cx:pt>
          <cx:pt idx="4">업종별 매출금액(백만원)</cx:pt>
          <cx:pt idx="5">업종별 매출금액(백만원)</cx:pt>
          <cx:pt idx="6">업종별 매출금액(백만원)</cx:pt>
          <cx:pt idx="7">업종별 매출금액(백만원)</cx:pt>
          <cx:pt idx="8">업종별 매출금액(백만원)</cx:pt>
          <cx:pt idx="9">업종별 매출금액(백만원)</cx:pt>
        </cx:lvl>
      </cx:strDim>
      <cx:numDim type="size">
        <cx:f>Sheet1!$D$2:$D$17</cx:f>
        <cx:lvl ptCount="16" formatCode="G/표준">
          <cx:pt idx="0">8.0999999999999996</cx:pt>
          <cx:pt idx="1">3.7000000000000002</cx:pt>
          <cx:pt idx="2">3.7000000000000002</cx:pt>
          <cx:pt idx="3">3.5</cx:pt>
          <cx:pt idx="4">2.2000000000000002</cx:pt>
          <cx:pt idx="5">2.2000000000000002</cx:pt>
          <cx:pt idx="6">2.1000000000000001</cx:pt>
          <cx:pt idx="7">2</cx:pt>
          <cx:pt idx="8">1.8</cx:pt>
          <cx:pt idx="9">1.1000000000000001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백만원</cx:v>
            </cx:txData>
          </cx:tx>
          <cx:spPr>
            <a:solidFill>
              <a:srgbClr val="E74C3C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업종별 매출금액(백만원)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8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522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CCF1B-0A80-1155-0968-B73A29B5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3513-CC7C-CE2E-CE90-0B97D5251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324AB0-9F6D-B605-E916-2D1C730C1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5C1B4-3560-6427-BC47-55AE73A3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41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6CE1-E852-B5A0-BFDD-C611C05B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B358E3-72AB-252B-088A-8A1F9E08E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91B5A-A20A-0427-C96C-8A78E8B23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가장 많이 방문한 일자 추가 </a:t>
            </a:r>
            <a:r>
              <a:rPr lang="en-US" altLang="ko-KR" dirty="0"/>
              <a:t>: </a:t>
            </a:r>
            <a:r>
              <a:rPr lang="ko-KR" altLang="en-US" dirty="0"/>
              <a:t>해당일의 방문 인구수</a:t>
            </a:r>
            <a:endParaRPr lang="en-US" altLang="ko-KR" dirty="0"/>
          </a:p>
          <a:p>
            <a:r>
              <a:rPr lang="ko-KR" altLang="en-US" dirty="0"/>
              <a:t>피크시간 </a:t>
            </a:r>
            <a:r>
              <a:rPr lang="en-US" altLang="ko-KR" dirty="0"/>
              <a:t>-&gt; </a:t>
            </a:r>
            <a:r>
              <a:rPr lang="ko-KR" altLang="en-US" dirty="0"/>
              <a:t>빈도수가 가장 높은 시간대 </a:t>
            </a:r>
            <a:r>
              <a:rPr lang="en-US" altLang="ko-KR" dirty="0"/>
              <a:t>(</a:t>
            </a:r>
            <a:r>
              <a:rPr lang="ko-KR" altLang="en-US" dirty="0"/>
              <a:t>일평균 </a:t>
            </a:r>
            <a:r>
              <a:rPr lang="en-US" altLang="ko-KR" dirty="0"/>
              <a:t>00</a:t>
            </a:r>
            <a:r>
              <a:rPr lang="ko-KR" altLang="en-US" dirty="0"/>
              <a:t>명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증가 </a:t>
            </a:r>
            <a:r>
              <a:rPr lang="en-US" altLang="ko-KR" dirty="0"/>
              <a:t>: </a:t>
            </a:r>
            <a:r>
              <a:rPr lang="ko-KR" altLang="en-US" dirty="0"/>
              <a:t>빨</a:t>
            </a:r>
            <a:r>
              <a:rPr lang="en-US" altLang="ko-KR" dirty="0"/>
              <a:t>, </a:t>
            </a:r>
            <a:r>
              <a:rPr lang="ko-KR" altLang="en-US" dirty="0"/>
              <a:t>감소 </a:t>
            </a:r>
            <a:r>
              <a:rPr lang="en-US" altLang="ko-KR" dirty="0"/>
              <a:t>: </a:t>
            </a:r>
            <a:r>
              <a:rPr lang="ko-KR" altLang="en-US" dirty="0"/>
              <a:t>파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34BC9-DDD0-2DD2-724F-3091EB91F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678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B184-6504-8BA9-E5B3-B368195D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74DA5-D8BB-AC14-CDD1-E3EBD8F9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8F9EA-BD40-0DD7-E4E0-0A9B0C9AA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{{00%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증가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or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하락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}}</a:t>
            </a:r>
            <a:endParaRPr lang="en-US" altLang="ko-KR" sz="1200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AA9B-532E-F6F6-CBBF-79EDB7179F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07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B7607-74C7-02D9-7403-B35F3752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F58E1-A589-7512-A8A1-1477BF714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B5DC5-D8FD-8AA5-F7B5-E9F745B56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차지는 어두운 회색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연령별 분포 </a:t>
            </a:r>
            <a:r>
              <a:rPr lang="en-US" altLang="ko-KR" dirty="0"/>
              <a:t>: </a:t>
            </a:r>
            <a:r>
              <a:rPr lang="ko-KR" altLang="en-US" dirty="0"/>
              <a:t>가장 높은 값 하나 다른 색으로</a:t>
            </a:r>
            <a:endParaRPr lang="en-US" altLang="ko-KR" dirty="0"/>
          </a:p>
          <a:p>
            <a:r>
              <a:rPr lang="ko-KR" altLang="en-US" dirty="0"/>
              <a:t>시간대별 방문인구 어떻게 할지</a:t>
            </a:r>
            <a:r>
              <a:rPr lang="en-US" altLang="ko-KR" dirty="0"/>
              <a:t>!!</a:t>
            </a:r>
          </a:p>
          <a:p>
            <a:r>
              <a:rPr lang="ko-KR" altLang="en-US" dirty="0"/>
              <a:t>일자별 방문인구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r>
              <a:rPr lang="ko-KR" altLang="en-US" dirty="0"/>
              <a:t> 기입해두기</a:t>
            </a:r>
            <a:endParaRPr lang="en-US" altLang="ko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2A7D9-64BD-8825-2A10-94A9A5CD87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97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AAD0D-45A2-4773-39F8-396D2B3CF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34F11-37E1-76D0-BB02-12ED6DCEC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7490C-B57E-2294-8DFC-96DCD3CC0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 00%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▲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상승은 빨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,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하락은 파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altLang="ko-KR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A6254-4694-4154-A25D-6AFE17D04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496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3756-1D8B-2CA8-A440-0402B67F7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1D773-5D3D-310E-4778-645FD1D4A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4B8F5-1D68-81A7-6587-13ADE9FC0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차트 방문인구 단위 </a:t>
            </a:r>
            <a:r>
              <a:rPr lang="en-US" altLang="ko-KR" dirty="0"/>
              <a:t>: </a:t>
            </a:r>
            <a:r>
              <a:rPr lang="ko-KR" altLang="en-US" dirty="0"/>
              <a:t>만명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최대증가 </a:t>
            </a:r>
            <a:r>
              <a:rPr lang="en-US" altLang="ko-KR" dirty="0"/>
              <a:t>: </a:t>
            </a:r>
            <a:r>
              <a:rPr lang="ko-KR" altLang="en-US" dirty="0" err="1"/>
              <a:t>전년대비증감률</a:t>
            </a:r>
            <a:r>
              <a:rPr lang="en-US" altLang="ko-KR" dirty="0"/>
              <a:t>(%)</a:t>
            </a:r>
          </a:p>
          <a:p>
            <a:r>
              <a:rPr lang="ko-KR" altLang="en-US" dirty="0"/>
              <a:t>최대감소 </a:t>
            </a:r>
            <a:r>
              <a:rPr lang="en-US" altLang="ko-KR" dirty="0"/>
              <a:t>: </a:t>
            </a:r>
            <a:r>
              <a:rPr lang="ko-KR" altLang="en-US" dirty="0"/>
              <a:t>전년대비감소율</a:t>
            </a:r>
            <a:r>
              <a:rPr lang="en-US" altLang="ko-KR" dirty="0"/>
              <a:t>(%)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66385-B87F-23F2-E3E7-218522A7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63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C3C6-0EC7-A492-10CA-6ED64DE03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CAC0B-9791-2192-2FE7-8A7C8FC60B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0F088-C9FF-027A-D829-1966EF07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일평균 </a:t>
            </a:r>
            <a:r>
              <a:rPr lang="ko-KR" altLang="en-US" dirty="0" err="1"/>
              <a:t>방문인구수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비중 계산 필요 없음</a:t>
            </a:r>
            <a:endParaRPr lang="en-US" altLang="ko-KR" dirty="0"/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559FC-497D-47ED-4D98-1E22DF3D5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89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CA460-846B-71A9-1D69-13A89AC8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9C47E-8E8E-B9C3-B98D-7004E0383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CA441-68D0-647B-1362-80080EDE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피크타임 계산 </a:t>
            </a:r>
            <a:r>
              <a:rPr lang="en-US" altLang="ko-KR" dirty="0"/>
              <a:t>-&gt; </a:t>
            </a:r>
            <a:r>
              <a:rPr lang="ko-KR" altLang="en-US" dirty="0"/>
              <a:t>각 일자별 피크타임 구하고 피크타임으로 가장 많이 꼽힌 시간</a:t>
            </a:r>
            <a:endParaRPr lang="en-US" altLang="ko-KR" dirty="0"/>
          </a:p>
          <a:p>
            <a:r>
              <a:rPr lang="ko-KR" altLang="en-US" dirty="0"/>
              <a:t>전체 비중에서 해당하는 비율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/>
              <a:t>만명 단위</a:t>
            </a:r>
            <a:endParaRPr lang="en-US" altLang="ko-KR" dirty="0"/>
          </a:p>
          <a:p>
            <a:r>
              <a:rPr lang="ko-KR" altLang="en-US" dirty="0"/>
              <a:t>차트 </a:t>
            </a:r>
            <a:r>
              <a:rPr lang="en-US" altLang="ko-KR" dirty="0"/>
              <a:t>: </a:t>
            </a:r>
            <a:r>
              <a:rPr lang="ko-KR" altLang="en-US" dirty="0"/>
              <a:t>각 시간대별 평균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54FDF-6D92-54BF-B8E5-09CB340BDA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407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855B0-B305-4B89-147B-99222B06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A5FC4-B636-7058-CFD4-69E3C78B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9F4B4-590D-FEA6-011F-39683311D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십만명단위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DF797-4DE5-D52C-6845-3C09F3408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76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2BE5-B639-B03F-7505-86DD3B699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4C08C-908B-5058-695B-C89622E0A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8DBFD-E82D-3C2E-6A2B-2170E146C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D7E36-B271-DB75-221C-B28234DAE2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703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935D-9465-6374-0F88-630E2C49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75E7E-1ED4-30F2-EBAE-8B5B4B802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20439-F0F8-CBCC-B542-9995371B2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4EC56-B68C-6470-A5F3-9FF5495E66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565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E075-C5E7-CEC5-C975-F3E982D3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2B710-B908-895C-D5B6-ECE3D58C9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8FB72-43A5-AE0C-059F-C2FA5E29B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P_6 : </a:t>
            </a:r>
            <a:r>
              <a:rPr lang="ko-KR" altLang="en-US" dirty="0"/>
              <a:t>전체 비중 계산 어떻게 </a:t>
            </a:r>
            <a:r>
              <a:rPr lang="ko-KR" altLang="en-US" dirty="0" err="1"/>
              <a:t>된건지</a:t>
            </a:r>
            <a:r>
              <a:rPr lang="ko-KR" altLang="en-US" dirty="0"/>
              <a:t> 다시 한번 확인해보기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C5C9-FFEA-322F-5087-100A1E2C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11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DBA3-5AC1-2480-C7D9-CFB417E5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0D780-0047-52BE-7611-81B1EB61C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4D075-18BF-8C28-B532-47FDD8C70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Top10</a:t>
            </a:r>
            <a:r>
              <a:rPr lang="ko-KR" altLang="en-US" dirty="0"/>
              <a:t>업종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6A2C7-DCF6-2A79-CEFD-85F4EADD1A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90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80AB-3F96-1F5D-5DA0-9296F472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19A77-18A4-4375-8543-2BEE90EF8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F1985-ABE0-1EB1-FF40-1D552EDE4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퍼센트 추가</a:t>
            </a:r>
            <a:endParaRPr lang="en-US" altLang="ko-KR" dirty="0"/>
          </a:p>
          <a:p>
            <a:r>
              <a:rPr lang="ko-KR" altLang="en-US" dirty="0"/>
              <a:t>차트</a:t>
            </a:r>
            <a:r>
              <a:rPr lang="en-US" dirty="0"/>
              <a:t> </a:t>
            </a:r>
            <a:r>
              <a:rPr lang="en-US" altLang="ko-KR" dirty="0"/>
              <a:t>y</a:t>
            </a:r>
            <a:r>
              <a:rPr lang="ko-KR" altLang="en-US" dirty="0"/>
              <a:t>축</a:t>
            </a:r>
            <a:r>
              <a:rPr lang="en-US" altLang="ko-KR" dirty="0"/>
              <a:t> : </a:t>
            </a:r>
            <a:r>
              <a:rPr lang="ko-KR" altLang="en-US" dirty="0"/>
              <a:t>억원단위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7A30-6F3E-B29B-4368-61757CCC86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127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9C5B-784F-B90D-004F-9D13D59E9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B443C2-5EB8-A1B2-8380-85708455F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55022-3145-964A-1086-6B0EC32BE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세로로</a:t>
            </a:r>
            <a:r>
              <a:rPr lang="en-US" altLang="ko-KR" dirty="0"/>
              <a:t> </a:t>
            </a:r>
            <a:r>
              <a:rPr lang="ko-KR" altLang="en-US" dirty="0"/>
              <a:t>길어지도록</a:t>
            </a:r>
            <a:r>
              <a:rPr lang="en-US" altLang="ko-KR" dirty="0"/>
              <a:t> </a:t>
            </a:r>
            <a:r>
              <a:rPr lang="ko-KR" altLang="en-US" dirty="0" err="1"/>
              <a:t>히트맵</a:t>
            </a:r>
            <a:r>
              <a:rPr lang="ko-KR" altLang="en-US" dirty="0"/>
              <a:t> 가로축 세로축 레이블 바꾸기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퍼센트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CDDB8-8733-4357-26FA-7F1EC11D65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2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1BB4-EA1A-D4E3-B953-2755D72F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10F315-FA43-689D-5EBD-43AC251AF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0022F-9D0D-931F-D29D-563E2DC98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ko-KR" altLang="en-US" dirty="0"/>
              <a:t>매출액이 같다면 </a:t>
            </a:r>
            <a:r>
              <a:rPr lang="en-US" altLang="ko-KR" dirty="0"/>
              <a:t>-&gt; </a:t>
            </a:r>
            <a:r>
              <a:rPr lang="ko-KR" altLang="en-US" dirty="0"/>
              <a:t>오름차순으로 정렬된 시간이 나옴</a:t>
            </a:r>
            <a:r>
              <a:rPr lang="en-US" altLang="ko-KR" dirty="0"/>
              <a:t>.</a:t>
            </a:r>
          </a:p>
          <a:p>
            <a:endParaRPr lang="en-US" dirty="0"/>
          </a:p>
          <a:p>
            <a:r>
              <a:rPr lang="ko-KR" altLang="en-US" dirty="0"/>
              <a:t>모든 업종의 추이가 비슷해서 그래프가 </a:t>
            </a:r>
            <a:r>
              <a:rPr lang="ko-KR" altLang="en-US" dirty="0" err="1"/>
              <a:t>별로임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각 시간대별로 소비금액 합산해서 </a:t>
            </a:r>
            <a:r>
              <a:rPr lang="ko-KR" altLang="en-US" dirty="0" err="1"/>
              <a:t>나타내는걸로</a:t>
            </a:r>
            <a:r>
              <a:rPr lang="ko-KR" altLang="en-US" dirty="0"/>
              <a:t> 바꿀까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6CE11-056A-0EC3-05C1-41653D1380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309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272F0-E692-FAAB-FCC8-64E3E4CF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FEA44-7E6A-8469-91D1-120AB8577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D0712-AE09-F887-FD05-D25446D6E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0F30B-83E1-A9FC-BB22-03296BC5D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645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849B-C444-3295-5746-2CC7AF0BE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A66A5-96F2-56CA-F4E6-7698A050C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FFA4-C476-33BA-D99F-378CC68B1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인당매출액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건당매출액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소비금액 </a:t>
            </a:r>
            <a:r>
              <a:rPr lang="en-US" altLang="ko-KR" dirty="0"/>
              <a:t>/ </a:t>
            </a:r>
            <a:r>
              <a:rPr lang="ko-KR" altLang="en-US" dirty="0"/>
              <a:t>소비건수</a:t>
            </a:r>
            <a:endParaRPr lang="en-US" altLang="ko-KR" dirty="0"/>
          </a:p>
          <a:p>
            <a:r>
              <a:rPr lang="ko-KR" altLang="en-US" dirty="0"/>
              <a:t>여기도 소비액 </a:t>
            </a:r>
            <a:r>
              <a:rPr lang="en-US" altLang="ko-KR" dirty="0"/>
              <a:t>-&gt; </a:t>
            </a:r>
            <a:r>
              <a:rPr lang="ko-KR" altLang="en-US" dirty="0"/>
              <a:t>매출액</a:t>
            </a:r>
            <a:r>
              <a:rPr lang="en-US" altLang="ko-KR" dirty="0"/>
              <a:t>??</a:t>
            </a:r>
          </a:p>
          <a:p>
            <a:r>
              <a:rPr lang="ko-KR" altLang="en-US" dirty="0"/>
              <a:t>매출금액 </a:t>
            </a:r>
            <a:r>
              <a:rPr lang="en-US" altLang="ko-KR" dirty="0"/>
              <a:t>vs </a:t>
            </a:r>
            <a:r>
              <a:rPr lang="ko-KR" altLang="en-US" dirty="0"/>
              <a:t>매출액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C72E7-D53C-D790-DC27-FE02BFBF07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85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D1EC-BD23-4565-ADE0-CB9C6C70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ED515-72B3-123D-50A6-880E5CD8F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7DBD5-022C-6F2B-88FC-0F5BC0F82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트리맵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최대 </a:t>
            </a:r>
            <a:r>
              <a:rPr lang="en-US" altLang="ko-KR" dirty="0"/>
              <a:t>7</a:t>
            </a:r>
            <a:r>
              <a:rPr lang="ko-KR" altLang="en-US" dirty="0" err="1"/>
              <a:t>개까지밖에</a:t>
            </a:r>
            <a:r>
              <a:rPr lang="ko-KR" altLang="en-US" dirty="0"/>
              <a:t> </a:t>
            </a:r>
            <a:r>
              <a:rPr lang="ko-KR" altLang="en-US" dirty="0" err="1"/>
              <a:t>안들어감</a:t>
            </a:r>
            <a:endParaRPr lang="en-US" altLang="ko-KR" dirty="0"/>
          </a:p>
          <a:p>
            <a:r>
              <a:rPr lang="ko-KR" altLang="en-US" dirty="0"/>
              <a:t>이미지 삽입 방식으로 변경 </a:t>
            </a:r>
            <a:r>
              <a:rPr lang="en-US" altLang="ko-KR" dirty="0"/>
              <a:t>-&gt; </a:t>
            </a:r>
            <a:r>
              <a:rPr lang="ko-KR" altLang="en-US" dirty="0"/>
              <a:t>업종명이 너무 길어서 다 </a:t>
            </a:r>
            <a:r>
              <a:rPr lang="ko-KR" altLang="en-US" dirty="0" err="1"/>
              <a:t>삐져나감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상위 </a:t>
            </a:r>
            <a:r>
              <a:rPr lang="en-US" altLang="ko-KR" dirty="0"/>
              <a:t>8</a:t>
            </a:r>
            <a:r>
              <a:rPr lang="ko-KR" altLang="en-US" dirty="0" err="1"/>
              <a:t>개까지로</a:t>
            </a:r>
            <a:r>
              <a:rPr lang="ko-KR" altLang="en-US" dirty="0"/>
              <a:t> 수정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E9516-114F-350B-AE43-CC0681763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102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1C0F6-772C-FFCA-F9B0-7DD60E1CC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088D2-3843-390C-2ABA-7356CBDD2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57A98-0E7D-DC4C-BDEE-DE7762BD5A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3914C-4019-5CA8-713F-4CD244E96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32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3A538-300E-95A1-9D79-F44EE9AB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FA621-5C2C-41FF-435E-0A35F29BF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DA7A3-F152-D26F-C5AD-6B190BE11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57EED-E1FE-EF28-1955-686EDFBE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66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BFE2-3D5D-0F98-51E3-FA4182FB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418FB-3137-2F9B-E8F7-E879DBE18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9A1E54-6D4F-AFC7-2570-4A2F6746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48C99-0F23-9A89-14A5-2BE13E693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93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3347B-60A8-3E47-BF35-A46F56C71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6D5D8-601C-789E-A64A-1060A1E62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DC6FC6-CCCB-22BB-A61E-DF98A98AE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B96E-A536-7DAE-74C4-0C774E80F1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3569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EC439-A65E-E048-936E-DCF56345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80F9B-2B3B-91AC-1AE5-08AFDDCAE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A4AE7-B595-9A3E-2CD2-9C9517749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232C5-E400-47F4-1916-F3FF93E492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740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F9E59-2F46-8FD7-6FA6-33856F2D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CC79F-5447-643E-B7AD-70515E92B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8D59-AE04-4531-C021-C06CDA89B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1EC05-175E-2557-CDE1-E2CE39F4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083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DEB8-C044-9342-AC0F-0AD70103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650BF-591C-81C0-81CA-59847C93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E4E73-0293-A324-9D16-0709A32ED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12B61-D28B-58AA-0B23-4A361FB2B6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8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80CD0-81A8-8641-1AEF-7F09517A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54BB9-ED3B-EAD3-B759-B819E7D93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44F5C-6C4C-2842-4483-31F91FF2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E5D9-AB5C-4AE1-E09C-0199D17262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422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2DE7-B3BD-DD0F-CA32-1DCF1196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CBB22-33B8-855E-A2B8-D6C2999C6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4B7A-3967-825B-228B-E99A36492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EA632-6328-BE41-F436-3587B2C9E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2219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64314-DFFB-C126-DD0D-B98359FC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FB8B5-E4EC-27D6-9150-75A9BB8EF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3D771-D606-E4DE-860A-ACF2DCCD7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F31C3-4603-D6A3-DB3C-A3788E15B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2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530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76761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678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8066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0799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22244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3163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50239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56207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977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55201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5951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540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svg"/><Relationship Id="rId8" Type="http://schemas.openxmlformats.org/officeDocument/2006/relationships/image" Target="../media/image12.png"/><Relationship Id="rId9" Type="http://schemas.openxmlformats.org/officeDocument/2006/relationships/image" Target="../media/image1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5.xml"/><Relationship Id="rId8" Type="http://schemas.openxmlformats.org/officeDocument/2006/relationships/chart" Target="../charts/chart6.xml"/><Relationship Id="rId9" Type="http://schemas.openxmlformats.org/officeDocument/2006/relationships/chart" Target="../charts/chart7.xml"/><Relationship Id="rId10" Type="http://schemas.openxmlformats.org/officeDocument/2006/relationships/chart" Target="../charts/char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chart" Target="../charts/chart9.xml"/><Relationship Id="rId5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chart" Target="../charts/char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chart" Target="../charts/char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chart" Target="../charts/char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6.png"/><Relationship Id="rId6" Type="http://schemas.openxmlformats.org/officeDocument/2006/relationships/chart" Target="../charts/char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chart" Target="../charts/chart15.xml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3.png"/><Relationship Id="rId5" Type="http://schemas.openxmlformats.org/officeDocument/2006/relationships/chart" Target="../charts/chart16.xml"/><Relationship Id="rId6" Type="http://schemas.openxmlformats.org/officeDocument/2006/relationships/chart" Target="../charts/chart17.xml"/><Relationship Id="rId7" Type="http://schemas.openxmlformats.org/officeDocument/2006/relationships/chart" Target="../charts/chart18.xml"/><Relationship Id="rId8" Type="http://schemas.openxmlformats.org/officeDocument/2006/relationships/chart" Target="../charts/chart19.xml"/><Relationship Id="rId9" Type="http://schemas.openxmlformats.org/officeDocument/2006/relationships/chart" Target="../charts/chart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Relationship Id="rId4" Type="http://schemas.openxmlformats.org/officeDocument/2006/relationships/chart" Target="../charts/chart2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chart" Target="../charts/chart2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chart" Target="../charts/chart2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5.png"/><Relationship Id="rId4" Type="http://schemas.openxmlformats.org/officeDocument/2006/relationships/image" Target="../media/image16.png"/><Relationship Id="rId5" Type="http://schemas.openxmlformats.org/officeDocument/2006/relationships/chart" Target="../charts/chart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Relationship Id="rId4" Type="http://schemas.openxmlformats.org/officeDocument/2006/relationships/image" Target="../media/image18.png"/><Relationship Id="rId5" Type="http://schemas.microsoft.com/office/2014/relationships/chartEx" Target="../charts/chartEx1.xml"/><Relationship Id="rId6" Type="http://schemas.openxmlformats.org/officeDocument/2006/relationships/image" Target="../media/image26.png"/><Relationship Id="rId7" Type="http://schemas.microsoft.com/office/2014/relationships/chartEx" Target="../charts/chartEx2.xml"/><Relationship Id="rId8" Type="http://schemas.openxmlformats.org/officeDocument/2006/relationships/image" Target="../media/image26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Relationship Id="rId4" Type="http://schemas.openxmlformats.org/officeDocument/2006/relationships/image" Target="../media/image22.png"/><Relationship Id="rId5" Type="http://schemas.openxmlformats.org/officeDocument/2006/relationships/image" Target="../media/image28.png"/><Relationship Id="rId6" Type="http://schemas.openxmlformats.org/officeDocument/2006/relationships/chart" Target="../charts/chart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Relationship Id="rId4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9.png"/><Relationship Id="rId4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9.png"/><Relationship Id="rId4" Type="http://schemas.openxmlformats.org/officeDocument/2006/relationships/image" Target="../media/image3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9.png"/><Relationship Id="rId4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6.png"/><Relationship Id="rId4" Type="http://schemas.openxmlformats.org/officeDocument/2006/relationships/image" Target="../media/image29.png"/><Relationship Id="rId5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29.png"/><Relationship Id="rId6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748710" y="327556"/>
            <a:ext cx="5858561" cy="4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관심지역</a:t>
            </a:r>
            <a:r>
              <a:rPr 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모니터링 서비스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11017" y="2104949"/>
            <a:ext cx="1167282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</a:t>
            </a:r>
          </a:p>
          <a:p>
            <a:r>
              <a:rPr lang="en-US" sz="66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분석</a:t>
            </a:r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 보고서</a:t>
            </a:r>
            <a:endParaRPr lang="en-US" sz="6600" dirty="0"/>
          </a:p>
        </p:txBody>
      </p:sp>
      <p:sp>
        <p:nvSpPr>
          <p:cNvPr id="15" name="Shape 11"/>
          <p:cNvSpPr/>
          <p:nvPr/>
        </p:nvSpPr>
        <p:spPr>
          <a:xfrm>
            <a:off x="9334195" y="5715000"/>
            <a:ext cx="2857500" cy="11430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3EE15BF-A04C-69DD-53C9-EB28834F9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0187" y="44434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4F32-049A-B367-76B5-8B95961AD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2E18E71-D8F2-421C-7FA3-09E471A7CA40}"/>
              </a:ext>
            </a:extLst>
          </p:cNvPr>
          <p:cNvSpPr>
            <a:spLocks/>
          </p:cNvSpPr>
          <p:nvPr/>
        </p:nvSpPr>
        <p:spPr>
          <a:xfrm>
            <a:off x="6090776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58" name="그림 157">
            <a:extLst>
              <a:ext uri="{FF2B5EF4-FFF2-40B4-BE49-F238E27FC236}">
                <a16:creationId xmlns:a16="http://schemas.microsoft.com/office/drawing/2014/main" id="{912F06E9-528B-548E-96BC-B79345C3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0" y="2902069"/>
            <a:ext cx="1190791" cy="1448002"/>
          </a:xfrm>
          <a:prstGeom prst="rect">
            <a:avLst/>
          </a:prstGeom>
        </p:spPr>
      </p:pic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C102CD2E-0E53-D1F9-BE86-26A393E14401}"/>
              </a:ext>
            </a:extLst>
          </p:cNvPr>
          <p:cNvSpPr>
            <a:spLocks/>
          </p:cNvSpPr>
          <p:nvPr/>
        </p:nvSpPr>
        <p:spPr>
          <a:xfrm>
            <a:off x="6066230" y="1406168"/>
            <a:ext cx="5586842" cy="3137992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0B27F66C-4998-FEDB-D4BD-FDF784982549}"/>
              </a:ext>
            </a:extLst>
          </p:cNvPr>
          <p:cNvSpPr>
            <a:spLocks/>
          </p:cNvSpPr>
          <p:nvPr/>
        </p:nvSpPr>
        <p:spPr>
          <a:xfrm>
            <a:off x="267309" y="1438146"/>
            <a:ext cx="5562295" cy="2731719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CB8AB63-C6B5-9C33-8362-79A20CE82F3E}"/>
              </a:ext>
            </a:extLst>
          </p:cNvPr>
          <p:cNvSpPr>
            <a:spLocks/>
          </p:cNvSpPr>
          <p:nvPr/>
        </p:nvSpPr>
        <p:spPr>
          <a:xfrm>
            <a:off x="267310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D00E3A5-E88F-D514-D922-1AEFDB60FA60}"/>
              </a:ext>
            </a:extLst>
          </p:cNvPr>
          <p:cNvSpPr txBox="1"/>
          <p:nvPr/>
        </p:nvSpPr>
        <p:spPr>
          <a:xfrm>
            <a:off x="381305" y="272998"/>
            <a:ext cx="196230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목차</a:t>
            </a:r>
            <a:endParaRPr lang="en-US" sz="6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E4F781C-5841-19E6-E9F5-2962F6E6487B}"/>
              </a:ext>
            </a:extLst>
          </p:cNvPr>
          <p:cNvSpPr/>
          <p:nvPr/>
        </p:nvSpPr>
        <p:spPr>
          <a:xfrm>
            <a:off x="599872" y="3585869"/>
            <a:ext cx="1654175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FBFDE7C-45D6-1004-37AD-25008362B2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10" b="-1310"/>
          <a:stretch/>
        </p:blipFill>
        <p:spPr>
          <a:xfrm>
            <a:off x="739978" y="3714697"/>
            <a:ext cx="209398" cy="171907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59184AD-5C08-B5CD-A252-183C456C3D8C}"/>
              </a:ext>
            </a:extLst>
          </p:cNvPr>
          <p:cNvSpPr txBox="1"/>
          <p:nvPr/>
        </p:nvSpPr>
        <p:spPr>
          <a:xfrm>
            <a:off x="1035711" y="3675378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689F2ECC-BA0B-DAB3-FDCD-8659C5DAEAA4}"/>
              </a:ext>
            </a:extLst>
          </p:cNvPr>
          <p:cNvSpPr/>
          <p:nvPr/>
        </p:nvSpPr>
        <p:spPr>
          <a:xfrm>
            <a:off x="607695" y="22307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63EEFC3-4033-4E60-3D91-FC69F90BF0E2}"/>
              </a:ext>
            </a:extLst>
          </p:cNvPr>
          <p:cNvSpPr txBox="1"/>
          <p:nvPr/>
        </p:nvSpPr>
        <p:spPr>
          <a:xfrm>
            <a:off x="773201" y="22993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AF0CDCC-AE73-FEC7-BBA0-8C0EA11115EF}"/>
              </a:ext>
            </a:extLst>
          </p:cNvPr>
          <p:cNvSpPr txBox="1"/>
          <p:nvPr/>
        </p:nvSpPr>
        <p:spPr>
          <a:xfrm>
            <a:off x="1150468" y="2322202"/>
            <a:ext cx="15855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관심지역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187F545-7AEA-340C-4DB8-517866594F16}"/>
              </a:ext>
            </a:extLst>
          </p:cNvPr>
          <p:cNvSpPr/>
          <p:nvPr/>
        </p:nvSpPr>
        <p:spPr>
          <a:xfrm>
            <a:off x="607695" y="28306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4FE565F-A9E7-7BE5-4DAC-5DD4F397330B}"/>
              </a:ext>
            </a:extLst>
          </p:cNvPr>
          <p:cNvSpPr txBox="1"/>
          <p:nvPr/>
        </p:nvSpPr>
        <p:spPr>
          <a:xfrm>
            <a:off x="773201" y="28991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120E299-F6D0-10D6-B45F-2679AE192DC5}"/>
              </a:ext>
            </a:extLst>
          </p:cNvPr>
          <p:cNvSpPr txBox="1"/>
          <p:nvPr/>
        </p:nvSpPr>
        <p:spPr>
          <a:xfrm>
            <a:off x="1150468" y="2932106"/>
            <a:ext cx="13569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3개년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비교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0AA9903-421D-BC2B-2670-545C04375728}"/>
              </a:ext>
            </a:extLst>
          </p:cNvPr>
          <p:cNvGrpSpPr/>
          <p:nvPr/>
        </p:nvGrpSpPr>
        <p:grpSpPr>
          <a:xfrm>
            <a:off x="601980" y="4185715"/>
            <a:ext cx="2299335" cy="457200"/>
            <a:chOff x="571500" y="4048555"/>
            <a:chExt cx="2299335" cy="457200"/>
          </a:xfrm>
        </p:grpSpPr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A5218BAA-8960-9E50-4002-0DB4635CFD09}"/>
                </a:ext>
              </a:extLst>
            </p:cNvPr>
            <p:cNvSpPr/>
            <p:nvPr/>
          </p:nvSpPr>
          <p:spPr>
            <a:xfrm>
              <a:off x="571500" y="4048555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5B6F5C9A-0CC6-A1FD-D076-DBF23CEC0E7F}"/>
                </a:ext>
              </a:extLst>
            </p:cNvPr>
            <p:cNvSpPr txBox="1"/>
            <p:nvPr/>
          </p:nvSpPr>
          <p:spPr>
            <a:xfrm>
              <a:off x="737006" y="4117135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3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DE06950F-A6B0-2542-4BC8-0F76643222C0}"/>
                </a:ext>
              </a:extLst>
            </p:cNvPr>
            <p:cNvSpPr txBox="1"/>
            <p:nvPr/>
          </p:nvSpPr>
          <p:spPr>
            <a:xfrm>
              <a:off x="1114273" y="4139995"/>
              <a:ext cx="1756562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방문인구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분석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ko-KR" alt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요약</a:t>
              </a:r>
              <a:endParaRPr lang="en-US" sz="14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6" name="Shape 18">
            <a:extLst>
              <a:ext uri="{FF2B5EF4-FFF2-40B4-BE49-F238E27FC236}">
                <a16:creationId xmlns:a16="http://schemas.microsoft.com/office/drawing/2014/main" id="{0C7287A2-7881-AD90-9635-7B10E19B4CF0}"/>
              </a:ext>
            </a:extLst>
          </p:cNvPr>
          <p:cNvSpPr/>
          <p:nvPr/>
        </p:nvSpPr>
        <p:spPr>
          <a:xfrm>
            <a:off x="601980" y="47855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95ABAC26-4344-67AA-7518-63EE86D986F3}"/>
              </a:ext>
            </a:extLst>
          </p:cNvPr>
          <p:cNvSpPr txBox="1"/>
          <p:nvPr/>
        </p:nvSpPr>
        <p:spPr>
          <a:xfrm>
            <a:off x="767486" y="48541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4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B0BEC32F-C76D-52A3-4A48-0B98ED7E4A09}"/>
              </a:ext>
            </a:extLst>
          </p:cNvPr>
          <p:cNvSpPr txBox="1"/>
          <p:nvPr/>
        </p:nvSpPr>
        <p:spPr>
          <a:xfrm>
            <a:off x="1150468" y="5465463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5ADF8CB4-975A-7160-8BD6-FF0DD0093444}"/>
              </a:ext>
            </a:extLst>
          </p:cNvPr>
          <p:cNvSpPr/>
          <p:nvPr/>
        </p:nvSpPr>
        <p:spPr>
          <a:xfrm>
            <a:off x="601980" y="53854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7FD3D7C8-D6E7-151D-D040-5C7DF771050C}"/>
              </a:ext>
            </a:extLst>
          </p:cNvPr>
          <p:cNvSpPr txBox="1"/>
          <p:nvPr/>
        </p:nvSpPr>
        <p:spPr>
          <a:xfrm>
            <a:off x="767486" y="54539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5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2FA7A88E-1BC2-00C0-E349-D8BF0C3EFBCD}"/>
              </a:ext>
            </a:extLst>
          </p:cNvPr>
          <p:cNvSpPr txBox="1"/>
          <p:nvPr/>
        </p:nvSpPr>
        <p:spPr>
          <a:xfrm>
            <a:off x="1144753" y="60812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2968D619-A858-B6A7-1CFA-894626F7C4C4}"/>
              </a:ext>
            </a:extLst>
          </p:cNvPr>
          <p:cNvSpPr/>
          <p:nvPr/>
        </p:nvSpPr>
        <p:spPr>
          <a:xfrm>
            <a:off x="601980" y="5986169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84BEFED1-3B0C-5940-8802-6CBEF20D92E3}"/>
              </a:ext>
            </a:extLst>
          </p:cNvPr>
          <p:cNvSpPr txBox="1"/>
          <p:nvPr/>
        </p:nvSpPr>
        <p:spPr>
          <a:xfrm>
            <a:off x="767486" y="6054749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6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3D6243BE-FC32-49DE-216E-C83BA5D25774}"/>
              </a:ext>
            </a:extLst>
          </p:cNvPr>
          <p:cNvSpPr txBox="1"/>
          <p:nvPr/>
        </p:nvSpPr>
        <p:spPr>
          <a:xfrm>
            <a:off x="1144753" y="487130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89F99FE9-54C3-59DB-C6E0-8D1E2DC21837}"/>
              </a:ext>
            </a:extLst>
          </p:cNvPr>
          <p:cNvGrpSpPr/>
          <p:nvPr/>
        </p:nvGrpSpPr>
        <p:grpSpPr>
          <a:xfrm>
            <a:off x="3000564" y="4194249"/>
            <a:ext cx="459028" cy="457200"/>
            <a:chOff x="3427284" y="4128717"/>
            <a:chExt cx="459028" cy="457200"/>
          </a:xfrm>
        </p:grpSpPr>
        <p:sp>
          <p:nvSpPr>
            <p:cNvPr id="36" name="Shape 15">
              <a:extLst>
                <a:ext uri="{FF2B5EF4-FFF2-40B4-BE49-F238E27FC236}">
                  <a16:creationId xmlns:a16="http://schemas.microsoft.com/office/drawing/2014/main" id="{4783B705-AA12-FC05-1973-E30F7AC1C1E1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44" name="Text 16">
              <a:extLst>
                <a:ext uri="{FF2B5EF4-FFF2-40B4-BE49-F238E27FC236}">
                  <a16:creationId xmlns:a16="http://schemas.microsoft.com/office/drawing/2014/main" id="{A5C76AFB-D3C7-00E0-C974-D04078CF4334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8" name="Text 17">
            <a:extLst>
              <a:ext uri="{FF2B5EF4-FFF2-40B4-BE49-F238E27FC236}">
                <a16:creationId xmlns:a16="http://schemas.microsoft.com/office/drawing/2014/main" id="{6560781B-A43A-5BA5-D8D0-2815D323A55A}"/>
              </a:ext>
            </a:extLst>
          </p:cNvPr>
          <p:cNvSpPr txBox="1"/>
          <p:nvPr/>
        </p:nvSpPr>
        <p:spPr>
          <a:xfrm>
            <a:off x="3533811" y="4285689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66" name="Text 17">
            <a:extLst>
              <a:ext uri="{FF2B5EF4-FFF2-40B4-BE49-F238E27FC236}">
                <a16:creationId xmlns:a16="http://schemas.microsoft.com/office/drawing/2014/main" id="{CE4B1026-5F67-2D45-F412-0BC55BC76116}"/>
              </a:ext>
            </a:extLst>
          </p:cNvPr>
          <p:cNvSpPr txBox="1"/>
          <p:nvPr/>
        </p:nvSpPr>
        <p:spPr>
          <a:xfrm>
            <a:off x="3533811" y="4889194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4AF651AA-7950-AECA-E09E-0657FF4E56E7}"/>
              </a:ext>
            </a:extLst>
          </p:cNvPr>
          <p:cNvSpPr txBox="1"/>
          <p:nvPr/>
        </p:nvSpPr>
        <p:spPr>
          <a:xfrm>
            <a:off x="3544896" y="550783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638FFF00-8190-43B3-7DB6-BCEF078312FE}"/>
              </a:ext>
            </a:extLst>
          </p:cNvPr>
          <p:cNvGrpSpPr/>
          <p:nvPr/>
        </p:nvGrpSpPr>
        <p:grpSpPr>
          <a:xfrm>
            <a:off x="3000564" y="4788403"/>
            <a:ext cx="459028" cy="457200"/>
            <a:chOff x="3427284" y="4128717"/>
            <a:chExt cx="459028" cy="457200"/>
          </a:xfrm>
        </p:grpSpPr>
        <p:sp>
          <p:nvSpPr>
            <p:cNvPr id="73" name="Shape 15">
              <a:extLst>
                <a:ext uri="{FF2B5EF4-FFF2-40B4-BE49-F238E27FC236}">
                  <a16:creationId xmlns:a16="http://schemas.microsoft.com/office/drawing/2014/main" id="{E3E53086-9C5C-21AC-75A4-DEB2760221C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4" name="Text 16">
              <a:extLst>
                <a:ext uri="{FF2B5EF4-FFF2-40B4-BE49-F238E27FC236}">
                  <a16:creationId xmlns:a16="http://schemas.microsoft.com/office/drawing/2014/main" id="{55921A58-9711-956B-7DAD-ED61D90F001C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50824689-7264-5C6F-43C7-07D3C902932C}"/>
              </a:ext>
            </a:extLst>
          </p:cNvPr>
          <p:cNvGrpSpPr/>
          <p:nvPr/>
        </p:nvGrpSpPr>
        <p:grpSpPr>
          <a:xfrm>
            <a:off x="3000564" y="5405825"/>
            <a:ext cx="459028" cy="457200"/>
            <a:chOff x="3427284" y="4128717"/>
            <a:chExt cx="459028" cy="457200"/>
          </a:xfrm>
        </p:grpSpPr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6AC0F3D8-A1A6-0F61-8BBE-CD2BA0A2DEBE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3852070F-FFE5-6F48-1B9C-09F7FDE9076F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9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14" name="Shape 4">
            <a:extLst>
              <a:ext uri="{FF2B5EF4-FFF2-40B4-BE49-F238E27FC236}">
                <a16:creationId xmlns:a16="http://schemas.microsoft.com/office/drawing/2014/main" id="{46D18BBD-8F5C-E60D-A405-9B7A82AF68D5}"/>
              </a:ext>
            </a:extLst>
          </p:cNvPr>
          <p:cNvSpPr/>
          <p:nvPr/>
        </p:nvSpPr>
        <p:spPr>
          <a:xfrm>
            <a:off x="6449857" y="1710372"/>
            <a:ext cx="168322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44AC711F-C503-3F21-5509-69FDD699B724}"/>
              </a:ext>
            </a:extLst>
          </p:cNvPr>
          <p:cNvSpPr txBox="1"/>
          <p:nvPr/>
        </p:nvSpPr>
        <p:spPr>
          <a:xfrm>
            <a:off x="6912044" y="1799881"/>
            <a:ext cx="1175879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소비패턴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8" name="Shape 15">
            <a:extLst>
              <a:ext uri="{FF2B5EF4-FFF2-40B4-BE49-F238E27FC236}">
                <a16:creationId xmlns:a16="http://schemas.microsoft.com/office/drawing/2014/main" id="{E746A5C3-B9BE-86D3-BD0A-D564A50FA6B6}"/>
              </a:ext>
            </a:extLst>
          </p:cNvPr>
          <p:cNvSpPr/>
          <p:nvPr/>
        </p:nvSpPr>
        <p:spPr>
          <a:xfrm>
            <a:off x="6452879" y="231021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9" name="Text 16">
            <a:extLst>
              <a:ext uri="{FF2B5EF4-FFF2-40B4-BE49-F238E27FC236}">
                <a16:creationId xmlns:a16="http://schemas.microsoft.com/office/drawing/2014/main" id="{A7CD70F8-621C-81CA-CC73-97A812A07563}"/>
              </a:ext>
            </a:extLst>
          </p:cNvPr>
          <p:cNvSpPr txBox="1"/>
          <p:nvPr/>
        </p:nvSpPr>
        <p:spPr>
          <a:xfrm>
            <a:off x="6534718" y="237879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10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0" name="Text 17">
            <a:extLst>
              <a:ext uri="{FF2B5EF4-FFF2-40B4-BE49-F238E27FC236}">
                <a16:creationId xmlns:a16="http://schemas.microsoft.com/office/drawing/2014/main" id="{15F66264-841A-4CA2-2624-23C3CA991E0A}"/>
              </a:ext>
            </a:extLst>
          </p:cNvPr>
          <p:cNvSpPr txBox="1"/>
          <p:nvPr/>
        </p:nvSpPr>
        <p:spPr>
          <a:xfrm>
            <a:off x="6994738" y="2401658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요약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1" name="Shape 18">
            <a:extLst>
              <a:ext uri="{FF2B5EF4-FFF2-40B4-BE49-F238E27FC236}">
                <a16:creationId xmlns:a16="http://schemas.microsoft.com/office/drawing/2014/main" id="{4322181A-97B6-951A-3F8C-750F32B686AA}"/>
              </a:ext>
            </a:extLst>
          </p:cNvPr>
          <p:cNvSpPr/>
          <p:nvPr/>
        </p:nvSpPr>
        <p:spPr>
          <a:xfrm>
            <a:off x="6452879" y="2910065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2" name="Text 19">
            <a:extLst>
              <a:ext uri="{FF2B5EF4-FFF2-40B4-BE49-F238E27FC236}">
                <a16:creationId xmlns:a16="http://schemas.microsoft.com/office/drawing/2014/main" id="{1E1127BD-06F6-230F-DA8A-819298F0E671}"/>
              </a:ext>
            </a:extLst>
          </p:cNvPr>
          <p:cNvSpPr txBox="1"/>
          <p:nvPr/>
        </p:nvSpPr>
        <p:spPr>
          <a:xfrm>
            <a:off x="6534718" y="297864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3" name="Text 20">
            <a:extLst>
              <a:ext uri="{FF2B5EF4-FFF2-40B4-BE49-F238E27FC236}">
                <a16:creationId xmlns:a16="http://schemas.microsoft.com/office/drawing/2014/main" id="{4B966D51-F49B-7970-90E2-872084BE28B6}"/>
              </a:ext>
            </a:extLst>
          </p:cNvPr>
          <p:cNvSpPr txBox="1"/>
          <p:nvPr/>
        </p:nvSpPr>
        <p:spPr>
          <a:xfrm>
            <a:off x="7000453" y="35899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4" name="Shape 21">
            <a:extLst>
              <a:ext uri="{FF2B5EF4-FFF2-40B4-BE49-F238E27FC236}">
                <a16:creationId xmlns:a16="http://schemas.microsoft.com/office/drawing/2014/main" id="{D7627980-CAA0-32EF-5F46-86E60026A07F}"/>
              </a:ext>
            </a:extLst>
          </p:cNvPr>
          <p:cNvSpPr/>
          <p:nvPr/>
        </p:nvSpPr>
        <p:spPr>
          <a:xfrm>
            <a:off x="6452879" y="3509911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5" name="Text 22">
            <a:extLst>
              <a:ext uri="{FF2B5EF4-FFF2-40B4-BE49-F238E27FC236}">
                <a16:creationId xmlns:a16="http://schemas.microsoft.com/office/drawing/2014/main" id="{7F9BCB3B-3BC9-36A6-F417-020FBD38E038}"/>
              </a:ext>
            </a:extLst>
          </p:cNvPr>
          <p:cNvSpPr txBox="1"/>
          <p:nvPr/>
        </p:nvSpPr>
        <p:spPr>
          <a:xfrm>
            <a:off x="6534718" y="3578491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6" name="Text 23">
            <a:extLst>
              <a:ext uri="{FF2B5EF4-FFF2-40B4-BE49-F238E27FC236}">
                <a16:creationId xmlns:a16="http://schemas.microsoft.com/office/drawing/2014/main" id="{DA7AD54F-D534-7EE4-D76B-69512FC6BC52}"/>
              </a:ext>
            </a:extLst>
          </p:cNvPr>
          <p:cNvSpPr txBox="1"/>
          <p:nvPr/>
        </p:nvSpPr>
        <p:spPr>
          <a:xfrm>
            <a:off x="6994738" y="420576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7" name="Shape 24">
            <a:extLst>
              <a:ext uri="{FF2B5EF4-FFF2-40B4-BE49-F238E27FC236}">
                <a16:creationId xmlns:a16="http://schemas.microsoft.com/office/drawing/2014/main" id="{A49907BC-DAD0-5BED-F0BE-77475C240CB6}"/>
              </a:ext>
            </a:extLst>
          </p:cNvPr>
          <p:cNvSpPr/>
          <p:nvPr/>
        </p:nvSpPr>
        <p:spPr>
          <a:xfrm>
            <a:off x="6452879" y="411067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pPr algn="ctr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8" name="Text 25">
            <a:extLst>
              <a:ext uri="{FF2B5EF4-FFF2-40B4-BE49-F238E27FC236}">
                <a16:creationId xmlns:a16="http://schemas.microsoft.com/office/drawing/2014/main" id="{E2EDFB4B-2A06-7952-D09C-83C4C18D4785}"/>
              </a:ext>
            </a:extLst>
          </p:cNvPr>
          <p:cNvSpPr txBox="1"/>
          <p:nvPr/>
        </p:nvSpPr>
        <p:spPr>
          <a:xfrm>
            <a:off x="6534718" y="417925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13</a:t>
            </a:r>
          </a:p>
        </p:txBody>
      </p:sp>
      <p:sp>
        <p:nvSpPr>
          <p:cNvPr id="133" name="Text 20">
            <a:extLst>
              <a:ext uri="{FF2B5EF4-FFF2-40B4-BE49-F238E27FC236}">
                <a16:creationId xmlns:a16="http://schemas.microsoft.com/office/drawing/2014/main" id="{B7CD809C-B202-E97A-D194-A289BE878A71}"/>
              </a:ext>
            </a:extLst>
          </p:cNvPr>
          <p:cNvSpPr txBox="1"/>
          <p:nvPr/>
        </p:nvSpPr>
        <p:spPr>
          <a:xfrm>
            <a:off x="6994738" y="2995812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AD8BBD0F-C897-3166-79BA-2B4EB6AD21D5}"/>
              </a:ext>
            </a:extLst>
          </p:cNvPr>
          <p:cNvGrpSpPr/>
          <p:nvPr/>
        </p:nvGrpSpPr>
        <p:grpSpPr>
          <a:xfrm>
            <a:off x="8851463" y="2318752"/>
            <a:ext cx="457200" cy="457200"/>
            <a:chOff x="3428198" y="4128717"/>
            <a:chExt cx="457200" cy="457200"/>
          </a:xfrm>
        </p:grpSpPr>
        <p:sp>
          <p:nvSpPr>
            <p:cNvPr id="135" name="Shape 15">
              <a:extLst>
                <a:ext uri="{FF2B5EF4-FFF2-40B4-BE49-F238E27FC236}">
                  <a16:creationId xmlns:a16="http://schemas.microsoft.com/office/drawing/2014/main" id="{79AC7E47-91B9-995E-4366-DD6FAB246201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36" name="Text 16">
              <a:extLst>
                <a:ext uri="{FF2B5EF4-FFF2-40B4-BE49-F238E27FC236}">
                  <a16:creationId xmlns:a16="http://schemas.microsoft.com/office/drawing/2014/main" id="{3CB90E1A-6394-27D1-17BB-550279CC15E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14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37" name="Text 17">
            <a:extLst>
              <a:ext uri="{FF2B5EF4-FFF2-40B4-BE49-F238E27FC236}">
                <a16:creationId xmlns:a16="http://schemas.microsoft.com/office/drawing/2014/main" id="{E4AD3852-C6A9-64FD-CAB2-5D7FC25FCDFD}"/>
              </a:ext>
            </a:extLst>
          </p:cNvPr>
          <p:cNvSpPr txBox="1"/>
          <p:nvPr/>
        </p:nvSpPr>
        <p:spPr>
          <a:xfrm>
            <a:off x="9383796" y="2410192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8" name="Text 17">
            <a:extLst>
              <a:ext uri="{FF2B5EF4-FFF2-40B4-BE49-F238E27FC236}">
                <a16:creationId xmlns:a16="http://schemas.microsoft.com/office/drawing/2014/main" id="{18C58714-1AFC-7A2D-579C-0A705D326AEB}"/>
              </a:ext>
            </a:extLst>
          </p:cNvPr>
          <p:cNvSpPr txBox="1"/>
          <p:nvPr/>
        </p:nvSpPr>
        <p:spPr>
          <a:xfrm>
            <a:off x="9383796" y="3013697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9" name="Text 17">
            <a:extLst>
              <a:ext uri="{FF2B5EF4-FFF2-40B4-BE49-F238E27FC236}">
                <a16:creationId xmlns:a16="http://schemas.microsoft.com/office/drawing/2014/main" id="{30656781-4BF9-3D15-64A6-139F5618B2F4}"/>
              </a:ext>
            </a:extLst>
          </p:cNvPr>
          <p:cNvSpPr txBox="1"/>
          <p:nvPr/>
        </p:nvSpPr>
        <p:spPr>
          <a:xfrm>
            <a:off x="9394881" y="3632337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1B9A461C-530B-0970-F46F-7BCA6751767F}"/>
              </a:ext>
            </a:extLst>
          </p:cNvPr>
          <p:cNvGrpSpPr/>
          <p:nvPr/>
        </p:nvGrpSpPr>
        <p:grpSpPr>
          <a:xfrm>
            <a:off x="8851463" y="2912906"/>
            <a:ext cx="457200" cy="457200"/>
            <a:chOff x="3428198" y="4128717"/>
            <a:chExt cx="457200" cy="457200"/>
          </a:xfrm>
        </p:grpSpPr>
        <p:sp>
          <p:nvSpPr>
            <p:cNvPr id="141" name="Shape 15">
              <a:extLst>
                <a:ext uri="{FF2B5EF4-FFF2-40B4-BE49-F238E27FC236}">
                  <a16:creationId xmlns:a16="http://schemas.microsoft.com/office/drawing/2014/main" id="{052D0042-F019-4F19-AD6A-9F435E3D8952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2" name="Text 16">
              <a:extLst>
                <a:ext uri="{FF2B5EF4-FFF2-40B4-BE49-F238E27FC236}">
                  <a16:creationId xmlns:a16="http://schemas.microsoft.com/office/drawing/2014/main" id="{1EAEFE0A-E35B-65B4-A1C6-AFA6CC49C0CA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15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FA746BA-01D5-F202-37CC-60BE7FB981BB}"/>
              </a:ext>
            </a:extLst>
          </p:cNvPr>
          <p:cNvGrpSpPr/>
          <p:nvPr/>
        </p:nvGrpSpPr>
        <p:grpSpPr>
          <a:xfrm>
            <a:off x="8851463" y="3530328"/>
            <a:ext cx="457200" cy="457200"/>
            <a:chOff x="3428198" y="4128717"/>
            <a:chExt cx="457200" cy="457200"/>
          </a:xfrm>
        </p:grpSpPr>
        <p:sp>
          <p:nvSpPr>
            <p:cNvPr id="144" name="Shape 15">
              <a:extLst>
                <a:ext uri="{FF2B5EF4-FFF2-40B4-BE49-F238E27FC236}">
                  <a16:creationId xmlns:a16="http://schemas.microsoft.com/office/drawing/2014/main" id="{DAAD918A-50CD-A195-3A98-16160855D32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5" name="Text 16">
              <a:extLst>
                <a:ext uri="{FF2B5EF4-FFF2-40B4-BE49-F238E27FC236}">
                  <a16:creationId xmlns:a16="http://schemas.microsoft.com/office/drawing/2014/main" id="{8FB032D7-3DDB-26F6-673E-41D5C4DE170B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16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46" name="Image 9" descr="preencoded.png">
            <a:extLst>
              <a:ext uri="{FF2B5EF4-FFF2-40B4-BE49-F238E27FC236}">
                <a16:creationId xmlns:a16="http://schemas.microsoft.com/office/drawing/2014/main" id="{DA5F7852-FF94-5B7B-6C66-AD2782DE4E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841" b="-841"/>
          <a:stretch/>
        </p:blipFill>
        <p:spPr>
          <a:xfrm>
            <a:off x="6608694" y="1839382"/>
            <a:ext cx="190195" cy="171907"/>
          </a:xfrm>
          <a:prstGeom prst="rect">
            <a:avLst/>
          </a:prstGeom>
        </p:spPr>
      </p:pic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822FFE1F-4ED9-C39D-50C7-2E2D4A022B58}"/>
              </a:ext>
            </a:extLst>
          </p:cNvPr>
          <p:cNvGrpSpPr/>
          <p:nvPr/>
        </p:nvGrpSpPr>
        <p:grpSpPr>
          <a:xfrm>
            <a:off x="558535" y="1681509"/>
            <a:ext cx="1654175" cy="409651"/>
            <a:chOff x="584200" y="1688591"/>
            <a:chExt cx="1654175" cy="409651"/>
          </a:xfrm>
        </p:grpSpPr>
        <p:sp>
          <p:nvSpPr>
            <p:cNvPr id="149" name="Shape 4">
              <a:extLst>
                <a:ext uri="{FF2B5EF4-FFF2-40B4-BE49-F238E27FC236}">
                  <a16:creationId xmlns:a16="http://schemas.microsoft.com/office/drawing/2014/main" id="{03B1B082-39FA-47C6-4C9E-1907EFF1C99F}"/>
                </a:ext>
              </a:extLst>
            </p:cNvPr>
            <p:cNvSpPr/>
            <p:nvPr/>
          </p:nvSpPr>
          <p:spPr>
            <a:xfrm>
              <a:off x="584200" y="1688591"/>
              <a:ext cx="1654175" cy="409651"/>
            </a:xfrm>
            <a:prstGeom prst="roundRect">
              <a:avLst>
                <a:gd name="adj" fmla="val 155731"/>
              </a:avLst>
            </a:prstGeom>
            <a:solidFill>
              <a:schemeClr val="bg2">
                <a:lumMod val="50000"/>
              </a:schemeClr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50" name="Image 1" descr="preencoded.png">
              <a:extLst>
                <a:ext uri="{FF2B5EF4-FFF2-40B4-BE49-F238E27FC236}">
                  <a16:creationId xmlns:a16="http://schemas.microsoft.com/office/drawing/2014/main" id="{4C7450D3-B37C-2B5D-9474-7C595D136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-1310" b="-1310"/>
            <a:stretch/>
          </p:blipFill>
          <p:spPr>
            <a:xfrm>
              <a:off x="820826" y="1807259"/>
              <a:ext cx="209398" cy="171907"/>
            </a:xfrm>
            <a:prstGeom prst="rect">
              <a:avLst/>
            </a:prstGeom>
          </p:spPr>
        </p:pic>
        <p:sp>
          <p:nvSpPr>
            <p:cNvPr id="151" name="Text 5">
              <a:extLst>
                <a:ext uri="{FF2B5EF4-FFF2-40B4-BE49-F238E27FC236}">
                  <a16:creationId xmlns:a16="http://schemas.microsoft.com/office/drawing/2014/main" id="{CDCD0029-4200-0490-5AAC-D69E0D809EAA}"/>
                </a:ext>
              </a:extLst>
            </p:cNvPr>
            <p:cNvSpPr txBox="1"/>
            <p:nvPr/>
          </p:nvSpPr>
          <p:spPr>
            <a:xfrm>
              <a:off x="1075919" y="1772692"/>
              <a:ext cx="897026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400" b="1" dirty="0">
                  <a:solidFill>
                    <a:srgbClr val="F8F9F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전체 요약</a:t>
              </a:r>
              <a:endParaRPr lang="en-US" sz="1400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57" name="그림 156">
            <a:extLst>
              <a:ext uri="{FF2B5EF4-FFF2-40B4-BE49-F238E27FC236}">
                <a16:creationId xmlns:a16="http://schemas.microsoft.com/office/drawing/2014/main" id="{59B06150-0C77-DD34-011D-74F31BF9E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757" y="2881849"/>
            <a:ext cx="1190791" cy="1448002"/>
          </a:xfrm>
          <a:prstGeom prst="rect">
            <a:avLst/>
          </a:prstGeom>
        </p:spPr>
      </p:pic>
      <p:sp>
        <p:nvSpPr>
          <p:cNvPr id="6" name="Text 17">
            <a:extLst>
              <a:ext uri="{FF2B5EF4-FFF2-40B4-BE49-F238E27FC236}">
                <a16:creationId xmlns:a16="http://schemas.microsoft.com/office/drawing/2014/main" id="{97D1680E-9F17-A070-881B-63611936F74D}"/>
              </a:ext>
            </a:extLst>
          </p:cNvPr>
          <p:cNvSpPr txBox="1"/>
          <p:nvPr/>
        </p:nvSpPr>
        <p:spPr>
          <a:xfrm>
            <a:off x="3544896" y="608837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방문인구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05F0030-B6D8-EC43-8A00-4FE89366DB48}"/>
              </a:ext>
            </a:extLst>
          </p:cNvPr>
          <p:cNvGrpSpPr/>
          <p:nvPr/>
        </p:nvGrpSpPr>
        <p:grpSpPr>
          <a:xfrm>
            <a:off x="3000564" y="5986366"/>
            <a:ext cx="457200" cy="457200"/>
            <a:chOff x="3427284" y="4128717"/>
            <a:chExt cx="457200" cy="457200"/>
          </a:xfrm>
        </p:grpSpPr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D0976E9E-F038-C283-08DC-9053F2E6648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CEEEACAA-0B7B-607E-4C2D-6F83FD3D695B}"/>
                </a:ext>
              </a:extLst>
            </p:cNvPr>
            <p:cNvSpPr txBox="1"/>
            <p:nvPr/>
          </p:nvSpPr>
          <p:spPr>
            <a:xfrm>
              <a:off x="35165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10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9" name="Text 17">
            <a:extLst>
              <a:ext uri="{FF2B5EF4-FFF2-40B4-BE49-F238E27FC236}">
                <a16:creationId xmlns:a16="http://schemas.microsoft.com/office/drawing/2014/main" id="{47613B05-9DBC-DD45-A37B-33C9766AD6B8}"/>
              </a:ext>
            </a:extLst>
          </p:cNvPr>
          <p:cNvSpPr txBox="1"/>
          <p:nvPr/>
        </p:nvSpPr>
        <p:spPr>
          <a:xfrm>
            <a:off x="9408297" y="421308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매출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0EA732C-B46C-DC27-2496-D20559C9E809}"/>
              </a:ext>
            </a:extLst>
          </p:cNvPr>
          <p:cNvGrpSpPr/>
          <p:nvPr/>
        </p:nvGrpSpPr>
        <p:grpSpPr>
          <a:xfrm>
            <a:off x="8864879" y="4111076"/>
            <a:ext cx="457200" cy="457200"/>
            <a:chOff x="3428198" y="4128717"/>
            <a:chExt cx="457200" cy="457200"/>
          </a:xfrm>
        </p:grpSpPr>
        <p:sp>
          <p:nvSpPr>
            <p:cNvPr id="21" name="Shape 15">
              <a:extLst>
                <a:ext uri="{FF2B5EF4-FFF2-40B4-BE49-F238E27FC236}">
                  <a16:creationId xmlns:a16="http://schemas.microsoft.com/office/drawing/2014/main" id="{4EF9778D-2151-6B5D-B8A8-1FBC99ED503C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4" name="Text 16">
              <a:extLst>
                <a:ext uri="{FF2B5EF4-FFF2-40B4-BE49-F238E27FC236}">
                  <a16:creationId xmlns:a16="http://schemas.microsoft.com/office/drawing/2014/main" id="{CEE1B8C6-0FBB-8234-3220-BC5DE537983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8" name="Shape 4">
            <a:extLst>
              <a:ext uri="{FF2B5EF4-FFF2-40B4-BE49-F238E27FC236}">
                <a16:creationId xmlns:a16="http://schemas.microsoft.com/office/drawing/2014/main" id="{6FA2389C-B27B-A981-53A2-F91850E4C3E2}"/>
              </a:ext>
            </a:extLst>
          </p:cNvPr>
          <p:cNvSpPr/>
          <p:nvPr/>
        </p:nvSpPr>
        <p:spPr>
          <a:xfrm>
            <a:off x="6449857" y="4885913"/>
            <a:ext cx="185086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C17F966B-4AD6-9075-8C97-07B1C47A710C}"/>
              </a:ext>
            </a:extLst>
          </p:cNvPr>
          <p:cNvSpPr txBox="1"/>
          <p:nvPr/>
        </p:nvSpPr>
        <p:spPr>
          <a:xfrm>
            <a:off x="6994738" y="566551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시설물 및 주차장 현황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7437CBF-6EBB-A13D-C7C0-93735C385E07}"/>
              </a:ext>
            </a:extLst>
          </p:cNvPr>
          <p:cNvGrpSpPr/>
          <p:nvPr/>
        </p:nvGrpSpPr>
        <p:grpSpPr>
          <a:xfrm>
            <a:off x="6451320" y="5563505"/>
            <a:ext cx="457200" cy="457200"/>
            <a:chOff x="3428198" y="4128717"/>
            <a:chExt cx="457200" cy="457200"/>
          </a:xfrm>
        </p:grpSpPr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08A1B7B5-53EA-0973-A8BE-14730EA339B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39" name="Text 16">
              <a:extLst>
                <a:ext uri="{FF2B5EF4-FFF2-40B4-BE49-F238E27FC236}">
                  <a16:creationId xmlns:a16="http://schemas.microsoft.com/office/drawing/2014/main" id="{8D7402B8-B171-7BA2-A867-85BBD41D4CB2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0" name="Text 5">
            <a:extLst>
              <a:ext uri="{FF2B5EF4-FFF2-40B4-BE49-F238E27FC236}">
                <a16:creationId xmlns:a16="http://schemas.microsoft.com/office/drawing/2014/main" id="{9868DA18-F1C0-A6F6-FAA5-EF74E71A58C2}"/>
              </a:ext>
            </a:extLst>
          </p:cNvPr>
          <p:cNvSpPr txBox="1"/>
          <p:nvPr/>
        </p:nvSpPr>
        <p:spPr>
          <a:xfrm>
            <a:off x="6881564" y="4971409"/>
            <a:ext cx="129437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공간 인프라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42" name="그래픽 41" descr="표식 단색으로 채워진">
            <a:extLst>
              <a:ext uri="{FF2B5EF4-FFF2-40B4-BE49-F238E27FC236}">
                <a16:creationId xmlns:a16="http://schemas.microsoft.com/office/drawing/2014/main" id="{EB821610-E61A-A973-C2AC-8B0ED7DC5B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94253" y="4922424"/>
            <a:ext cx="373396" cy="32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903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5B1D7-EE36-918A-8521-E72024FB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31D2674-E89A-99EE-2914-88D2EA58DEF8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19BB1E8F-E4AE-D1CC-DC16-68737D19AE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CC4A99-A094-A54E-F302-6131CFF9D24B}"/>
              </a:ext>
            </a:extLst>
          </p:cNvPr>
          <p:cNvSpPr txBox="1"/>
          <p:nvPr/>
        </p:nvSpPr>
        <p:spPr>
          <a:xfrm>
            <a:off x="908450" y="452513"/>
            <a:ext cx="897793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8FFA600F-8C36-F2F1-5944-9EEC2A7DBF7E}"/>
              </a:ext>
            </a:extLst>
          </p:cNvPr>
          <p:cNvSpPr txBox="1"/>
          <p:nvPr/>
        </p:nvSpPr>
        <p:spPr>
          <a:xfrm>
            <a:off x="484241" y="2202751"/>
            <a:ext cx="2704795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D287E316-A9EC-9CA7-8964-ED2B4D9A442B}"/>
              </a:ext>
            </a:extLst>
          </p:cNvPr>
          <p:cNvSpPr txBox="1"/>
          <p:nvPr/>
        </p:nvSpPr>
        <p:spPr>
          <a:xfrm>
            <a:off x="477461" y="1244010"/>
            <a:ext cx="2134211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endParaRPr lang="en-US" sz="6600" dirty="0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C7FD3C01-60A5-35C4-D529-B08137EA6E97}"/>
              </a:ext>
            </a:extLst>
          </p:cNvPr>
          <p:cNvSpPr/>
          <p:nvPr/>
        </p:nvSpPr>
        <p:spPr>
          <a:xfrm>
            <a:off x="3965482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7" name="Text 11">
            <a:extLst>
              <a:ext uri="{FF2B5EF4-FFF2-40B4-BE49-F238E27FC236}">
                <a16:creationId xmlns:a16="http://schemas.microsoft.com/office/drawing/2014/main" id="{A64662DE-45A5-2C04-6075-BE3A82A1C054}"/>
              </a:ext>
            </a:extLst>
          </p:cNvPr>
          <p:cNvSpPr txBox="1"/>
          <p:nvPr/>
        </p:nvSpPr>
        <p:spPr>
          <a:xfrm>
            <a:off x="3965482" y="1739433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2,260,871명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8973A713-3379-995A-4C6A-1AAE4D92C157}"/>
              </a:ext>
            </a:extLst>
          </p:cNvPr>
          <p:cNvSpPr txBox="1"/>
          <p:nvPr/>
        </p:nvSpPr>
        <p:spPr>
          <a:xfrm>
            <a:off x="3965482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25.7% ▲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50B586C-8B19-16E8-0C4F-9CFC88C454A0}"/>
              </a:ext>
            </a:extLst>
          </p:cNvPr>
          <p:cNvGrpSpPr/>
          <p:nvPr/>
        </p:nvGrpSpPr>
        <p:grpSpPr>
          <a:xfrm>
            <a:off x="4986274" y="1337650"/>
            <a:ext cx="1501582" cy="239413"/>
            <a:chOff x="4203253" y="1347175"/>
            <a:chExt cx="1501582" cy="239413"/>
          </a:xfrm>
        </p:grpSpPr>
        <p:sp>
          <p:nvSpPr>
            <p:cNvPr id="76" name="Text 10">
              <a:extLst>
                <a:ext uri="{FF2B5EF4-FFF2-40B4-BE49-F238E27FC236}">
                  <a16:creationId xmlns:a16="http://schemas.microsoft.com/office/drawing/2014/main" id="{4545BB39-7301-7F47-742B-C5C533F9BB47}"/>
                </a:ext>
              </a:extLst>
            </p:cNvPr>
            <p:cNvSpPr txBox="1"/>
            <p:nvPr/>
          </p:nvSpPr>
          <p:spPr>
            <a:xfrm>
              <a:off x="4572812" y="135716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총 방문인구</a:t>
              </a:r>
              <a:endPara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6" name="Image 5" descr="preencoded.png">
              <a:extLst>
                <a:ext uri="{FF2B5EF4-FFF2-40B4-BE49-F238E27FC236}">
                  <a16:creationId xmlns:a16="http://schemas.microsoft.com/office/drawing/2014/main" id="{5157CF06-4E7A-B19F-E6B9-78B11FFFF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 t="-863" b="-863"/>
            <a:stretch/>
          </p:blipFill>
          <p:spPr>
            <a:xfrm>
              <a:off x="4203253" y="1347175"/>
              <a:ext cx="291322" cy="237082"/>
            </a:xfrm>
            <a:prstGeom prst="rect">
              <a:avLst/>
            </a:prstGeom>
          </p:spPr>
        </p:pic>
      </p:grpSp>
      <p:sp>
        <p:nvSpPr>
          <p:cNvPr id="2" name="Shape 9">
            <a:extLst>
              <a:ext uri="{FF2B5EF4-FFF2-40B4-BE49-F238E27FC236}">
                <a16:creationId xmlns:a16="http://schemas.microsoft.com/office/drawing/2014/main" id="{FDFD054E-ED6F-A569-A085-4A17083E5518}"/>
              </a:ext>
            </a:extLst>
          </p:cNvPr>
          <p:cNvSpPr/>
          <p:nvPr/>
        </p:nvSpPr>
        <p:spPr>
          <a:xfrm>
            <a:off x="3965482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BA837E41-7CFA-1E9C-502C-DF6474B12696}"/>
              </a:ext>
            </a:extLst>
          </p:cNvPr>
          <p:cNvSpPr txBox="1"/>
          <p:nvPr/>
        </p:nvSpPr>
        <p:spPr>
          <a:xfrm>
            <a:off x="3965481" y="3655576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9월 27일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(354,225명)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71E100C2-8E03-1D26-339A-0E011E6113EF}"/>
              </a:ext>
            </a:extLst>
          </p:cNvPr>
          <p:cNvSpPr txBox="1"/>
          <p:nvPr/>
        </p:nvSpPr>
        <p:spPr>
          <a:xfrm>
            <a:off x="3965482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15.7%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F9F6AA23-960E-A50E-C70C-F71629A8AD79}"/>
              </a:ext>
            </a:extLst>
          </p:cNvPr>
          <p:cNvSpPr/>
          <p:nvPr/>
        </p:nvSpPr>
        <p:spPr>
          <a:xfrm>
            <a:off x="3896717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467EF4B2-7C41-2E3F-80FD-6CCA743371A6}"/>
              </a:ext>
            </a:extLst>
          </p:cNvPr>
          <p:cNvSpPr txBox="1"/>
          <p:nvPr/>
        </p:nvSpPr>
        <p:spPr>
          <a:xfrm>
            <a:off x="3896716" y="5571719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defRPr/>
            </a:pPr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00-06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(46,178명)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434538A8-D2C8-6D99-5BFF-73D6014F9D2C}"/>
              </a:ext>
            </a:extLst>
          </p:cNvPr>
          <p:cNvSpPr txBox="1"/>
          <p:nvPr/>
        </p:nvSpPr>
        <p:spPr>
          <a:xfrm>
            <a:off x="3896717" y="6160553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16.3%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DD4E4E5-DFDD-70EE-6B11-77A34537020B}"/>
              </a:ext>
            </a:extLst>
          </p:cNvPr>
          <p:cNvSpPr/>
          <p:nvPr/>
        </p:nvSpPr>
        <p:spPr>
          <a:xfrm>
            <a:off x="7765470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C469452E-9BE4-FA7B-C5DC-96BD807EE0FE}"/>
              </a:ext>
            </a:extLst>
          </p:cNvPr>
          <p:cNvSpPr txBox="1"/>
          <p:nvPr/>
        </p:nvSpPr>
        <p:spPr>
          <a:xfrm>
            <a:off x="7765471" y="1739433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2,472백만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2923BD59-54EC-99AC-3F91-6BA9B3E87361}"/>
              </a:ext>
            </a:extLst>
          </p:cNvPr>
          <p:cNvSpPr/>
          <p:nvPr/>
        </p:nvSpPr>
        <p:spPr>
          <a:xfrm>
            <a:off x="7765470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800E0D55-213E-E2A6-C27D-47E8A437E791}"/>
              </a:ext>
            </a:extLst>
          </p:cNvPr>
          <p:cNvSpPr txBox="1"/>
          <p:nvPr/>
        </p:nvSpPr>
        <p:spPr>
          <a:xfrm>
            <a:off x="7765469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30.9%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9">
            <a:extLst>
              <a:ext uri="{FF2B5EF4-FFF2-40B4-BE49-F238E27FC236}">
                <a16:creationId xmlns:a16="http://schemas.microsoft.com/office/drawing/2014/main" id="{3AEB552E-28D5-16CC-AD2B-B99518BE4EB4}"/>
              </a:ext>
            </a:extLst>
          </p:cNvPr>
          <p:cNvSpPr/>
          <p:nvPr/>
        </p:nvSpPr>
        <p:spPr>
          <a:xfrm>
            <a:off x="7765470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4B4DB938-9805-EF1A-FBA2-C86453DD66CD}"/>
              </a:ext>
            </a:extLst>
          </p:cNvPr>
          <p:cNvSpPr txBox="1"/>
          <p:nvPr/>
        </p:nvSpPr>
        <p:spPr>
          <a:xfrm>
            <a:off x="7765472" y="5571719"/>
            <a:ext cx="3543164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30대</a:t>
            </a:r>
            <a:endParaRPr lang="en-US" altLang="ko-KR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C824585C-2591-4F38-1D19-13AFF53219C4}"/>
              </a:ext>
            </a:extLst>
          </p:cNvPr>
          <p:cNvSpPr txBox="1"/>
          <p:nvPr/>
        </p:nvSpPr>
        <p:spPr>
          <a:xfrm>
            <a:off x="8798070" y="5179921"/>
            <a:ext cx="1847525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상위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및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대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31" name="Image 5" descr="preencoded.png">
            <a:extLst>
              <a:ext uri="{FF2B5EF4-FFF2-40B4-BE49-F238E27FC236}">
                <a16:creationId xmlns:a16="http://schemas.microsoft.com/office/drawing/2014/main" id="{49FBFCBA-0575-BEED-23C6-AFD415E5395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863" b="-863"/>
          <a:stretch/>
        </p:blipFill>
        <p:spPr>
          <a:xfrm>
            <a:off x="8428511" y="5169936"/>
            <a:ext cx="291322" cy="237082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8A21C8E5-6C85-475B-D9CB-453104C9B386}"/>
              </a:ext>
            </a:extLst>
          </p:cNvPr>
          <p:cNvGrpSpPr/>
          <p:nvPr/>
        </p:nvGrpSpPr>
        <p:grpSpPr>
          <a:xfrm>
            <a:off x="4973332" y="5179921"/>
            <a:ext cx="1389937" cy="251265"/>
            <a:chOff x="4172663" y="5208496"/>
            <a:chExt cx="1389937" cy="251265"/>
          </a:xfrm>
        </p:grpSpPr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A9B24AE1-9BCE-1C93-CD3D-595E4BFC5DA7}"/>
                </a:ext>
              </a:extLst>
            </p:cNvPr>
            <p:cNvSpPr txBox="1"/>
            <p:nvPr/>
          </p:nvSpPr>
          <p:spPr>
            <a:xfrm>
              <a:off x="4504047" y="5208496"/>
              <a:ext cx="105855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방문시간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8" name="Image 6" descr="preencoded.png">
              <a:extLst>
                <a:ext uri="{FF2B5EF4-FFF2-40B4-BE49-F238E27FC236}">
                  <a16:creationId xmlns:a16="http://schemas.microsoft.com/office/drawing/2014/main" id="{CF7B8772-6A6E-48BC-295B-BF187F7A1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/>
            <a:stretch/>
          </p:blipFill>
          <p:spPr>
            <a:xfrm>
              <a:off x="4172663" y="5211959"/>
              <a:ext cx="247802" cy="247802"/>
            </a:xfrm>
            <a:prstGeom prst="rect">
              <a:avLst/>
            </a:prstGeom>
          </p:spPr>
        </p:pic>
      </p:grpSp>
      <p:sp>
        <p:nvSpPr>
          <p:cNvPr id="23" name="Text 10">
            <a:extLst>
              <a:ext uri="{FF2B5EF4-FFF2-40B4-BE49-F238E27FC236}">
                <a16:creationId xmlns:a16="http://schemas.microsoft.com/office/drawing/2014/main" id="{3493A959-3049-B7DA-F18E-29E12EFE8595}"/>
              </a:ext>
            </a:extLst>
          </p:cNvPr>
          <p:cNvSpPr txBox="1"/>
          <p:nvPr/>
        </p:nvSpPr>
        <p:spPr>
          <a:xfrm>
            <a:off x="9177215" y="3263778"/>
            <a:ext cx="1132023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소비 업종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628E95A1-4378-D9DE-A3E9-353D7E21010E}"/>
              </a:ext>
            </a:extLst>
          </p:cNvPr>
          <p:cNvSpPr/>
          <p:nvPr/>
        </p:nvSpPr>
        <p:spPr>
          <a:xfrm>
            <a:off x="8778789" y="3322586"/>
            <a:ext cx="306267" cy="139212"/>
          </a:xfrm>
          <a:custGeom>
            <a:avLst/>
            <a:gdLst>
              <a:gd name="connsiteX0" fmla="*/ 285386 w 306267"/>
              <a:gd name="connsiteY0" fmla="*/ 107890 h 139212"/>
              <a:gd name="connsiteX1" fmla="*/ 274945 w 306267"/>
              <a:gd name="connsiteY1" fmla="*/ 118331 h 139212"/>
              <a:gd name="connsiteX2" fmla="*/ 34803 w 306267"/>
              <a:gd name="connsiteY2" fmla="*/ 118331 h 139212"/>
              <a:gd name="connsiteX3" fmla="*/ 20882 w 306267"/>
              <a:gd name="connsiteY3" fmla="*/ 104409 h 139212"/>
              <a:gd name="connsiteX4" fmla="*/ 20882 w 306267"/>
              <a:gd name="connsiteY4" fmla="*/ 34803 h 139212"/>
              <a:gd name="connsiteX5" fmla="*/ 34803 w 306267"/>
              <a:gd name="connsiteY5" fmla="*/ 20882 h 139212"/>
              <a:gd name="connsiteX6" fmla="*/ 274945 w 306267"/>
              <a:gd name="connsiteY6" fmla="*/ 20882 h 139212"/>
              <a:gd name="connsiteX7" fmla="*/ 285386 w 306267"/>
              <a:gd name="connsiteY7" fmla="*/ 31323 h 139212"/>
              <a:gd name="connsiteX8" fmla="*/ 285386 w 306267"/>
              <a:gd name="connsiteY8" fmla="*/ 107890 h 139212"/>
              <a:gd name="connsiteX9" fmla="*/ 0 w 306267"/>
              <a:gd name="connsiteY9" fmla="*/ 0 h 139212"/>
              <a:gd name="connsiteX10" fmla="*/ 0 w 306267"/>
              <a:gd name="connsiteY10" fmla="*/ 139213 h 139212"/>
              <a:gd name="connsiteX11" fmla="*/ 306268 w 306267"/>
              <a:gd name="connsiteY11" fmla="*/ 139213 h 139212"/>
              <a:gd name="connsiteX12" fmla="*/ 306268 w 306267"/>
              <a:gd name="connsiteY12" fmla="*/ 0 h 139212"/>
              <a:gd name="connsiteX13" fmla="*/ 0 w 306267"/>
              <a:gd name="connsiteY13" fmla="*/ 0 h 139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6267" h="139212">
                <a:moveTo>
                  <a:pt x="285386" y="107890"/>
                </a:moveTo>
                <a:lnTo>
                  <a:pt x="274945" y="118331"/>
                </a:lnTo>
                <a:lnTo>
                  <a:pt x="34803" y="118331"/>
                </a:lnTo>
                <a:lnTo>
                  <a:pt x="20882" y="104409"/>
                </a:lnTo>
                <a:lnTo>
                  <a:pt x="20882" y="34803"/>
                </a:lnTo>
                <a:lnTo>
                  <a:pt x="34803" y="20882"/>
                </a:lnTo>
                <a:lnTo>
                  <a:pt x="274945" y="20882"/>
                </a:lnTo>
                <a:lnTo>
                  <a:pt x="285386" y="31323"/>
                </a:lnTo>
                <a:lnTo>
                  <a:pt x="285386" y="107890"/>
                </a:lnTo>
                <a:close/>
                <a:moveTo>
                  <a:pt x="0" y="0"/>
                </a:moveTo>
                <a:lnTo>
                  <a:pt x="0" y="139213"/>
                </a:lnTo>
                <a:lnTo>
                  <a:pt x="306268" y="139213"/>
                </a:lnTo>
                <a:lnTo>
                  <a:pt x="306268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28CE80E-4C0D-618A-20CD-AC603AC827E9}"/>
              </a:ext>
            </a:extLst>
          </p:cNvPr>
          <p:cNvSpPr/>
          <p:nvPr/>
        </p:nvSpPr>
        <p:spPr>
          <a:xfrm>
            <a:off x="8904080" y="3357389"/>
            <a:ext cx="55685" cy="69606"/>
          </a:xfrm>
          <a:custGeom>
            <a:avLst/>
            <a:gdLst>
              <a:gd name="connsiteX0" fmla="*/ 55685 w 55685"/>
              <a:gd name="connsiteY0" fmla="*/ 34803 h 69606"/>
              <a:gd name="connsiteX1" fmla="*/ 27843 w 55685"/>
              <a:gd name="connsiteY1" fmla="*/ 69606 h 69606"/>
              <a:gd name="connsiteX2" fmla="*/ 0 w 55685"/>
              <a:gd name="connsiteY2" fmla="*/ 34803 h 69606"/>
              <a:gd name="connsiteX3" fmla="*/ 27843 w 55685"/>
              <a:gd name="connsiteY3" fmla="*/ 0 h 69606"/>
              <a:gd name="connsiteX4" fmla="*/ 55685 w 55685"/>
              <a:gd name="connsiteY4" fmla="*/ 34803 h 69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685" h="69606">
                <a:moveTo>
                  <a:pt x="55685" y="34803"/>
                </a:moveTo>
                <a:cubicBezTo>
                  <a:pt x="55685" y="54024"/>
                  <a:pt x="43219" y="69606"/>
                  <a:pt x="27843" y="69606"/>
                </a:cubicBezTo>
                <a:cubicBezTo>
                  <a:pt x="12466" y="69606"/>
                  <a:pt x="0" y="54024"/>
                  <a:pt x="0" y="34803"/>
                </a:cubicBezTo>
                <a:cubicBezTo>
                  <a:pt x="0" y="15582"/>
                  <a:pt x="12466" y="0"/>
                  <a:pt x="27843" y="0"/>
                </a:cubicBezTo>
                <a:cubicBezTo>
                  <a:pt x="43219" y="0"/>
                  <a:pt x="55685" y="15582"/>
                  <a:pt x="55685" y="34803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FE485491-363B-4E8E-900B-72960778A64B}"/>
              </a:ext>
            </a:extLst>
          </p:cNvPr>
          <p:cNvSpPr/>
          <p:nvPr/>
        </p:nvSpPr>
        <p:spPr>
          <a:xfrm>
            <a:off x="8834474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EB79CD3E-D2A7-1C50-00D5-E45D4ADC3BFC}"/>
              </a:ext>
            </a:extLst>
          </p:cNvPr>
          <p:cNvSpPr/>
          <p:nvPr/>
        </p:nvSpPr>
        <p:spPr>
          <a:xfrm>
            <a:off x="9008489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1EED1F51-C5BE-2EEE-A805-40A882BD3110}"/>
              </a:ext>
            </a:extLst>
          </p:cNvPr>
          <p:cNvSpPr/>
          <p:nvPr/>
        </p:nvSpPr>
        <p:spPr>
          <a:xfrm>
            <a:off x="8818464" y="3227922"/>
            <a:ext cx="201858" cy="76566"/>
          </a:xfrm>
          <a:custGeom>
            <a:avLst/>
            <a:gdLst>
              <a:gd name="connsiteX0" fmla="*/ 175756 w 201858"/>
              <a:gd name="connsiteY0" fmla="*/ 27494 h 76566"/>
              <a:gd name="connsiteX1" fmla="*/ 180976 w 201858"/>
              <a:gd name="connsiteY1" fmla="*/ 40720 h 76566"/>
              <a:gd name="connsiteX2" fmla="*/ 201858 w 201858"/>
              <a:gd name="connsiteY2" fmla="*/ 36543 h 76566"/>
              <a:gd name="connsiteX3" fmla="*/ 187241 w 201858"/>
              <a:gd name="connsiteY3" fmla="*/ 0 h 76566"/>
              <a:gd name="connsiteX4" fmla="*/ 0 w 201858"/>
              <a:gd name="connsiteY4" fmla="*/ 76567 h 76566"/>
              <a:gd name="connsiteX5" fmla="*/ 107194 w 201858"/>
              <a:gd name="connsiteY5" fmla="*/ 55337 h 76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858" h="76566">
                <a:moveTo>
                  <a:pt x="175756" y="27494"/>
                </a:moveTo>
                <a:lnTo>
                  <a:pt x="180976" y="40720"/>
                </a:lnTo>
                <a:lnTo>
                  <a:pt x="201858" y="36543"/>
                </a:lnTo>
                <a:lnTo>
                  <a:pt x="187241" y="0"/>
                </a:lnTo>
                <a:lnTo>
                  <a:pt x="0" y="76567"/>
                </a:lnTo>
                <a:lnTo>
                  <a:pt x="107194" y="55337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833E1DC6-69A4-9711-CBB0-771882FAFBA6}"/>
              </a:ext>
            </a:extLst>
          </p:cNvPr>
          <p:cNvSpPr/>
          <p:nvPr/>
        </p:nvSpPr>
        <p:spPr>
          <a:xfrm>
            <a:off x="8869277" y="3273166"/>
            <a:ext cx="185500" cy="35499"/>
          </a:xfrm>
          <a:custGeom>
            <a:avLst/>
            <a:gdLst>
              <a:gd name="connsiteX0" fmla="*/ 106846 w 185500"/>
              <a:gd name="connsiteY0" fmla="*/ 35499 h 35499"/>
              <a:gd name="connsiteX1" fmla="*/ 161835 w 185500"/>
              <a:gd name="connsiteY1" fmla="*/ 24710 h 35499"/>
              <a:gd name="connsiteX2" fmla="*/ 164271 w 185500"/>
              <a:gd name="connsiteY2" fmla="*/ 35499 h 35499"/>
              <a:gd name="connsiteX3" fmla="*/ 185501 w 185500"/>
              <a:gd name="connsiteY3" fmla="*/ 35499 h 35499"/>
              <a:gd name="connsiteX4" fmla="*/ 178540 w 185500"/>
              <a:gd name="connsiteY4" fmla="*/ 0 h 35499"/>
              <a:gd name="connsiteX5" fmla="*/ 0 w 185500"/>
              <a:gd name="connsiteY5" fmla="*/ 35499 h 35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500" h="35499">
                <a:moveTo>
                  <a:pt x="106846" y="35499"/>
                </a:moveTo>
                <a:lnTo>
                  <a:pt x="161835" y="24710"/>
                </a:lnTo>
                <a:lnTo>
                  <a:pt x="164271" y="35499"/>
                </a:lnTo>
                <a:lnTo>
                  <a:pt x="185501" y="35499"/>
                </a:lnTo>
                <a:lnTo>
                  <a:pt x="178540" y="0"/>
                </a:lnTo>
                <a:lnTo>
                  <a:pt x="0" y="35499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81A7616-0262-BF5C-1234-883E49F24BCA}"/>
              </a:ext>
            </a:extLst>
          </p:cNvPr>
          <p:cNvGrpSpPr/>
          <p:nvPr/>
        </p:nvGrpSpPr>
        <p:grpSpPr>
          <a:xfrm>
            <a:off x="8775565" y="1295510"/>
            <a:ext cx="1522976" cy="334110"/>
            <a:chOff x="7981847" y="1324085"/>
            <a:chExt cx="1522976" cy="334110"/>
          </a:xfrm>
        </p:grpSpPr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6F13BA97-2C21-9A6D-2E5E-FB32E79FB303}"/>
                </a:ext>
              </a:extLst>
            </p:cNvPr>
            <p:cNvSpPr txBox="1"/>
            <p:nvPr/>
          </p:nvSpPr>
          <p:spPr>
            <a:xfrm>
              <a:off x="8372800" y="137621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총 </a:t>
              </a:r>
              <a:r>
                <a:rPr lang="en-US" altLang="ko-KR" sz="1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매출액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02" name="그래픽 101" descr="동전 단색으로 채워진">
              <a:extLst>
                <a:ext uri="{FF2B5EF4-FFF2-40B4-BE49-F238E27FC236}">
                  <a16:creationId xmlns:a16="http://schemas.microsoft.com/office/drawing/2014/main" id="{7E9A279B-F0AA-061E-F9D0-E01A13A1B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81847" y="1324085"/>
              <a:ext cx="334110" cy="334110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FBEFBCF-D348-67E8-FB72-C7C4F1E8D810}"/>
              </a:ext>
            </a:extLst>
          </p:cNvPr>
          <p:cNvGrpSpPr/>
          <p:nvPr/>
        </p:nvGrpSpPr>
        <p:grpSpPr>
          <a:xfrm>
            <a:off x="5090654" y="3191858"/>
            <a:ext cx="1283297" cy="360952"/>
            <a:chOff x="4172663" y="3220433"/>
            <a:chExt cx="1283297" cy="360952"/>
          </a:xfrm>
        </p:grpSpPr>
        <p:sp>
          <p:nvSpPr>
            <p:cNvPr id="6" name="Text 10">
              <a:extLst>
                <a:ext uri="{FF2B5EF4-FFF2-40B4-BE49-F238E27FC236}">
                  <a16:creationId xmlns:a16="http://schemas.microsoft.com/office/drawing/2014/main" id="{B23B69BA-4B48-53AE-6A25-0D751D1F43E0}"/>
                </a:ext>
              </a:extLst>
            </p:cNvPr>
            <p:cNvSpPr txBox="1"/>
            <p:nvPr/>
          </p:nvSpPr>
          <p:spPr>
            <a:xfrm>
              <a:off x="4563287" y="3292353"/>
              <a:ext cx="89267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방문일</a:t>
              </a:r>
            </a:p>
          </p:txBody>
        </p:sp>
        <p:pic>
          <p:nvPicPr>
            <p:cNvPr id="112" name="그래픽 111" descr="일일 일정표 단색으로 채워진">
              <a:extLst>
                <a:ext uri="{FF2B5EF4-FFF2-40B4-BE49-F238E27FC236}">
                  <a16:creationId xmlns:a16="http://schemas.microsoft.com/office/drawing/2014/main" id="{5773CF81-1562-5C7C-525F-BFA99A2E6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72663" y="3220433"/>
              <a:ext cx="352501" cy="360952"/>
            </a:xfrm>
            <a:prstGeom prst="rect">
              <a:avLst/>
            </a:prstGeom>
          </p:spPr>
        </p:pic>
      </p:grpSp>
      <p:sp>
        <p:nvSpPr>
          <p:cNvPr id="9" name="Text 11">
            <a:extLst>
              <a:ext uri="{FF2B5EF4-FFF2-40B4-BE49-F238E27FC236}">
                <a16:creationId xmlns:a16="http://schemas.microsoft.com/office/drawing/2014/main" id="{2C9150AD-5276-D36D-2F6F-B420F2F1D716}"/>
              </a:ext>
            </a:extLst>
          </p:cNvPr>
          <p:cNvSpPr txBox="1"/>
          <p:nvPr/>
        </p:nvSpPr>
        <p:spPr>
          <a:xfrm>
            <a:off x="7765472" y="3655576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한식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60C3825C-E440-841D-4DB0-35A52A84D0FA}"/>
              </a:ext>
            </a:extLst>
          </p:cNvPr>
          <p:cNvSpPr txBox="1"/>
          <p:nvPr/>
        </p:nvSpPr>
        <p:spPr>
          <a:xfrm>
            <a:off x="7765468" y="6156427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27.3%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0C9BB245-060E-720F-BD0B-BA2508EC2061}"/>
              </a:ext>
            </a:extLst>
          </p:cNvPr>
          <p:cNvSpPr txBox="1"/>
          <p:nvPr/>
        </p:nvSpPr>
        <p:spPr>
          <a:xfrm>
            <a:off x="7765468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8.3% ▼</a:t>
            </a:r>
          </a:p>
        </p:txBody>
      </p:sp>
    </p:spTree>
    <p:extLst>
      <p:ext uri="{BB962C8B-B14F-4D97-AF65-F5344CB8AC3E}">
        <p14:creationId xmlns:p14="http://schemas.microsoft.com/office/powerpoint/2010/main" val="425966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1B91B-7717-D7E3-37BA-991454947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2">
            <a:extLst>
              <a:ext uri="{FF2B5EF4-FFF2-40B4-BE49-F238E27FC236}">
                <a16:creationId xmlns:a16="http://schemas.microsoft.com/office/drawing/2014/main" id="{2CF403DC-2B9A-799C-E940-3B67D2DD628A}"/>
              </a:ext>
            </a:extLst>
          </p:cNvPr>
          <p:cNvSpPr txBox="1"/>
          <p:nvPr/>
        </p:nvSpPr>
        <p:spPr>
          <a:xfrm>
            <a:off x="6303678" y="3204134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•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8903978C-AEF7-E09F-8ECD-C3D43098B7EE}"/>
              </a:ext>
            </a:extLst>
          </p:cNvPr>
          <p:cNvSpPr/>
          <p:nvPr/>
        </p:nvSpPr>
        <p:spPr>
          <a:xfrm>
            <a:off x="3769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C171BE6-E9A1-05CB-D3A8-CC03981E54F8}"/>
              </a:ext>
            </a:extLst>
          </p:cNvPr>
          <p:cNvSpPr txBox="1"/>
          <p:nvPr/>
        </p:nvSpPr>
        <p:spPr>
          <a:xfrm>
            <a:off x="520553" y="2586203"/>
            <a:ext cx="1024021" cy="18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C125783-E06B-4A0B-6C42-56228A59C297}"/>
              </a:ext>
            </a:extLst>
          </p:cNvPr>
          <p:cNvSpPr txBox="1"/>
          <p:nvPr/>
        </p:nvSpPr>
        <p:spPr>
          <a:xfrm>
            <a:off x="500233" y="2867837"/>
            <a:ext cx="17803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1,754,083명</a:t>
            </a:r>
            <a:endParaRPr lang="en-US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CE53D86-1042-5350-649D-B4D7C373F32C}"/>
              </a:ext>
            </a:extLst>
          </p:cNvPr>
          <p:cNvSpPr txBox="1"/>
          <p:nvPr/>
        </p:nvSpPr>
        <p:spPr>
          <a:xfrm>
            <a:off x="520553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C9D9C739-964C-5A7E-F2EA-8EC83195F788}"/>
              </a:ext>
            </a:extLst>
          </p:cNvPr>
          <p:cNvSpPr/>
          <p:nvPr/>
        </p:nvSpPr>
        <p:spPr>
          <a:xfrm>
            <a:off x="2269801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3138A3-5EEA-7D81-9BED-E00A3181D81C}"/>
              </a:ext>
            </a:extLst>
          </p:cNvPr>
          <p:cNvSpPr txBox="1"/>
          <p:nvPr/>
        </p:nvSpPr>
        <p:spPr>
          <a:xfrm>
            <a:off x="2412443" y="2586203"/>
            <a:ext cx="99107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BEEE7701-9E54-AB94-92AB-51E34AB49A9B}"/>
              </a:ext>
            </a:extLst>
          </p:cNvPr>
          <p:cNvSpPr txBox="1"/>
          <p:nvPr/>
        </p:nvSpPr>
        <p:spPr>
          <a:xfrm>
            <a:off x="2392123" y="2867837"/>
            <a:ext cx="174925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1,695,410명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12D984CB-AB95-BF91-FBFA-B3AB8600C564}"/>
              </a:ext>
            </a:extLst>
          </p:cNvPr>
          <p:cNvSpPr txBox="1"/>
          <p:nvPr/>
        </p:nvSpPr>
        <p:spPr>
          <a:xfrm>
            <a:off x="2412443" y="3252833"/>
            <a:ext cx="145905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1.7% ▼</a:t>
            </a:r>
            <a:endParaRPr lang="en-US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155D31AD-A02E-02B9-7158-44153DAC532A}"/>
              </a:ext>
            </a:extLst>
          </p:cNvPr>
          <p:cNvSpPr/>
          <p:nvPr/>
        </p:nvSpPr>
        <p:spPr>
          <a:xfrm>
            <a:off x="41616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19DE128-8E5C-F7BC-AC2C-8502B24655A0}"/>
              </a:ext>
            </a:extLst>
          </p:cNvPr>
          <p:cNvSpPr txBox="1"/>
          <p:nvPr/>
        </p:nvSpPr>
        <p:spPr>
          <a:xfrm>
            <a:off x="4304334" y="2586203"/>
            <a:ext cx="938026" cy="151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7355FB-EF05-1228-14A2-0FBFFE6C0F37}"/>
              </a:ext>
            </a:extLst>
          </p:cNvPr>
          <p:cNvSpPr txBox="1"/>
          <p:nvPr/>
        </p:nvSpPr>
        <p:spPr>
          <a:xfrm>
            <a:off x="4284014" y="2867837"/>
            <a:ext cx="17812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2,260,871명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908F5C79-876F-6DA2-9517-5D2B8361AFC2}"/>
              </a:ext>
            </a:extLst>
          </p:cNvPr>
          <p:cNvSpPr txBox="1"/>
          <p:nvPr/>
        </p:nvSpPr>
        <p:spPr>
          <a:xfrm>
            <a:off x="4304334" y="3241962"/>
            <a:ext cx="1604449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23.6% ▲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B6D1709B-7A69-217A-C8AD-BCCC79E2E136}"/>
              </a:ext>
            </a:extLst>
          </p:cNvPr>
          <p:cNvSpPr/>
          <p:nvPr/>
        </p:nvSpPr>
        <p:spPr>
          <a:xfrm>
            <a:off x="61989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1D477A68-A71E-B248-0EDE-41DC2D91DD77}"/>
              </a:ext>
            </a:extLst>
          </p:cNvPr>
          <p:cNvSpPr txBox="1"/>
          <p:nvPr/>
        </p:nvSpPr>
        <p:spPr>
          <a:xfrm>
            <a:off x="6342542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CE9F74C9-5E43-B015-E5B3-55362A8F013B}"/>
              </a:ext>
            </a:extLst>
          </p:cNvPr>
          <p:cNvSpPr txBox="1"/>
          <p:nvPr/>
        </p:nvSpPr>
        <p:spPr>
          <a:xfrm>
            <a:off x="6322222" y="2889575"/>
            <a:ext cx="18427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2,119백만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8C024CB2-1C3D-F046-7B87-E92D03320967}"/>
              </a:ext>
            </a:extLst>
          </p:cNvPr>
          <p:cNvSpPr txBox="1"/>
          <p:nvPr/>
        </p:nvSpPr>
        <p:spPr>
          <a:xfrm>
            <a:off x="6342542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2" name="Shape 34">
            <a:extLst>
              <a:ext uri="{FF2B5EF4-FFF2-40B4-BE49-F238E27FC236}">
                <a16:creationId xmlns:a16="http://schemas.microsoft.com/office/drawing/2014/main" id="{D824C0C6-314B-FA4E-4501-BA492985DB25}"/>
              </a:ext>
            </a:extLst>
          </p:cNvPr>
          <p:cNvSpPr/>
          <p:nvPr/>
        </p:nvSpPr>
        <p:spPr>
          <a:xfrm>
            <a:off x="8091788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3" name="Text 35">
            <a:extLst>
              <a:ext uri="{FF2B5EF4-FFF2-40B4-BE49-F238E27FC236}">
                <a16:creationId xmlns:a16="http://schemas.microsoft.com/office/drawing/2014/main" id="{35D5C376-1B51-F133-490F-D104F1FD7C66}"/>
              </a:ext>
            </a:extLst>
          </p:cNvPr>
          <p:cNvSpPr txBox="1"/>
          <p:nvPr/>
        </p:nvSpPr>
        <p:spPr>
          <a:xfrm>
            <a:off x="8233403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562F3BE7-4A46-35E8-5990-234CEF6F79EF}"/>
              </a:ext>
            </a:extLst>
          </p:cNvPr>
          <p:cNvSpPr txBox="1"/>
          <p:nvPr/>
        </p:nvSpPr>
        <p:spPr>
          <a:xfrm>
            <a:off x="8213083" y="2889575"/>
            <a:ext cx="174924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2,345백만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6" name="Text 37">
            <a:extLst>
              <a:ext uri="{FF2B5EF4-FFF2-40B4-BE49-F238E27FC236}">
                <a16:creationId xmlns:a16="http://schemas.microsoft.com/office/drawing/2014/main" id="{E830E4C5-C28E-064C-50A8-EDE70C87353D}"/>
              </a:ext>
            </a:extLst>
          </p:cNvPr>
          <p:cNvSpPr txBox="1"/>
          <p:nvPr/>
        </p:nvSpPr>
        <p:spPr>
          <a:xfrm>
            <a:off x="8233403" y="3263703"/>
            <a:ext cx="1688796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22.5% ▲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7" name="Shape 38">
            <a:extLst>
              <a:ext uri="{FF2B5EF4-FFF2-40B4-BE49-F238E27FC236}">
                <a16:creationId xmlns:a16="http://schemas.microsoft.com/office/drawing/2014/main" id="{8DE0C5D9-C458-55D3-8288-8778E723CDE3}"/>
              </a:ext>
            </a:extLst>
          </p:cNvPr>
          <p:cNvSpPr/>
          <p:nvPr/>
        </p:nvSpPr>
        <p:spPr>
          <a:xfrm>
            <a:off x="99836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27084E79-DF0A-EEB6-4BD8-7C0342227F9D}"/>
              </a:ext>
            </a:extLst>
          </p:cNvPr>
          <p:cNvSpPr txBox="1"/>
          <p:nvPr/>
        </p:nvSpPr>
        <p:spPr>
          <a:xfrm>
            <a:off x="10118744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9" name="Text 40">
            <a:extLst>
              <a:ext uri="{FF2B5EF4-FFF2-40B4-BE49-F238E27FC236}">
                <a16:creationId xmlns:a16="http://schemas.microsoft.com/office/drawing/2014/main" id="{C1A681C8-1C5C-C013-1963-6B1AF43F6792}"/>
              </a:ext>
            </a:extLst>
          </p:cNvPr>
          <p:cNvSpPr txBox="1"/>
          <p:nvPr/>
        </p:nvSpPr>
        <p:spPr>
          <a:xfrm>
            <a:off x="10098424" y="2889575"/>
            <a:ext cx="175682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2,472백만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2BAE204F-7211-19CC-A6F1-A9C6796B1FF0}"/>
              </a:ext>
            </a:extLst>
          </p:cNvPr>
          <p:cNvSpPr txBox="1"/>
          <p:nvPr/>
        </p:nvSpPr>
        <p:spPr>
          <a:xfrm>
            <a:off x="10118744" y="3274575"/>
            <a:ext cx="1756827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12.3% ▲</a:t>
            </a: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025975FB-9CFF-5DDA-D97C-94A3E307B9FC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989B879D-3FA5-5BC2-1CC2-7EE3CC40E7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BB33441-0819-CA51-A24D-11F881D1FD76}"/>
              </a:ext>
            </a:extLst>
          </p:cNvPr>
          <p:cNvSpPr txBox="1"/>
          <p:nvPr/>
        </p:nvSpPr>
        <p:spPr>
          <a:xfrm>
            <a:off x="908450" y="452513"/>
            <a:ext cx="1038122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2" name="Text 4">
            <a:extLst>
              <a:ext uri="{FF2B5EF4-FFF2-40B4-BE49-F238E27FC236}">
                <a16:creationId xmlns:a16="http://schemas.microsoft.com/office/drawing/2014/main" id="{C0942BE3-8163-7BE3-9066-603AAAE2DF54}"/>
              </a:ext>
            </a:extLst>
          </p:cNvPr>
          <p:cNvSpPr txBox="1"/>
          <p:nvPr/>
        </p:nvSpPr>
        <p:spPr>
          <a:xfrm>
            <a:off x="422948" y="1125355"/>
            <a:ext cx="5776032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개년 </a:t>
            </a: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</a:t>
            </a:r>
            <a:endParaRPr lang="en-US" sz="5400" dirty="0"/>
          </a:p>
        </p:txBody>
      </p:sp>
      <p:graphicFrame>
        <p:nvGraphicFramePr>
          <p:cNvPr id="13" name="SL4_chart_1">
            <a:extLst>
              <a:ext uri="{FF2B5EF4-FFF2-40B4-BE49-F238E27FC236}">
                <a16:creationId xmlns:a16="http://schemas.microsoft.com/office/drawing/2014/main" id="{7D736615-68A3-B45A-6587-13AC972526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9231483"/>
              </p:ext>
            </p:extLst>
          </p:nvPr>
        </p:nvGraphicFramePr>
        <p:xfrm>
          <a:off x="376993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SL4_chart_2">
            <a:extLst>
              <a:ext uri="{FF2B5EF4-FFF2-40B4-BE49-F238E27FC236}">
                <a16:creationId xmlns:a16="http://schemas.microsoft.com/office/drawing/2014/main" id="{AF408BF5-DD97-34E0-D5B5-AC3162DD0F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05852929"/>
              </p:ext>
            </p:extLst>
          </p:nvPr>
        </p:nvGraphicFramePr>
        <p:xfrm>
          <a:off x="6122308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095651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1EAE0-6A1D-21E1-18D2-00E48DECE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1">
            <a:extLst>
              <a:ext uri="{FF2B5EF4-FFF2-40B4-BE49-F238E27FC236}">
                <a16:creationId xmlns:a16="http://schemas.microsoft.com/office/drawing/2014/main" id="{38F3DFEF-7A27-A847-AB2B-4D2DAA5FD059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62FD58F2-3B51-BA9D-A26E-8F81DEB2E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470C775-3667-D1EB-B167-69A1D1E6202F}"/>
              </a:ext>
            </a:extLst>
          </p:cNvPr>
          <p:cNvSpPr txBox="1"/>
          <p:nvPr/>
        </p:nvSpPr>
        <p:spPr>
          <a:xfrm>
            <a:off x="908450" y="452513"/>
            <a:ext cx="924048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58" name="Shape 3">
            <a:extLst>
              <a:ext uri="{FF2B5EF4-FFF2-40B4-BE49-F238E27FC236}">
                <a16:creationId xmlns:a16="http://schemas.microsoft.com/office/drawing/2014/main" id="{B4FA75CC-5C46-3E29-867A-BF94C44E6EDF}"/>
              </a:ext>
            </a:extLst>
          </p:cNvPr>
          <p:cNvSpPr/>
          <p:nvPr/>
        </p:nvSpPr>
        <p:spPr>
          <a:xfrm>
            <a:off x="488426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" descr="preencoded.png">
            <a:extLst>
              <a:ext uri="{FF2B5EF4-FFF2-40B4-BE49-F238E27FC236}">
                <a16:creationId xmlns:a16="http://schemas.microsoft.com/office/drawing/2014/main" id="{4533C02D-A5CD-93ED-5AC9-A605067386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602726" y="1249643"/>
            <a:ext cx="142646" cy="114300"/>
          </a:xfrm>
          <a:prstGeom prst="rect">
            <a:avLst/>
          </a:prstGeom>
        </p:spPr>
      </p:pic>
      <p:sp>
        <p:nvSpPr>
          <p:cNvPr id="60" name="Text 4">
            <a:extLst>
              <a:ext uri="{FF2B5EF4-FFF2-40B4-BE49-F238E27FC236}">
                <a16:creationId xmlns:a16="http://schemas.microsoft.com/office/drawing/2014/main" id="{535EF840-7518-FFF8-8932-7267E7582ADE}"/>
              </a:ext>
            </a:extLst>
          </p:cNvPr>
          <p:cNvSpPr txBox="1"/>
          <p:nvPr/>
        </p:nvSpPr>
        <p:spPr>
          <a:xfrm>
            <a:off x="783777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01</a:t>
            </a:r>
            <a:endParaRPr lang="en-US" sz="900" dirty="0"/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3DC2380B-F131-AC6A-432F-2432E1458A9F}"/>
              </a:ext>
            </a:extLst>
          </p:cNvPr>
          <p:cNvSpPr txBox="1"/>
          <p:nvPr/>
        </p:nvSpPr>
        <p:spPr>
          <a:xfrm>
            <a:off x="488426" y="1569051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5400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ABCBA5E7-1BC8-1635-65A6-3DAC98B2A625}"/>
              </a:ext>
            </a:extLst>
          </p:cNvPr>
          <p:cNvSpPr txBox="1"/>
          <p:nvPr/>
        </p:nvSpPr>
        <p:spPr>
          <a:xfrm>
            <a:off x="489035" y="2210255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요약</a:t>
            </a:r>
            <a:endParaRPr lang="en-US" sz="54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660B4E13-E85E-54C3-55F5-E0AE679DD275}"/>
              </a:ext>
            </a:extLst>
          </p:cNvPr>
          <p:cNvSpPr/>
          <p:nvPr/>
        </p:nvSpPr>
        <p:spPr>
          <a:xfrm>
            <a:off x="524967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BB7477AB-50FF-3179-F02A-3F0B4C9DC751}"/>
              </a:ext>
            </a:extLst>
          </p:cNvPr>
          <p:cNvSpPr txBox="1"/>
          <p:nvPr/>
        </p:nvSpPr>
        <p:spPr>
          <a:xfrm>
            <a:off x="646676" y="3305175"/>
            <a:ext cx="722222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D32203F1-06F5-8E0A-8924-CF0D5EDBD684}"/>
              </a:ext>
            </a:extLst>
          </p:cNvPr>
          <p:cNvSpPr txBox="1"/>
          <p:nvPr/>
        </p:nvSpPr>
        <p:spPr>
          <a:xfrm>
            <a:off x="628484" y="3530664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2,260,871명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492F7BC1-4378-BEE1-06A8-2AD89F271480}"/>
              </a:ext>
            </a:extLst>
          </p:cNvPr>
          <p:cNvSpPr txBox="1"/>
          <p:nvPr/>
        </p:nvSpPr>
        <p:spPr>
          <a:xfrm>
            <a:off x="639268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25.7% ▲</a:t>
            </a:r>
            <a:endParaRPr lang="en-US" sz="800" b="1" dirty="0">
              <a:solidFill>
                <a:srgbClr val="E74C3C"/>
              </a:solidFill>
            </a:endParaRPr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CED1EFD-598B-CD26-0A60-3CFFF7B0FFA7}"/>
              </a:ext>
            </a:extLst>
          </p:cNvPr>
          <p:cNvSpPr/>
          <p:nvPr/>
        </p:nvSpPr>
        <p:spPr>
          <a:xfrm>
            <a:off x="2621351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2CA5D75C-A98D-368D-A602-0361C09423D5}"/>
              </a:ext>
            </a:extLst>
          </p:cNvPr>
          <p:cNvSpPr txBox="1"/>
          <p:nvPr/>
        </p:nvSpPr>
        <p:spPr>
          <a:xfrm>
            <a:off x="2743060" y="3304479"/>
            <a:ext cx="78896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방문일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9EC79223-AE6F-02F3-3357-A3D62E58668C}"/>
              </a:ext>
            </a:extLst>
          </p:cNvPr>
          <p:cNvSpPr txBox="1"/>
          <p:nvPr/>
        </p:nvSpPr>
        <p:spPr>
          <a:xfrm>
            <a:off x="2724867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9월 27일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(354,225명)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DC80D690-AA33-3F26-BCC3-322F789B497E}"/>
              </a:ext>
            </a:extLst>
          </p:cNvPr>
          <p:cNvSpPr txBox="1"/>
          <p:nvPr/>
        </p:nvSpPr>
        <p:spPr>
          <a:xfrm>
            <a:off x="2735652" y="3916272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15.7%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800" dirty="0">
              <a:solidFill>
                <a:srgbClr val="51545A"/>
              </a:solidFill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B282DFF4-30E6-4F27-1592-33925EADDA48}"/>
              </a:ext>
            </a:extLst>
          </p:cNvPr>
          <p:cNvSpPr/>
          <p:nvPr/>
        </p:nvSpPr>
        <p:spPr>
          <a:xfrm>
            <a:off x="524966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96C59E89-A719-9D2A-A49B-8FCF33CCDCC7}"/>
              </a:ext>
            </a:extLst>
          </p:cNvPr>
          <p:cNvSpPr txBox="1"/>
          <p:nvPr/>
        </p:nvSpPr>
        <p:spPr>
          <a:xfrm>
            <a:off x="646675" y="4461254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</a:t>
            </a:r>
            <a:r>
              <a:rPr lang="ko-KR" altLang="en-US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성연령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6112B101-062D-376D-D470-76401F3C1E43}"/>
              </a:ext>
            </a:extLst>
          </p:cNvPr>
          <p:cNvSpPr txBox="1"/>
          <p:nvPr/>
        </p:nvSpPr>
        <p:spPr>
          <a:xfrm>
            <a:off x="628483" y="4686743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60대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D98D9AA-FBB4-1828-EF32-287EA5DC42D8}"/>
              </a:ext>
            </a:extLst>
          </p:cNvPr>
          <p:cNvSpPr txBox="1"/>
          <p:nvPr/>
        </p:nvSpPr>
        <p:spPr>
          <a:xfrm>
            <a:off x="639266" y="5073047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19.7%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61DFBF88-3CF5-B592-CF5A-61B1C2A33659}"/>
              </a:ext>
            </a:extLst>
          </p:cNvPr>
          <p:cNvSpPr/>
          <p:nvPr/>
        </p:nvSpPr>
        <p:spPr>
          <a:xfrm>
            <a:off x="2621350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27A310DF-D7BF-6DBF-41A4-21165E057A01}"/>
              </a:ext>
            </a:extLst>
          </p:cNvPr>
          <p:cNvSpPr txBox="1"/>
          <p:nvPr/>
        </p:nvSpPr>
        <p:spPr>
          <a:xfrm>
            <a:off x="2743059" y="4461254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시간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D6974241-5AC7-3F2A-D9B4-F06D73934197}"/>
              </a:ext>
            </a:extLst>
          </p:cNvPr>
          <p:cNvSpPr txBox="1"/>
          <p:nvPr/>
        </p:nvSpPr>
        <p:spPr>
          <a:xfrm>
            <a:off x="2724867" y="4686743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00-06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46,178명)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7FC5EB88-5C59-0666-5603-395A4773E40A}"/>
              </a:ext>
            </a:extLst>
          </p:cNvPr>
          <p:cNvSpPr txBox="1"/>
          <p:nvPr/>
        </p:nvSpPr>
        <p:spPr>
          <a:xfrm>
            <a:off x="2735650" y="5073047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16.3%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311A87D9-6BEE-D7B6-F666-76094894C91B}"/>
              </a:ext>
            </a:extLst>
          </p:cNvPr>
          <p:cNvSpPr/>
          <p:nvPr/>
        </p:nvSpPr>
        <p:spPr>
          <a:xfrm>
            <a:off x="524967" y="547498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AA9D75A-5921-0C85-367E-C57965E25871}"/>
              </a:ext>
            </a:extLst>
          </p:cNvPr>
          <p:cNvSpPr txBox="1"/>
          <p:nvPr/>
        </p:nvSpPr>
        <p:spPr>
          <a:xfrm>
            <a:off x="646676" y="5617029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유입 지역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836D6D93-3F68-1175-A26F-F97CECAD0CB7}"/>
              </a:ext>
            </a:extLst>
          </p:cNvPr>
          <p:cNvSpPr txBox="1"/>
          <p:nvPr/>
        </p:nvSpPr>
        <p:spPr>
          <a:xfrm>
            <a:off x="628484" y="5842518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endParaRPr lang="en-US" altLang="ko-KR" sz="16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8506E11E-DDA4-08FC-9710-5F14CAB60370}"/>
              </a:ext>
            </a:extLst>
          </p:cNvPr>
          <p:cNvSpPr txBox="1"/>
          <p:nvPr/>
        </p:nvSpPr>
        <p:spPr>
          <a:xfrm>
            <a:off x="639267" y="6228822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59.2%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9EE54A27-7652-C096-7E54-92D5639BCCC9}"/>
              </a:ext>
            </a:extLst>
          </p:cNvPr>
          <p:cNvSpPr/>
          <p:nvPr/>
        </p:nvSpPr>
        <p:spPr>
          <a:xfrm>
            <a:off x="2621351" y="54845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C353CFDB-CE36-E544-0425-E01B6B3C2BC0}"/>
              </a:ext>
            </a:extLst>
          </p:cNvPr>
          <p:cNvSpPr txBox="1"/>
          <p:nvPr/>
        </p:nvSpPr>
        <p:spPr>
          <a:xfrm>
            <a:off x="2743060" y="5626554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 방문객 수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EEDB68B9-A5AB-FAA7-AF5E-CB6E86910FDF}"/>
              </a:ext>
            </a:extLst>
          </p:cNvPr>
          <p:cNvSpPr txBox="1"/>
          <p:nvPr/>
        </p:nvSpPr>
        <p:spPr>
          <a:xfrm>
            <a:off x="2724868" y="5852043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150,352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6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EB43D4B7-1155-5340-9FC6-D4DDCB57BC79}"/>
              </a:ext>
            </a:extLst>
          </p:cNvPr>
          <p:cNvSpPr txBox="1"/>
          <p:nvPr/>
        </p:nvSpPr>
        <p:spPr>
          <a:xfrm>
            <a:off x="2735651" y="6238347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6.7%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" name="Shape 31">
            <a:extLst>
              <a:ext uri="{FF2B5EF4-FFF2-40B4-BE49-F238E27FC236}">
                <a16:creationId xmlns:a16="http://schemas.microsoft.com/office/drawing/2014/main" id="{20D001FE-2120-F095-2311-7CC3F80EE83B}"/>
              </a:ext>
            </a:extLst>
          </p:cNvPr>
          <p:cNvSpPr/>
          <p:nvPr/>
        </p:nvSpPr>
        <p:spPr>
          <a:xfrm>
            <a:off x="4930050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3">
            <a:extLst>
              <a:ext uri="{FF2B5EF4-FFF2-40B4-BE49-F238E27FC236}">
                <a16:creationId xmlns:a16="http://schemas.microsoft.com/office/drawing/2014/main" id="{BCD3BDD8-DEC0-752E-1A9F-33D2E53AC6D5}"/>
              </a:ext>
            </a:extLst>
          </p:cNvPr>
          <p:cNvSpPr/>
          <p:nvPr/>
        </p:nvSpPr>
        <p:spPr>
          <a:xfrm>
            <a:off x="8340762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Text 34">
            <a:extLst>
              <a:ext uri="{FF2B5EF4-FFF2-40B4-BE49-F238E27FC236}">
                <a16:creationId xmlns:a16="http://schemas.microsoft.com/office/drawing/2014/main" id="{FCBC1351-5DB3-D563-FD55-2E251E0EFEA6}"/>
              </a:ext>
            </a:extLst>
          </p:cNvPr>
          <p:cNvSpPr txBox="1"/>
          <p:nvPr/>
        </p:nvSpPr>
        <p:spPr>
          <a:xfrm>
            <a:off x="9477361" y="132663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CEE33292-5771-8930-739B-B62F960752FD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SL5_chart_2">
            <a:extLst>
              <a:ext uri="{FF2B5EF4-FFF2-40B4-BE49-F238E27FC236}">
                <a16:creationId xmlns:a16="http://schemas.microsoft.com/office/drawing/2014/main" id="{DE195154-D30E-8930-DCDB-228993D146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083934"/>
              </p:ext>
            </p:extLst>
          </p:nvPr>
        </p:nvGraphicFramePr>
        <p:xfrm>
          <a:off x="8460073" y="1249831"/>
          <a:ext cx="2992232" cy="14526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SL5_chart_6">
            <a:extLst>
              <a:ext uri="{FF2B5EF4-FFF2-40B4-BE49-F238E27FC236}">
                <a16:creationId xmlns:a16="http://schemas.microsoft.com/office/drawing/2014/main" id="{6EE3FD15-1EA7-4A1B-9CF0-41CE306C4D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9765981"/>
              </p:ext>
            </p:extLst>
          </p:nvPr>
        </p:nvGraphicFramePr>
        <p:xfrm>
          <a:off x="4970703" y="4692675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Shape 35">
            <a:extLst>
              <a:ext uri="{FF2B5EF4-FFF2-40B4-BE49-F238E27FC236}">
                <a16:creationId xmlns:a16="http://schemas.microsoft.com/office/drawing/2014/main" id="{EDC09230-BD71-5948-0E22-B497A9E288B6}"/>
              </a:ext>
            </a:extLst>
          </p:cNvPr>
          <p:cNvSpPr/>
          <p:nvPr/>
        </p:nvSpPr>
        <p:spPr>
          <a:xfrm>
            <a:off x="4930050" y="2800784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5_chart_5">
            <a:extLst>
              <a:ext uri="{FF2B5EF4-FFF2-40B4-BE49-F238E27FC236}">
                <a16:creationId xmlns:a16="http://schemas.microsoft.com/office/drawing/2014/main" id="{045FB256-1F8D-188A-D7A9-4F8FD548F5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99234555"/>
              </p:ext>
            </p:extLst>
          </p:nvPr>
        </p:nvGraphicFramePr>
        <p:xfrm>
          <a:off x="4970703" y="2800784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0" name="SL5_chart_1">
            <a:extLst>
              <a:ext uri="{FF2B5EF4-FFF2-40B4-BE49-F238E27FC236}">
                <a16:creationId xmlns:a16="http://schemas.microsoft.com/office/drawing/2014/main" id="{5A4BB5B3-DE3D-89AC-9787-042321F563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5194919"/>
              </p:ext>
            </p:extLst>
          </p:nvPr>
        </p:nvGraphicFramePr>
        <p:xfrm>
          <a:off x="4119107" y="1254712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2" name="SL5_chart_4">
            <a:extLst>
              <a:ext uri="{FF2B5EF4-FFF2-40B4-BE49-F238E27FC236}">
                <a16:creationId xmlns:a16="http://schemas.microsoft.com/office/drawing/2014/main" id="{67B84F63-2B4B-B731-E5A4-EA08B7DD68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8824461"/>
              </p:ext>
            </p:extLst>
          </p:nvPr>
        </p:nvGraphicFramePr>
        <p:xfrm>
          <a:off x="6062855" y="1250334"/>
          <a:ext cx="3150823" cy="14271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1" name="SL5_chart_3">
            <a:extLst>
              <a:ext uri="{FF2B5EF4-FFF2-40B4-BE49-F238E27FC236}">
                <a16:creationId xmlns:a16="http://schemas.microsoft.com/office/drawing/2014/main" id="{8A95D412-CD27-39D6-7719-DDB391A8A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1378649"/>
              </p:ext>
            </p:extLst>
          </p:nvPr>
        </p:nvGraphicFramePr>
        <p:xfrm>
          <a:off x="5184676" y="1250373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3706943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F26C4-31F0-493F-C782-AAB5BA739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68631C63-1A7F-0794-BCA6-29CF62A34963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  <a:endParaRPr lang="en-US" dirty="0"/>
          </a:p>
        </p:txBody>
      </p:sp>
      <p:sp>
        <p:nvSpPr>
          <p:cNvPr id="3" name="Shape 11">
            <a:extLst>
              <a:ext uri="{FF2B5EF4-FFF2-40B4-BE49-F238E27FC236}">
                <a16:creationId xmlns:a16="http://schemas.microsoft.com/office/drawing/2014/main" id="{17485F9E-6277-46FB-4162-FA854F86D177}"/>
              </a:ext>
            </a:extLst>
          </p:cNvPr>
          <p:cNvSpPr/>
          <p:nvPr/>
        </p:nvSpPr>
        <p:spPr>
          <a:xfrm>
            <a:off x="1110673" y="4120762"/>
            <a:ext cx="45709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2">
            <a:extLst>
              <a:ext uri="{FF2B5EF4-FFF2-40B4-BE49-F238E27FC236}">
                <a16:creationId xmlns:a16="http://schemas.microsoft.com/office/drawing/2014/main" id="{692F233C-D977-29EE-5EFE-8F83930161AB}"/>
              </a:ext>
            </a:extLst>
          </p:cNvPr>
          <p:cNvSpPr/>
          <p:nvPr/>
        </p:nvSpPr>
        <p:spPr>
          <a:xfrm>
            <a:off x="1127486" y="4120761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47E8F4B-A70A-689D-7FFE-27FF230F54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4358735"/>
            <a:ext cx="114300" cy="114300"/>
          </a:xfrm>
          <a:prstGeom prst="rect">
            <a:avLst/>
          </a:prstGeom>
        </p:spPr>
      </p:pic>
      <p:sp>
        <p:nvSpPr>
          <p:cNvPr id="7" name="Text 13">
            <a:extLst>
              <a:ext uri="{FF2B5EF4-FFF2-40B4-BE49-F238E27FC236}">
                <a16:creationId xmlns:a16="http://schemas.microsoft.com/office/drawing/2014/main" id="{DE0143A9-1137-66B1-C5DC-CB599608BB34}"/>
              </a:ext>
            </a:extLst>
          </p:cNvPr>
          <p:cNvSpPr txBox="1"/>
          <p:nvPr/>
        </p:nvSpPr>
        <p:spPr>
          <a:xfrm>
            <a:off x="1434957" y="4320635"/>
            <a:ext cx="362989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sz="1500" dirty="0"/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4E123FB9-2386-9F3F-1584-17EFC78177E2}"/>
              </a:ext>
            </a:extLst>
          </p:cNvPr>
          <p:cNvSpPr txBox="1"/>
          <p:nvPr/>
        </p:nvSpPr>
        <p:spPr>
          <a:xfrm>
            <a:off x="4533707" y="4310807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27.4% ▲</a:t>
            </a:r>
            <a:endParaRPr lang="en-US" sz="1500" dirty="0"/>
          </a:p>
        </p:txBody>
      </p:sp>
      <p:sp>
        <p:nvSpPr>
          <p:cNvPr id="10" name="Shape 15">
            <a:extLst>
              <a:ext uri="{FF2B5EF4-FFF2-40B4-BE49-F238E27FC236}">
                <a16:creationId xmlns:a16="http://schemas.microsoft.com/office/drawing/2014/main" id="{3AB8CED6-36C8-6B44-A533-559D643DFA2A}"/>
              </a:ext>
            </a:extLst>
          </p:cNvPr>
          <p:cNvSpPr/>
          <p:nvPr/>
        </p:nvSpPr>
        <p:spPr>
          <a:xfrm>
            <a:off x="1110675" y="4854776"/>
            <a:ext cx="4570916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5366082A-198C-6841-14B9-0532CE8A09D4}"/>
              </a:ext>
            </a:extLst>
          </p:cNvPr>
          <p:cNvSpPr/>
          <p:nvPr/>
        </p:nvSpPr>
        <p:spPr>
          <a:xfrm>
            <a:off x="1129876" y="486684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4" descr="preencoded.png">
            <a:extLst>
              <a:ext uri="{FF2B5EF4-FFF2-40B4-BE49-F238E27FC236}">
                <a16:creationId xmlns:a16="http://schemas.microsoft.com/office/drawing/2014/main" id="{6680832F-C5F8-9A3A-D238-839E2B27C4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5073850"/>
            <a:ext cx="114300" cy="114300"/>
          </a:xfrm>
          <a:prstGeom prst="rect">
            <a:avLst/>
          </a:prstGeom>
        </p:spPr>
      </p:pic>
      <p:sp>
        <p:nvSpPr>
          <p:cNvPr id="15" name="Text 17">
            <a:extLst>
              <a:ext uri="{FF2B5EF4-FFF2-40B4-BE49-F238E27FC236}">
                <a16:creationId xmlns:a16="http://schemas.microsoft.com/office/drawing/2014/main" id="{475F6AC2-3A90-9A21-371A-AA3F48C43929}"/>
              </a:ext>
            </a:extLst>
          </p:cNvPr>
          <p:cNvSpPr txBox="1"/>
          <p:nvPr/>
        </p:nvSpPr>
        <p:spPr>
          <a:xfrm>
            <a:off x="1434958" y="5035750"/>
            <a:ext cx="334414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여성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altLang="ko-KR" sz="15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DDB802F-D665-D4F1-53D1-DCE3E491633D}"/>
              </a:ext>
            </a:extLst>
          </p:cNvPr>
          <p:cNvSpPr txBox="1"/>
          <p:nvPr/>
        </p:nvSpPr>
        <p:spPr>
          <a:xfrm>
            <a:off x="4533706" y="5024729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24.2% ▲</a:t>
            </a:r>
            <a:endParaRPr lang="en-US" sz="1500" dirty="0">
              <a:solidFill>
                <a:srgbClr val="0070C0"/>
              </a:solidFill>
            </a:endParaRPr>
          </a:p>
        </p:txBody>
      </p:sp>
      <p:graphicFrame>
        <p:nvGraphicFramePr>
          <p:cNvPr id="23" name="SL6_chart">
            <a:extLst>
              <a:ext uri="{FF2B5EF4-FFF2-40B4-BE49-F238E27FC236}">
                <a16:creationId xmlns:a16="http://schemas.microsoft.com/office/drawing/2014/main" id="{DFC82010-E48E-012C-0C79-D758006351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5426964"/>
              </p:ext>
            </p:extLst>
          </p:nvPr>
        </p:nvGraphicFramePr>
        <p:xfrm>
          <a:off x="5373892" y="892850"/>
          <a:ext cx="7525661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7" name="타원 36">
            <a:extLst>
              <a:ext uri="{FF2B5EF4-FFF2-40B4-BE49-F238E27FC236}">
                <a16:creationId xmlns:a16="http://schemas.microsoft.com/office/drawing/2014/main" id="{98607246-B5B7-091D-4256-67D8B4246D85}"/>
              </a:ext>
            </a:extLst>
          </p:cNvPr>
          <p:cNvSpPr/>
          <p:nvPr/>
        </p:nvSpPr>
        <p:spPr>
          <a:xfrm>
            <a:off x="8499823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665418D-AC37-75DD-0E42-577209FAA061}"/>
              </a:ext>
            </a:extLst>
          </p:cNvPr>
          <p:cNvSpPr/>
          <p:nvPr/>
        </p:nvSpPr>
        <p:spPr>
          <a:xfrm>
            <a:off x="9809511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90FC552-E239-866F-5C7D-114A3FFC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8524420" y="-616175"/>
            <a:ext cx="71280" cy="204538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05A152C-56DE-51CD-E4C2-F25DC469C5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9832782" y="-617266"/>
            <a:ext cx="71280" cy="204538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07F6068D-34D9-8304-4DB0-8047CED96BE4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</a:t>
            </a:r>
            <a:r>
              <a:rPr 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F9F6AC2-FFD8-1322-A4DC-A193BC9FDD27}"/>
              </a:ext>
            </a:extLst>
          </p:cNvPr>
          <p:cNvSpPr txBox="1"/>
          <p:nvPr/>
        </p:nvSpPr>
        <p:spPr>
          <a:xfrm>
            <a:off x="1564705" y="2134120"/>
            <a:ext cx="17759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여성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E9E6E06-138E-6657-0F6E-3DF05B56BA9F}"/>
              </a:ext>
            </a:extLst>
          </p:cNvPr>
          <p:cNvSpPr txBox="1"/>
          <p:nvPr/>
        </p:nvSpPr>
        <p:spPr>
          <a:xfrm>
            <a:off x="1015963" y="2758122"/>
            <a:ext cx="4878076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4.7% 더 </a:t>
            </a:r>
            <a:r>
              <a:rPr lang="en-US" sz="4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400" dirty="0">
              <a:solidFill>
                <a:srgbClr val="1F4E79"/>
              </a:solidFill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D84EB3FB-E2B6-89C2-FBB7-53E6CF26E71E}"/>
              </a:ext>
            </a:extLst>
          </p:cNvPr>
          <p:cNvSpPr txBox="1"/>
          <p:nvPr/>
        </p:nvSpPr>
        <p:spPr>
          <a:xfrm>
            <a:off x="3258389" y="2186952"/>
            <a:ext cx="2183726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남성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보다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94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0A2D6-6565-C058-2ECB-D6239687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3D1E38A1-04CC-31E8-DF10-3E44FABA0106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얼마나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3C219CC4-3B7C-C4D5-4794-863ACA95F836}"/>
              </a:ext>
            </a:extLst>
          </p:cNvPr>
          <p:cNvSpPr txBox="1"/>
          <p:nvPr/>
        </p:nvSpPr>
        <p:spPr>
          <a:xfrm>
            <a:off x="11877401" y="71538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625F079-51FC-E31E-FD39-10D0149CB0F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  <a:endParaRPr lang="en-US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35698DA-149E-4710-7817-28929D6D1B35}"/>
              </a:ext>
            </a:extLst>
          </p:cNvPr>
          <p:cNvGrpSpPr/>
          <p:nvPr/>
        </p:nvGrpSpPr>
        <p:grpSpPr>
          <a:xfrm>
            <a:off x="5616606" y="1520280"/>
            <a:ext cx="6165595" cy="4815334"/>
            <a:chOff x="5473700" y="1206499"/>
            <a:chExt cx="6165595" cy="481533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7EA0B52-81CE-B703-4F10-A42EB931A5CA}"/>
                </a:ext>
              </a:extLst>
            </p:cNvPr>
            <p:cNvSpPr/>
            <p:nvPr/>
          </p:nvSpPr>
          <p:spPr>
            <a:xfrm>
              <a:off x="5473700" y="1206499"/>
              <a:ext cx="6165595" cy="4815334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DCD9BBC-0AD2-0802-B9EF-814E735A9C2F}"/>
                </a:ext>
              </a:extLst>
            </p:cNvPr>
            <p:cNvGrpSpPr/>
            <p:nvPr/>
          </p:nvGrpSpPr>
          <p:grpSpPr>
            <a:xfrm>
              <a:off x="8947302" y="5793617"/>
              <a:ext cx="2136953" cy="162763"/>
              <a:chOff x="9375853" y="5982987"/>
              <a:chExt cx="2136953" cy="162763"/>
            </a:xfrm>
          </p:grpSpPr>
          <p:sp>
            <p:nvSpPr>
              <p:cNvPr id="3" name="Shape 19">
                <a:extLst>
                  <a:ext uri="{FF2B5EF4-FFF2-40B4-BE49-F238E27FC236}">
                    <a16:creationId xmlns:a16="http://schemas.microsoft.com/office/drawing/2014/main" id="{4FD85421-A644-BB47-D751-3AC2B48C91AA}"/>
                  </a:ext>
                </a:extLst>
              </p:cNvPr>
              <p:cNvSpPr/>
              <p:nvPr/>
            </p:nvSpPr>
            <p:spPr>
              <a:xfrm>
                <a:off x="9375853" y="6011333"/>
                <a:ext cx="114300" cy="114300"/>
              </a:xfrm>
              <a:prstGeom prst="rect">
                <a:avLst/>
              </a:prstGeom>
              <a:solidFill>
                <a:srgbClr val="1F4E7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" name="Text 20">
                <a:extLst>
                  <a:ext uri="{FF2B5EF4-FFF2-40B4-BE49-F238E27FC236}">
                    <a16:creationId xmlns:a16="http://schemas.microsoft.com/office/drawing/2014/main" id="{E1FCFA22-C4DF-2328-4BFF-06400E24B502}"/>
                  </a:ext>
                </a:extLst>
              </p:cNvPr>
              <p:cNvSpPr txBox="1"/>
              <p:nvPr/>
            </p:nvSpPr>
            <p:spPr>
              <a:xfrm>
                <a:off x="9527643" y="5982987"/>
                <a:ext cx="695859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방문인구(명)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" name="Shape 21">
                <a:extLst>
                  <a:ext uri="{FF2B5EF4-FFF2-40B4-BE49-F238E27FC236}">
                    <a16:creationId xmlns:a16="http://schemas.microsoft.com/office/drawing/2014/main" id="{6B4B06BA-C9CA-B22F-2348-4221CF5B6044}"/>
                  </a:ext>
                </a:extLst>
              </p:cNvPr>
              <p:cNvSpPr/>
              <p:nvPr/>
            </p:nvSpPr>
            <p:spPr>
              <a:xfrm>
                <a:off x="10283853" y="6011333"/>
                <a:ext cx="114300" cy="114300"/>
              </a:xfrm>
              <a:prstGeom prst="rect">
                <a:avLst/>
              </a:prstGeom>
              <a:solidFill>
                <a:srgbClr val="E74C3C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7" name="Text 22">
                <a:extLst>
                  <a:ext uri="{FF2B5EF4-FFF2-40B4-BE49-F238E27FC236}">
                    <a16:creationId xmlns:a16="http://schemas.microsoft.com/office/drawing/2014/main" id="{5E7C3446-D992-8B97-EE91-3BEA9EE43365}"/>
                  </a:ext>
                </a:extLst>
              </p:cNvPr>
              <p:cNvSpPr txBox="1"/>
              <p:nvPr/>
            </p:nvSpPr>
            <p:spPr>
              <a:xfrm>
                <a:off x="10435643" y="5982987"/>
                <a:ext cx="1077163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전년 대비 증감률(%)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p:grpSp>
      </p:grpSp>
      <p:sp>
        <p:nvSpPr>
          <p:cNvPr id="42" name="타원 41">
            <a:extLst>
              <a:ext uri="{FF2B5EF4-FFF2-40B4-BE49-F238E27FC236}">
                <a16:creationId xmlns:a16="http://schemas.microsoft.com/office/drawing/2014/main" id="{D896B68F-0D4A-E05E-3ABA-22B6630FB8B2}"/>
              </a:ext>
            </a:extLst>
          </p:cNvPr>
          <p:cNvSpPr/>
          <p:nvPr/>
        </p:nvSpPr>
        <p:spPr>
          <a:xfrm>
            <a:off x="6601033" y="17992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CA90AF6-EB3B-544D-85FF-DBA4BD334304}"/>
              </a:ext>
            </a:extLst>
          </p:cNvPr>
          <p:cNvSpPr/>
          <p:nvPr/>
        </p:nvSpPr>
        <p:spPr>
          <a:xfrm>
            <a:off x="10692635" y="17725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hape 11">
            <a:extLst>
              <a:ext uri="{FF2B5EF4-FFF2-40B4-BE49-F238E27FC236}">
                <a16:creationId xmlns:a16="http://schemas.microsoft.com/office/drawing/2014/main" id="{7078BC39-B7A9-4B10-C7ED-124F8C35885B}"/>
              </a:ext>
            </a:extLst>
          </p:cNvPr>
          <p:cNvSpPr/>
          <p:nvPr/>
        </p:nvSpPr>
        <p:spPr>
          <a:xfrm>
            <a:off x="1203303" y="4429264"/>
            <a:ext cx="3371872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27500171-0DDC-AAA6-9979-41EFE089916C}"/>
              </a:ext>
            </a:extLst>
          </p:cNvPr>
          <p:cNvSpPr/>
          <p:nvPr/>
        </p:nvSpPr>
        <p:spPr>
          <a:xfrm>
            <a:off x="1194951" y="442926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3" descr="preencoded.png">
            <a:extLst>
              <a:ext uri="{FF2B5EF4-FFF2-40B4-BE49-F238E27FC236}">
                <a16:creationId xmlns:a16="http://schemas.microsoft.com/office/drawing/2014/main" id="{1A5B7B9C-08E6-00FC-5D4C-F45A5F01EF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58683" y="4638661"/>
            <a:ext cx="114300" cy="114300"/>
          </a:xfrm>
          <a:prstGeom prst="rect">
            <a:avLst/>
          </a:prstGeom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3ACC43C9-496F-A81D-8CCD-BB9A120C3DDB}"/>
              </a:ext>
            </a:extLst>
          </p:cNvPr>
          <p:cNvSpPr txBox="1"/>
          <p:nvPr/>
        </p:nvSpPr>
        <p:spPr>
          <a:xfrm>
            <a:off x="1531177" y="4622649"/>
            <a:ext cx="1762923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 err="1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연령층 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endParaRPr lang="en-US" sz="1500" dirty="0"/>
          </a:p>
        </p:txBody>
      </p:sp>
      <p:sp>
        <p:nvSpPr>
          <p:cNvPr id="56" name="Shape 15">
            <a:extLst>
              <a:ext uri="{FF2B5EF4-FFF2-40B4-BE49-F238E27FC236}">
                <a16:creationId xmlns:a16="http://schemas.microsoft.com/office/drawing/2014/main" id="{C7BE91F2-3304-C544-A177-7AD768A086CB}"/>
              </a:ext>
            </a:extLst>
          </p:cNvPr>
          <p:cNvSpPr/>
          <p:nvPr/>
        </p:nvSpPr>
        <p:spPr>
          <a:xfrm>
            <a:off x="1198541" y="5163278"/>
            <a:ext cx="3376634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01A9C346-34D6-3D02-D4C9-92B4A1CF4D74}"/>
              </a:ext>
            </a:extLst>
          </p:cNvPr>
          <p:cNvSpPr/>
          <p:nvPr/>
        </p:nvSpPr>
        <p:spPr>
          <a:xfrm>
            <a:off x="1208067" y="5175345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C477896B-8D53-8B35-4361-21CBBCD3A3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58683" y="5378771"/>
            <a:ext cx="114300" cy="114300"/>
          </a:xfrm>
          <a:prstGeom prst="rect">
            <a:avLst/>
          </a:prstGeom>
        </p:spPr>
      </p:pic>
      <p:sp>
        <p:nvSpPr>
          <p:cNvPr id="59" name="Text 17">
            <a:extLst>
              <a:ext uri="{FF2B5EF4-FFF2-40B4-BE49-F238E27FC236}">
                <a16:creationId xmlns:a16="http://schemas.microsoft.com/office/drawing/2014/main" id="{FAA0E8FB-DC7E-3E65-AEDA-AA1445E64696}"/>
              </a:ext>
            </a:extLst>
          </p:cNvPr>
          <p:cNvSpPr txBox="1"/>
          <p:nvPr/>
        </p:nvSpPr>
        <p:spPr>
          <a:xfrm>
            <a:off x="1531177" y="5340366"/>
            <a:ext cx="1410497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최소 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연령층:</a:t>
            </a:r>
            <a:endParaRPr lang="en-US" sz="1500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403EB05B-D158-9A63-5C4B-E811CF5BB8AB}"/>
              </a:ext>
            </a:extLst>
          </p:cNvPr>
          <p:cNvSpPr txBox="1"/>
          <p:nvPr/>
        </p:nvSpPr>
        <p:spPr>
          <a:xfrm>
            <a:off x="3004162" y="5326598"/>
            <a:ext cx="1571012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20대</a:t>
            </a:r>
            <a:r>
              <a:rPr lang="ko-KR" alt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(1.3% ▼)</a:t>
            </a:r>
            <a:endParaRPr lang="en-US" sz="150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A34AC203-031C-BAD3-B8E7-6B1A4DEB0259}"/>
              </a:ext>
            </a:extLst>
          </p:cNvPr>
          <p:cNvSpPr txBox="1"/>
          <p:nvPr/>
        </p:nvSpPr>
        <p:spPr>
          <a:xfrm>
            <a:off x="-324701" y="2276295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60대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3A9D3928-DA38-9D05-E3DE-7E5C151EF505}"/>
              </a:ext>
            </a:extLst>
          </p:cNvPr>
          <p:cNvSpPr txBox="1"/>
          <p:nvPr/>
        </p:nvSpPr>
        <p:spPr>
          <a:xfrm>
            <a:off x="-884654" y="2940053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3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많이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7BB1EA1-B37F-1480-6980-D4A6CD493C1A}"/>
              </a:ext>
            </a:extLst>
          </p:cNvPr>
          <p:cNvSpPr txBox="1"/>
          <p:nvPr/>
        </p:nvSpPr>
        <p:spPr>
          <a:xfrm>
            <a:off x="2050685" y="2265106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70대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67A0B10-F681-DDEC-59E0-AFBE53EE27CB}"/>
              </a:ext>
            </a:extLst>
          </p:cNvPr>
          <p:cNvSpPr txBox="1"/>
          <p:nvPr/>
        </p:nvSpPr>
        <p:spPr>
          <a:xfrm>
            <a:off x="1490732" y="292886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적게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7281A6C-2A38-2476-2D0F-F3D8F737691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720808" y="-23811"/>
            <a:ext cx="65106" cy="18682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EC0A9DC-893B-0135-43D7-53B4E9907A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628441" y="0"/>
            <a:ext cx="65106" cy="1868232"/>
          </a:xfrm>
          <a:prstGeom prst="rect">
            <a:avLst/>
          </a:prstGeom>
        </p:spPr>
      </p:pic>
      <p:sp>
        <p:nvSpPr>
          <p:cNvPr id="2" name="Text 18">
            <a:extLst>
              <a:ext uri="{FF2B5EF4-FFF2-40B4-BE49-F238E27FC236}">
                <a16:creationId xmlns:a16="http://schemas.microsoft.com/office/drawing/2014/main" id="{14BEF528-228B-CC24-7020-F427AD2B81E4}"/>
              </a:ext>
            </a:extLst>
          </p:cNvPr>
          <p:cNvSpPr txBox="1"/>
          <p:nvPr/>
        </p:nvSpPr>
        <p:spPr>
          <a:xfrm>
            <a:off x="3004161" y="4608881"/>
            <a:ext cx="1571013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70대</a:t>
            </a:r>
            <a:r>
              <a:rPr lang="ko-KR" alt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(66.5% ▲)</a:t>
            </a:r>
            <a:endParaRPr lang="en-US" sz="1500" dirty="0">
              <a:solidFill>
                <a:srgbClr val="E74C3C"/>
              </a:solidFill>
            </a:endParaRPr>
          </a:p>
        </p:txBody>
      </p:sp>
      <p:graphicFrame>
        <p:nvGraphicFramePr>
          <p:cNvPr id="19" name="SL7_chart">
            <a:extLst>
              <a:ext uri="{FF2B5EF4-FFF2-40B4-BE49-F238E27FC236}">
                <a16:creationId xmlns:a16="http://schemas.microsoft.com/office/drawing/2014/main" id="{305DC576-34DF-1340-D0B6-75EAAE3B93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74801797"/>
              </p:ext>
            </p:extLst>
          </p:nvPr>
        </p:nvGraphicFramePr>
        <p:xfrm>
          <a:off x="5721241" y="2058678"/>
          <a:ext cx="6060960" cy="407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7D3D402-B806-59E6-1CD7-B01453E66BF8}"/>
              </a:ext>
            </a:extLst>
          </p:cNvPr>
          <p:cNvSpPr txBox="1"/>
          <p:nvPr/>
        </p:nvSpPr>
        <p:spPr>
          <a:xfrm>
            <a:off x="7344953" y="1733118"/>
            <a:ext cx="2708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연령대별 방문인구 추이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388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6C4EA-38F3-9262-B19B-24FEA0CA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2A4F367-8156-0DB5-26BB-250C757D2240}"/>
              </a:ext>
            </a:extLst>
          </p:cNvPr>
          <p:cNvSpPr/>
          <p:nvPr/>
        </p:nvSpPr>
        <p:spPr>
          <a:xfrm>
            <a:off x="810847" y="1188025"/>
            <a:ext cx="10570306" cy="3701428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DF655A-1249-C713-E333-011D346844D5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일자에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714E322-EBBB-DB4A-CD11-9C4719689BD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776AEDDD-D94A-58CB-DDA5-04D2B6A0DFCE}"/>
              </a:ext>
            </a:extLst>
          </p:cNvPr>
          <p:cNvSpPr/>
          <p:nvPr/>
        </p:nvSpPr>
        <p:spPr>
          <a:xfrm>
            <a:off x="460873" y="520912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F2BF10-06DB-205E-C67F-2E57F3339CE4}"/>
              </a:ext>
            </a:extLst>
          </p:cNvPr>
          <p:cNvSpPr txBox="1"/>
          <p:nvPr/>
        </p:nvSpPr>
        <p:spPr>
          <a:xfrm>
            <a:off x="550183" y="534291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방문일자</a:t>
            </a:r>
            <a:endParaRPr lang="en-US" sz="11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DC23119-3A46-BA2D-0C70-AB2912CB3DE4}"/>
              </a:ext>
            </a:extLst>
          </p:cNvPr>
          <p:cNvSpPr txBox="1"/>
          <p:nvPr/>
        </p:nvSpPr>
        <p:spPr>
          <a:xfrm>
            <a:off x="612550" y="567088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9월 27일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295B8B10-108B-0B7E-8D65-D6060572BC24}"/>
              </a:ext>
            </a:extLst>
          </p:cNvPr>
          <p:cNvSpPr txBox="1"/>
          <p:nvPr/>
        </p:nvSpPr>
        <p:spPr>
          <a:xfrm>
            <a:off x="914523" y="614172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15.7%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EFD12C42-4555-18F4-984D-B122FEFF28A3}"/>
              </a:ext>
            </a:extLst>
          </p:cNvPr>
          <p:cNvSpPr/>
          <p:nvPr/>
        </p:nvSpPr>
        <p:spPr>
          <a:xfrm>
            <a:off x="462786" y="520912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9B28A81E-FCCE-38E2-B646-1F0893105524}"/>
              </a:ext>
            </a:extLst>
          </p:cNvPr>
          <p:cNvSpPr/>
          <p:nvPr/>
        </p:nvSpPr>
        <p:spPr>
          <a:xfrm>
            <a:off x="2715545" y="520407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3A7F0488-CD77-329E-1A5B-D2B852704D88}"/>
              </a:ext>
            </a:extLst>
          </p:cNvPr>
          <p:cNvSpPr txBox="1"/>
          <p:nvPr/>
        </p:nvSpPr>
        <p:spPr>
          <a:xfrm>
            <a:off x="2804855" y="533786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최소 방문일자</a:t>
            </a:r>
            <a:endParaRPr lang="en-US" sz="1100" dirty="0"/>
          </a:p>
        </p:txBody>
      </p:sp>
      <p:sp>
        <p:nvSpPr>
          <p:cNvPr id="82" name="Text 9">
            <a:extLst>
              <a:ext uri="{FF2B5EF4-FFF2-40B4-BE49-F238E27FC236}">
                <a16:creationId xmlns:a16="http://schemas.microsoft.com/office/drawing/2014/main" id="{75FD9D16-5C5C-AEBC-70F9-C108D3E55ECA}"/>
              </a:ext>
            </a:extLst>
          </p:cNvPr>
          <p:cNvSpPr txBox="1"/>
          <p:nvPr/>
        </p:nvSpPr>
        <p:spPr>
          <a:xfrm>
            <a:off x="2867222" y="566583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9월 29일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83" name="Text 10">
            <a:extLst>
              <a:ext uri="{FF2B5EF4-FFF2-40B4-BE49-F238E27FC236}">
                <a16:creationId xmlns:a16="http://schemas.microsoft.com/office/drawing/2014/main" id="{0B36CE60-9DFB-5BE1-A238-13E7DA66DA24}"/>
              </a:ext>
            </a:extLst>
          </p:cNvPr>
          <p:cNvSpPr txBox="1"/>
          <p:nvPr/>
        </p:nvSpPr>
        <p:spPr>
          <a:xfrm>
            <a:off x="3169195" y="613667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9.8%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E60E6CA5-3700-3424-BB5D-59377CABC99A}"/>
              </a:ext>
            </a:extLst>
          </p:cNvPr>
          <p:cNvSpPr/>
          <p:nvPr/>
        </p:nvSpPr>
        <p:spPr>
          <a:xfrm>
            <a:off x="2717458" y="520407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6" name="Shape 7">
            <a:extLst>
              <a:ext uri="{FF2B5EF4-FFF2-40B4-BE49-F238E27FC236}">
                <a16:creationId xmlns:a16="http://schemas.microsoft.com/office/drawing/2014/main" id="{1BCBA935-5603-70D9-F6BA-E4512D31BD8A}"/>
              </a:ext>
            </a:extLst>
          </p:cNvPr>
          <p:cNvSpPr/>
          <p:nvPr/>
        </p:nvSpPr>
        <p:spPr>
          <a:xfrm>
            <a:off x="4970217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7" name="Text 8">
            <a:extLst>
              <a:ext uri="{FF2B5EF4-FFF2-40B4-BE49-F238E27FC236}">
                <a16:creationId xmlns:a16="http://schemas.microsoft.com/office/drawing/2014/main" id="{89359B35-6395-F759-C88B-FBD2EEC3DB5F}"/>
              </a:ext>
            </a:extLst>
          </p:cNvPr>
          <p:cNvSpPr txBox="1"/>
          <p:nvPr/>
        </p:nvSpPr>
        <p:spPr>
          <a:xfrm>
            <a:off x="5059527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550C85F5-8BAC-D6A2-A9F6-E2D9394704A0}"/>
              </a:ext>
            </a:extLst>
          </p:cNvPr>
          <p:cNvSpPr txBox="1"/>
          <p:nvPr/>
        </p:nvSpPr>
        <p:spPr>
          <a:xfrm>
            <a:off x="5046056" y="5677223"/>
            <a:ext cx="1960205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282,609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0" name="Shape 12">
            <a:extLst>
              <a:ext uri="{FF2B5EF4-FFF2-40B4-BE49-F238E27FC236}">
                <a16:creationId xmlns:a16="http://schemas.microsoft.com/office/drawing/2014/main" id="{961B8108-01B2-5DD3-2E22-0CE270CDF6DB}"/>
              </a:ext>
            </a:extLst>
          </p:cNvPr>
          <p:cNvSpPr/>
          <p:nvPr/>
        </p:nvSpPr>
        <p:spPr>
          <a:xfrm>
            <a:off x="4972130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92" name="Shape 7">
            <a:extLst>
              <a:ext uri="{FF2B5EF4-FFF2-40B4-BE49-F238E27FC236}">
                <a16:creationId xmlns:a16="http://schemas.microsoft.com/office/drawing/2014/main" id="{3B118059-1A6F-D197-0728-1DFFBCE9929B}"/>
              </a:ext>
            </a:extLst>
          </p:cNvPr>
          <p:cNvSpPr/>
          <p:nvPr/>
        </p:nvSpPr>
        <p:spPr>
          <a:xfrm>
            <a:off x="7293775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88E346DE-5684-96B6-B49E-E59382557C4B}"/>
              </a:ext>
            </a:extLst>
          </p:cNvPr>
          <p:cNvSpPr txBox="1"/>
          <p:nvPr/>
        </p:nvSpPr>
        <p:spPr>
          <a:xfrm>
            <a:off x="7383085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주중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94" name="Text 9">
            <a:extLst>
              <a:ext uri="{FF2B5EF4-FFF2-40B4-BE49-F238E27FC236}">
                <a16:creationId xmlns:a16="http://schemas.microsoft.com/office/drawing/2014/main" id="{277B9B34-C211-0F0E-A785-60D4F0F89ACF}"/>
              </a:ext>
            </a:extLst>
          </p:cNvPr>
          <p:cNvSpPr txBox="1"/>
          <p:nvPr/>
        </p:nvSpPr>
        <p:spPr>
          <a:xfrm>
            <a:off x="7224889" y="5677223"/>
            <a:ext cx="2249654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248,412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FB439997-921A-5A92-92A5-386BC1FAF164}"/>
              </a:ext>
            </a:extLst>
          </p:cNvPr>
          <p:cNvSpPr txBox="1"/>
          <p:nvPr/>
        </p:nvSpPr>
        <p:spPr>
          <a:xfrm>
            <a:off x="7747425" y="6148062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54.9%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/>
          </a:p>
        </p:txBody>
      </p:sp>
      <p:sp>
        <p:nvSpPr>
          <p:cNvPr id="96" name="Shape 12">
            <a:extLst>
              <a:ext uri="{FF2B5EF4-FFF2-40B4-BE49-F238E27FC236}">
                <a16:creationId xmlns:a16="http://schemas.microsoft.com/office/drawing/2014/main" id="{4C66E356-D477-F5C8-0CE6-D2827CDC1FC3}"/>
              </a:ext>
            </a:extLst>
          </p:cNvPr>
          <p:cNvSpPr/>
          <p:nvPr/>
        </p:nvSpPr>
        <p:spPr>
          <a:xfrm>
            <a:off x="7291897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9660FAA2-48C6-0D24-757E-300F0D0AE768}"/>
              </a:ext>
            </a:extLst>
          </p:cNvPr>
          <p:cNvSpPr txBox="1"/>
          <p:nvPr/>
        </p:nvSpPr>
        <p:spPr>
          <a:xfrm>
            <a:off x="10391881" y="5316769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8" name="Shape 7">
            <a:extLst>
              <a:ext uri="{FF2B5EF4-FFF2-40B4-BE49-F238E27FC236}">
                <a16:creationId xmlns:a16="http://schemas.microsoft.com/office/drawing/2014/main" id="{216E114B-CFF6-5701-9CE7-20AB7B257687}"/>
              </a:ext>
            </a:extLst>
          </p:cNvPr>
          <p:cNvSpPr/>
          <p:nvPr/>
        </p:nvSpPr>
        <p:spPr>
          <a:xfrm>
            <a:off x="9617332" y="5215466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9" name="Text 8">
            <a:extLst>
              <a:ext uri="{FF2B5EF4-FFF2-40B4-BE49-F238E27FC236}">
                <a16:creationId xmlns:a16="http://schemas.microsoft.com/office/drawing/2014/main" id="{188539FA-19FE-6219-3EDE-64C14AE38D46}"/>
              </a:ext>
            </a:extLst>
          </p:cNvPr>
          <p:cNvSpPr txBox="1"/>
          <p:nvPr/>
        </p:nvSpPr>
        <p:spPr>
          <a:xfrm>
            <a:off x="9708555" y="5349249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100" name="Text 9">
            <a:extLst>
              <a:ext uri="{FF2B5EF4-FFF2-40B4-BE49-F238E27FC236}">
                <a16:creationId xmlns:a16="http://schemas.microsoft.com/office/drawing/2014/main" id="{C91FC7D2-A025-F3E5-308F-6E843D85BA1A}"/>
              </a:ext>
            </a:extLst>
          </p:cNvPr>
          <p:cNvSpPr txBox="1"/>
          <p:nvPr/>
        </p:nvSpPr>
        <p:spPr>
          <a:xfrm>
            <a:off x="9619245" y="5677222"/>
            <a:ext cx="2111882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339,604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101" name="Text 10">
            <a:extLst>
              <a:ext uri="{FF2B5EF4-FFF2-40B4-BE49-F238E27FC236}">
                <a16:creationId xmlns:a16="http://schemas.microsoft.com/office/drawing/2014/main" id="{2067789E-BD74-5C4B-3777-299E9AF4999E}"/>
              </a:ext>
            </a:extLst>
          </p:cNvPr>
          <p:cNvSpPr txBox="1"/>
          <p:nvPr/>
        </p:nvSpPr>
        <p:spPr>
          <a:xfrm>
            <a:off x="10072895" y="6148061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45.1%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102" name="Shape 12">
            <a:extLst>
              <a:ext uri="{FF2B5EF4-FFF2-40B4-BE49-F238E27FC236}">
                <a16:creationId xmlns:a16="http://schemas.microsoft.com/office/drawing/2014/main" id="{23432225-49DB-C400-19D5-15F30E9526AF}"/>
              </a:ext>
            </a:extLst>
          </p:cNvPr>
          <p:cNvSpPr/>
          <p:nvPr/>
        </p:nvSpPr>
        <p:spPr>
          <a:xfrm>
            <a:off x="9619245" y="5215466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graphicFrame>
        <p:nvGraphicFramePr>
          <p:cNvPr id="103" name="SL8_chart">
            <a:extLst>
              <a:ext uri="{FF2B5EF4-FFF2-40B4-BE49-F238E27FC236}">
                <a16:creationId xmlns:a16="http://schemas.microsoft.com/office/drawing/2014/main" id="{0393BCC7-5B75-4993-55A0-EC2A891A12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4062192"/>
              </p:ext>
            </p:extLst>
          </p:nvPr>
        </p:nvGraphicFramePr>
        <p:xfrm>
          <a:off x="989828" y="1178500"/>
          <a:ext cx="10175921" cy="37338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5846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0C09-5A9A-1998-DE83-688FFFC8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FCA7E2E-ADEA-EEE5-F87C-5D49BDD487D2}"/>
              </a:ext>
            </a:extLst>
          </p:cNvPr>
          <p:cNvSpPr/>
          <p:nvPr/>
        </p:nvSpPr>
        <p:spPr>
          <a:xfrm>
            <a:off x="5245811" y="1191766"/>
            <a:ext cx="6165595" cy="504393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13DC824-8A9D-AE19-7214-1D9EF3CF5AF1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시간대에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C2185D1-B599-B20A-C986-BF0A424D9707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D296D2AA-F1F4-A568-5928-6B00AF7EC9E9}"/>
              </a:ext>
            </a:extLst>
          </p:cNvPr>
          <p:cNvSpPr/>
          <p:nvPr/>
        </p:nvSpPr>
        <p:spPr>
          <a:xfrm>
            <a:off x="1068983" y="1908852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AA6E5926-496D-0CA6-D530-3E9276B7AD4A}"/>
              </a:ext>
            </a:extLst>
          </p:cNvPr>
          <p:cNvSpPr txBox="1"/>
          <p:nvPr/>
        </p:nvSpPr>
        <p:spPr>
          <a:xfrm>
            <a:off x="2080423" y="2116981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평일 피크타임</a:t>
            </a:r>
            <a:endParaRPr lang="en-US" sz="15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40BD546-5263-9139-25EE-42A6D895286F}"/>
              </a:ext>
            </a:extLst>
          </p:cNvPr>
          <p:cNvSpPr txBox="1"/>
          <p:nvPr/>
        </p:nvSpPr>
        <p:spPr>
          <a:xfrm>
            <a:off x="1271484" y="2569443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00-06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44B6695F-3CE3-2CB3-0EE9-84DB0A3E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2114441"/>
            <a:ext cx="304495" cy="304495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A196B946-AE49-E5FB-A3F5-265B34CE7EF2}"/>
              </a:ext>
            </a:extLst>
          </p:cNvPr>
          <p:cNvSpPr txBox="1"/>
          <p:nvPr/>
        </p:nvSpPr>
        <p:spPr>
          <a:xfrm>
            <a:off x="1530716" y="3216063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평일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18.1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DB710D4-FB38-A6D6-F2B7-862AB6BCACF6}"/>
              </a:ext>
            </a:extLst>
          </p:cNvPr>
          <p:cNvSpPr/>
          <p:nvPr/>
        </p:nvSpPr>
        <p:spPr>
          <a:xfrm>
            <a:off x="1060925" y="1908852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3293D015-494E-B896-5721-BAA0C5AED064}"/>
              </a:ext>
            </a:extLst>
          </p:cNvPr>
          <p:cNvSpPr txBox="1"/>
          <p:nvPr/>
        </p:nvSpPr>
        <p:spPr>
          <a:xfrm>
            <a:off x="11506606" y="68490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EDB1F029-E0CB-A765-6633-7694A607D0DF}"/>
              </a:ext>
            </a:extLst>
          </p:cNvPr>
          <p:cNvSpPr/>
          <p:nvPr/>
        </p:nvSpPr>
        <p:spPr>
          <a:xfrm>
            <a:off x="6230238" y="14944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2780F8DB-60AE-5323-233A-D9ED12F2DFFB}"/>
              </a:ext>
            </a:extLst>
          </p:cNvPr>
          <p:cNvSpPr/>
          <p:nvPr/>
        </p:nvSpPr>
        <p:spPr>
          <a:xfrm>
            <a:off x="10321840" y="14677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0E236CB-8479-E661-5370-ED8C40DAB2D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50723" y="-73619"/>
            <a:ext cx="56533" cy="162224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DB435A-A48D-9630-2EE7-C2E74CE732D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59121" y="-59330"/>
            <a:ext cx="56533" cy="1622240"/>
          </a:xfrm>
          <a:prstGeom prst="rect">
            <a:avLst/>
          </a:prstGeom>
        </p:spPr>
      </p:pic>
      <p:sp>
        <p:nvSpPr>
          <p:cNvPr id="7" name="Shape 7">
            <a:extLst>
              <a:ext uri="{FF2B5EF4-FFF2-40B4-BE49-F238E27FC236}">
                <a16:creationId xmlns:a16="http://schemas.microsoft.com/office/drawing/2014/main" id="{9886BCE6-4178-BC67-8240-DBECCAA22D2F}"/>
              </a:ext>
            </a:extLst>
          </p:cNvPr>
          <p:cNvSpPr/>
          <p:nvPr/>
        </p:nvSpPr>
        <p:spPr>
          <a:xfrm>
            <a:off x="1068983" y="3842649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89A0BE1-626A-74D0-50DB-1FFE4500ADAD}"/>
              </a:ext>
            </a:extLst>
          </p:cNvPr>
          <p:cNvSpPr txBox="1"/>
          <p:nvPr/>
        </p:nvSpPr>
        <p:spPr>
          <a:xfrm>
            <a:off x="2080423" y="4050778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피크타임</a:t>
            </a:r>
            <a:endParaRPr lang="en-US" sz="15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AEC8AC30-F163-0837-E42C-9CB4F534A551}"/>
              </a:ext>
            </a:extLst>
          </p:cNvPr>
          <p:cNvSpPr txBox="1"/>
          <p:nvPr/>
        </p:nvSpPr>
        <p:spPr>
          <a:xfrm>
            <a:off x="1271484" y="4503240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00-06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0D6DC31-0644-7155-F0B0-AF449725BF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4048238"/>
            <a:ext cx="304495" cy="304495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586A1C53-D6D6-5C65-A836-86B42D935CE6}"/>
              </a:ext>
            </a:extLst>
          </p:cNvPr>
          <p:cNvSpPr txBox="1"/>
          <p:nvPr/>
        </p:nvSpPr>
        <p:spPr>
          <a:xfrm>
            <a:off x="1530716" y="5149860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주말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14.2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0C57678A-8D8E-202C-B5D6-07D98F60942E}"/>
              </a:ext>
            </a:extLst>
          </p:cNvPr>
          <p:cNvSpPr/>
          <p:nvPr/>
        </p:nvSpPr>
        <p:spPr>
          <a:xfrm>
            <a:off x="1060925" y="3842649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4" name="SL9_chart">
            <a:extLst>
              <a:ext uri="{FF2B5EF4-FFF2-40B4-BE49-F238E27FC236}">
                <a16:creationId xmlns:a16="http://schemas.microsoft.com/office/drawing/2014/main" id="{FA35654D-D27A-79A5-23AA-27CBAEEA72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4998116"/>
              </p:ext>
            </p:extLst>
          </p:nvPr>
        </p:nvGraphicFramePr>
        <p:xfrm>
          <a:off x="5440679" y="1284790"/>
          <a:ext cx="5817871" cy="4914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85027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41FC-C571-DB9B-41ED-F3A1CA0E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B01844C-E069-A42A-FF0F-34DF24385A9D}"/>
              </a:ext>
            </a:extLst>
          </p:cNvPr>
          <p:cNvSpPr/>
          <p:nvPr/>
        </p:nvSpPr>
        <p:spPr>
          <a:xfrm>
            <a:off x="6302477" y="1215241"/>
            <a:ext cx="5389483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50F95CB-87D5-74E1-17E6-C088B25DFC37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5C7A883-FA22-BD2E-C817-6379A91C2D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E021511-7F75-F53A-424B-66AD67A57E6A}"/>
              </a:ext>
            </a:extLst>
          </p:cNvPr>
          <p:cNvSpPr/>
          <p:nvPr/>
        </p:nvSpPr>
        <p:spPr>
          <a:xfrm>
            <a:off x="7285979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DF18FB0A-8A12-5519-E505-C614F18789DE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C8FF36E4-FB6F-D8C2-C312-ECC0D38D54CE}"/>
              </a:ext>
            </a:extLst>
          </p:cNvPr>
          <p:cNvSpPr/>
          <p:nvPr/>
        </p:nvSpPr>
        <p:spPr>
          <a:xfrm>
            <a:off x="260199" y="475404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397AABB-96EA-DF37-6D5D-3719B85871DA}"/>
              </a:ext>
            </a:extLst>
          </p:cNvPr>
          <p:cNvSpPr txBox="1"/>
          <p:nvPr/>
        </p:nvSpPr>
        <p:spPr>
          <a:xfrm>
            <a:off x="750699" y="490188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BF42E8B3-A79B-4CBA-36D1-CB74F33A3D04}"/>
              </a:ext>
            </a:extLst>
          </p:cNvPr>
          <p:cNvSpPr txBox="1"/>
          <p:nvPr/>
        </p:nvSpPr>
        <p:spPr>
          <a:xfrm>
            <a:off x="287604" y="518858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763,026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98635218-890C-424E-B683-9DD6D2D523E9}"/>
              </a:ext>
            </a:extLst>
          </p:cNvPr>
          <p:cNvSpPr txBox="1"/>
          <p:nvPr/>
        </p:nvSpPr>
        <p:spPr>
          <a:xfrm>
            <a:off x="260201" y="559324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20.4% ▲</a:t>
            </a:r>
            <a:endParaRPr lang="en-US" sz="1000" dirty="0"/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76364CB6-0A68-FEAC-F63B-F2D3BB083AC5}"/>
              </a:ext>
            </a:extLst>
          </p:cNvPr>
          <p:cNvSpPr/>
          <p:nvPr/>
        </p:nvSpPr>
        <p:spPr>
          <a:xfrm>
            <a:off x="241884" y="475404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43EF36CB-17FE-7E21-F4AD-381995B76113}"/>
              </a:ext>
            </a:extLst>
          </p:cNvPr>
          <p:cNvSpPr txBox="1"/>
          <p:nvPr/>
        </p:nvSpPr>
        <p:spPr>
          <a:xfrm>
            <a:off x="1270617" y="2439831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C137F841-B334-21F7-FDC9-437B266247DD}"/>
              </a:ext>
            </a:extLst>
          </p:cNvPr>
          <p:cNvSpPr txBox="1"/>
          <p:nvPr/>
        </p:nvSpPr>
        <p:spPr>
          <a:xfrm>
            <a:off x="712500" y="3244077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7000245-3586-6A4E-FBC7-1BD430A2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7314862" y="-18215"/>
            <a:ext cx="56533" cy="162224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17EE7C4-1FFD-BA57-9078-3348B182875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sp>
        <p:nvSpPr>
          <p:cNvPr id="19" name="Shape 7">
            <a:extLst>
              <a:ext uri="{FF2B5EF4-FFF2-40B4-BE49-F238E27FC236}">
                <a16:creationId xmlns:a16="http://schemas.microsoft.com/office/drawing/2014/main" id="{D262294B-AEA3-9289-9BBC-F22080F721DB}"/>
              </a:ext>
            </a:extLst>
          </p:cNvPr>
          <p:cNvSpPr/>
          <p:nvPr/>
        </p:nvSpPr>
        <p:spPr>
          <a:xfrm>
            <a:off x="4282476" y="475404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5E892EAF-F7C3-7C4A-836B-C5FD70082CD0}"/>
              </a:ext>
            </a:extLst>
          </p:cNvPr>
          <p:cNvSpPr txBox="1"/>
          <p:nvPr/>
        </p:nvSpPr>
        <p:spPr>
          <a:xfrm>
            <a:off x="4772976" y="490188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737FABA1-5059-2D83-3EC2-F9F5042BA0C0}"/>
              </a:ext>
            </a:extLst>
          </p:cNvPr>
          <p:cNvSpPr txBox="1"/>
          <p:nvPr/>
        </p:nvSpPr>
        <p:spPr>
          <a:xfrm>
            <a:off x="4309881" y="518858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1,338,212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D8967ADC-3D0A-55ED-F44B-3D1D9287F465}"/>
              </a:ext>
            </a:extLst>
          </p:cNvPr>
          <p:cNvSpPr txBox="1"/>
          <p:nvPr/>
        </p:nvSpPr>
        <p:spPr>
          <a:xfrm>
            <a:off x="4282477" y="559324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27.5% ▲</a:t>
            </a:r>
            <a:endParaRPr lang="en-US" altLang="ko-KR" sz="1000" dirty="0"/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9AFD9D58-3694-7D1E-3DF2-CC7247FE3283}"/>
              </a:ext>
            </a:extLst>
          </p:cNvPr>
          <p:cNvSpPr/>
          <p:nvPr/>
        </p:nvSpPr>
        <p:spPr>
          <a:xfrm>
            <a:off x="4264161" y="475404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CC732994-0423-7D4F-B9ED-71979E2ABBD7}"/>
              </a:ext>
            </a:extLst>
          </p:cNvPr>
          <p:cNvSpPr/>
          <p:nvPr/>
        </p:nvSpPr>
        <p:spPr>
          <a:xfrm>
            <a:off x="2273910" y="4757348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33DAB01E-91CC-C17A-6253-A0575FB5C22B}"/>
              </a:ext>
            </a:extLst>
          </p:cNvPr>
          <p:cNvSpPr txBox="1"/>
          <p:nvPr/>
        </p:nvSpPr>
        <p:spPr>
          <a:xfrm>
            <a:off x="2648519" y="4905191"/>
            <a:ext cx="1098632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54FDD0C-9D99-0210-5BAF-67EC2031C6FE}"/>
              </a:ext>
            </a:extLst>
          </p:cNvPr>
          <p:cNvSpPr txBox="1"/>
          <p:nvPr/>
        </p:nvSpPr>
        <p:spPr>
          <a:xfrm>
            <a:off x="2273911" y="5191888"/>
            <a:ext cx="1847850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159,636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05CA4011-F595-6DCB-4C92-EF5DE0DCBA2A}"/>
              </a:ext>
            </a:extLst>
          </p:cNvPr>
          <p:cNvSpPr txBox="1"/>
          <p:nvPr/>
        </p:nvSpPr>
        <p:spPr>
          <a:xfrm>
            <a:off x="2273909" y="5596547"/>
            <a:ext cx="1847851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39.4% ▲</a:t>
            </a:r>
            <a:endParaRPr lang="en-US" altLang="ko-KR" sz="10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C825979E-B3D0-2908-D646-74C08F76B662}"/>
              </a:ext>
            </a:extLst>
          </p:cNvPr>
          <p:cNvSpPr/>
          <p:nvPr/>
        </p:nvSpPr>
        <p:spPr>
          <a:xfrm>
            <a:off x="2255595" y="4757348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SL10_chart">
            <a:extLst>
              <a:ext uri="{FF2B5EF4-FFF2-40B4-BE49-F238E27FC236}">
                <a16:creationId xmlns:a16="http://schemas.microsoft.com/office/drawing/2014/main" id="{2A1E31A1-63AB-045B-F7D2-08D53C026E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448497"/>
              </p:ext>
            </p:extLst>
          </p:nvPr>
        </p:nvGraphicFramePr>
        <p:xfrm>
          <a:off x="6402836" y="1354655"/>
          <a:ext cx="5177024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57898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8352-67D7-C2E7-6184-2CD0F6F2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A75C979-80E3-E0BC-3121-BC064F5EC13B}"/>
              </a:ext>
            </a:extLst>
          </p:cNvPr>
          <p:cNvSpPr/>
          <p:nvPr/>
        </p:nvSpPr>
        <p:spPr>
          <a:xfrm>
            <a:off x="2919110" y="4562694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6DA195-B057-B37E-539E-69C7B2AA6F7D}"/>
              </a:ext>
            </a:extLst>
          </p:cNvPr>
          <p:cNvSpPr/>
          <p:nvPr/>
        </p:nvSpPr>
        <p:spPr>
          <a:xfrm>
            <a:off x="461967" y="4555679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9A50494-5D76-F510-29B9-873342025494}"/>
              </a:ext>
            </a:extLst>
          </p:cNvPr>
          <p:cNvSpPr/>
          <p:nvPr/>
        </p:nvSpPr>
        <p:spPr>
          <a:xfrm>
            <a:off x="5526365" y="12152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632F3A-4003-FB75-E605-C698B82B86D0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 중 누가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0CD42F2-FA7D-8C2F-BA74-C1519E5359B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560023C-3897-DB94-C227-F1D6B10A0392}"/>
              </a:ext>
            </a:extLst>
          </p:cNvPr>
          <p:cNvSpPr/>
          <p:nvPr/>
        </p:nvSpPr>
        <p:spPr>
          <a:xfrm>
            <a:off x="6503703" y="15226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B9F3357-61D9-60EA-B10D-0D4A9D3CCA9B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 8">
            <a:extLst>
              <a:ext uri="{FF2B5EF4-FFF2-40B4-BE49-F238E27FC236}">
                <a16:creationId xmlns:a16="http://schemas.microsoft.com/office/drawing/2014/main" id="{91331252-ED4F-BBD2-C3C8-AA117E87CC53}"/>
              </a:ext>
            </a:extLst>
          </p:cNvPr>
          <p:cNvSpPr txBox="1"/>
          <p:nvPr/>
        </p:nvSpPr>
        <p:spPr>
          <a:xfrm>
            <a:off x="909023" y="219050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0" name="Text 9">
            <a:extLst>
              <a:ext uri="{FF2B5EF4-FFF2-40B4-BE49-F238E27FC236}">
                <a16:creationId xmlns:a16="http://schemas.microsoft.com/office/drawing/2014/main" id="{3E0EE939-FE49-5AB2-E493-24D272D52823}"/>
              </a:ext>
            </a:extLst>
          </p:cNvPr>
          <p:cNvSpPr txBox="1"/>
          <p:nvPr/>
        </p:nvSpPr>
        <p:spPr>
          <a:xfrm>
            <a:off x="350906" y="299475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86.7%</a:t>
            </a:r>
            <a:r>
              <a:rPr lang="en-US" altLang="ko-KR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EFD364F1-9001-7217-D6E7-74732167B6EB}"/>
              </a:ext>
            </a:extLst>
          </p:cNvPr>
          <p:cNvSpPr/>
          <p:nvPr/>
        </p:nvSpPr>
        <p:spPr>
          <a:xfrm>
            <a:off x="500163" y="4555679"/>
            <a:ext cx="2251706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1858C54-16AE-5E68-435B-FEF67FEA76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724" b="-2724"/>
          <a:stretch/>
        </p:blipFill>
        <p:spPr>
          <a:xfrm>
            <a:off x="671155" y="4766907"/>
            <a:ext cx="142647" cy="171907"/>
          </a:xfrm>
          <a:prstGeom prst="rect">
            <a:avLst/>
          </a:prstGeom>
        </p:spPr>
      </p:pic>
      <p:sp>
        <p:nvSpPr>
          <p:cNvPr id="20" name="Text 8">
            <a:extLst>
              <a:ext uri="{FF2B5EF4-FFF2-40B4-BE49-F238E27FC236}">
                <a16:creationId xmlns:a16="http://schemas.microsoft.com/office/drawing/2014/main" id="{B6ED6844-91A8-DEBA-3674-BFA9ECDBDC57}"/>
              </a:ext>
            </a:extLst>
          </p:cNvPr>
          <p:cNvSpPr txBox="1"/>
          <p:nvPr/>
        </p:nvSpPr>
        <p:spPr>
          <a:xfrm>
            <a:off x="842377" y="4736198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B7CA4F3-9B17-1660-71D9-62B23B87F705}"/>
              </a:ext>
            </a:extLst>
          </p:cNvPr>
          <p:cNvSpPr txBox="1"/>
          <p:nvPr/>
        </p:nvSpPr>
        <p:spPr>
          <a:xfrm>
            <a:off x="671156" y="5074145"/>
            <a:ext cx="2336292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2,110,522명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17BB1C18-DE42-9BB0-A3BE-9B37505A8241}"/>
              </a:ext>
            </a:extLst>
          </p:cNvPr>
          <p:cNvSpPr txBox="1"/>
          <p:nvPr/>
        </p:nvSpPr>
        <p:spPr>
          <a:xfrm>
            <a:off x="671154" y="5437163"/>
            <a:ext cx="23326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23.6% ▲</a:t>
            </a:r>
            <a:endParaRPr lang="en-US" sz="1000" b="1" dirty="0">
              <a:solidFill>
                <a:srgbClr val="E74C3C"/>
              </a:solidFill>
            </a:endParaRPr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6788E9CE-2EF2-0084-AA89-DD63EE67748B}"/>
              </a:ext>
            </a:extLst>
          </p:cNvPr>
          <p:cNvSpPr/>
          <p:nvPr/>
        </p:nvSpPr>
        <p:spPr>
          <a:xfrm>
            <a:off x="2955168" y="4562694"/>
            <a:ext cx="2242954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2ECA95D1-44EB-063E-566A-BD8A0990E9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7076" y="4773922"/>
            <a:ext cx="171907" cy="171907"/>
          </a:xfrm>
          <a:prstGeom prst="rect">
            <a:avLst/>
          </a:prstGeom>
        </p:spPr>
      </p:pic>
      <p:sp>
        <p:nvSpPr>
          <p:cNvPr id="25" name="Text 12">
            <a:extLst>
              <a:ext uri="{FF2B5EF4-FFF2-40B4-BE49-F238E27FC236}">
                <a16:creationId xmlns:a16="http://schemas.microsoft.com/office/drawing/2014/main" id="{335D2F84-05FD-EAA9-6067-B6C42267AC2A}"/>
              </a:ext>
            </a:extLst>
          </p:cNvPr>
          <p:cNvSpPr txBox="1"/>
          <p:nvPr/>
        </p:nvSpPr>
        <p:spPr>
          <a:xfrm>
            <a:off x="3326644" y="4733687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67927C40-8AF8-BF44-C0F5-E26DE272AA4F}"/>
              </a:ext>
            </a:extLst>
          </p:cNvPr>
          <p:cNvSpPr txBox="1"/>
          <p:nvPr/>
        </p:nvSpPr>
        <p:spPr>
          <a:xfrm>
            <a:off x="3127076" y="5081160"/>
            <a:ext cx="2307031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150,352명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8572019A-FF01-E46D-15DC-74DC696F163D}"/>
              </a:ext>
            </a:extLst>
          </p:cNvPr>
          <p:cNvSpPr txBox="1"/>
          <p:nvPr/>
        </p:nvSpPr>
        <p:spPr>
          <a:xfrm>
            <a:off x="3127076" y="5342831"/>
            <a:ext cx="2199132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</a:t>
            </a:r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</a:t>
            </a:r>
            <a:r>
              <a:rPr 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 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65.7% ▲</a:t>
            </a:r>
            <a:endParaRPr lang="en-US" sz="1000" b="1" dirty="0">
              <a:solidFill>
                <a:srgbClr val="0070C0"/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0416422E-A97A-69D9-B288-2C05E682515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32586" y="-28987"/>
            <a:ext cx="56533" cy="162224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37B0A94-B10E-B23C-A5B7-E45D73B4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graphicFrame>
        <p:nvGraphicFramePr>
          <p:cNvPr id="28" name="SL11_chart">
            <a:extLst>
              <a:ext uri="{FF2B5EF4-FFF2-40B4-BE49-F238E27FC236}">
                <a16:creationId xmlns:a16="http://schemas.microsoft.com/office/drawing/2014/main" id="{02F5BD7C-58D9-5F2F-7B88-22F8C75AEF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190226"/>
              </p:ext>
            </p:extLst>
          </p:nvPr>
        </p:nvGraphicFramePr>
        <p:xfrm>
          <a:off x="5620026" y="1354655"/>
          <a:ext cx="6037891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976290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A742-446C-AB1B-6168-7C58EA66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8">
            <a:extLst>
              <a:ext uri="{FF2B5EF4-FFF2-40B4-BE49-F238E27FC236}">
                <a16:creationId xmlns:a16="http://schemas.microsoft.com/office/drawing/2014/main" id="{DF09252A-FBA5-1C4D-2C7C-D53207C0D151}"/>
              </a:ext>
            </a:extLst>
          </p:cNvPr>
          <p:cNvSpPr/>
          <p:nvPr/>
        </p:nvSpPr>
        <p:spPr>
          <a:xfrm>
            <a:off x="809968" y="3015500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77A8A27-61F9-200D-52D5-6D67CD4F94BD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DF68F73-F416-4D95-E5C5-1AEF294964E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07</a:t>
            </a:r>
            <a:endParaRPr lang="en-US" dirty="0"/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DE425FAB-4317-3200-2783-81FDC57E6B73}"/>
              </a:ext>
            </a:extLst>
          </p:cNvPr>
          <p:cNvSpPr/>
          <p:nvPr/>
        </p:nvSpPr>
        <p:spPr>
          <a:xfrm>
            <a:off x="804898" y="1608279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999D764B-3C3D-8B8D-5522-B049D13336D5}"/>
              </a:ext>
            </a:extLst>
          </p:cNvPr>
          <p:cNvSpPr/>
          <p:nvPr/>
        </p:nvSpPr>
        <p:spPr>
          <a:xfrm>
            <a:off x="804898" y="1608279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746C10-17AF-2B74-8720-A2FD28B59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1033498" y="1800607"/>
            <a:ext cx="133502" cy="133502"/>
          </a:xfrm>
          <a:prstGeom prst="rect">
            <a:avLst/>
          </a:prstGeom>
        </p:spPr>
      </p:pic>
      <p:sp>
        <p:nvSpPr>
          <p:cNvPr id="7" name="Text 11">
            <a:extLst>
              <a:ext uri="{FF2B5EF4-FFF2-40B4-BE49-F238E27FC236}">
                <a16:creationId xmlns:a16="http://schemas.microsoft.com/office/drawing/2014/main" id="{0A3D84F9-EB35-C2DE-6A93-6F4476A930B0}"/>
              </a:ext>
            </a:extLst>
          </p:cNvPr>
          <p:cNvSpPr txBox="1"/>
          <p:nvPr/>
        </p:nvSpPr>
        <p:spPr>
          <a:xfrm>
            <a:off x="1033497" y="2004214"/>
            <a:ext cx="304987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1,708,912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300" b="1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844725BE-F28D-C99F-46AE-CEA644174F0E}"/>
              </a:ext>
            </a:extLst>
          </p:cNvPr>
          <p:cNvSpPr txBox="1"/>
          <p:nvPr/>
        </p:nvSpPr>
        <p:spPr>
          <a:xfrm>
            <a:off x="1033498" y="2445869"/>
            <a:ext cx="23926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244,130명</a:t>
            </a:r>
            <a:endParaRPr lang="en-US" sz="1000" dirty="0"/>
          </a:p>
        </p:txBody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05DEB88F-1C76-AFB6-D22F-C4F31E1B25A8}"/>
              </a:ext>
            </a:extLst>
          </p:cNvPr>
          <p:cNvSpPr/>
          <p:nvPr/>
        </p:nvSpPr>
        <p:spPr>
          <a:xfrm>
            <a:off x="804898" y="3015540"/>
            <a:ext cx="38405" cy="1218895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5ABF2219-03C0-EB16-8FD0-5A47052D7622}"/>
              </a:ext>
            </a:extLst>
          </p:cNvPr>
          <p:cNvSpPr txBox="1"/>
          <p:nvPr/>
        </p:nvSpPr>
        <p:spPr>
          <a:xfrm>
            <a:off x="1033498" y="3412390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2,260,871</a:t>
            </a:r>
            <a:r>
              <a:rPr lang="ko-KR" alt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</a:p>
        </p:txBody>
      </p:sp>
      <p:sp>
        <p:nvSpPr>
          <p:cNvPr id="54" name="Text 20">
            <a:extLst>
              <a:ext uri="{FF2B5EF4-FFF2-40B4-BE49-F238E27FC236}">
                <a16:creationId xmlns:a16="http://schemas.microsoft.com/office/drawing/2014/main" id="{4F979B30-2811-D828-EA2F-A90201E1F649}"/>
              </a:ext>
            </a:extLst>
          </p:cNvPr>
          <p:cNvSpPr txBox="1"/>
          <p:nvPr/>
        </p:nvSpPr>
        <p:spPr>
          <a:xfrm>
            <a:off x="1033498" y="3854045"/>
            <a:ext cx="2040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282,609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0DAF44BD-D36D-D6CC-EC7C-D9A931F4F195}"/>
              </a:ext>
            </a:extLst>
          </p:cNvPr>
          <p:cNvSpPr/>
          <p:nvPr/>
        </p:nvSpPr>
        <p:spPr>
          <a:xfrm>
            <a:off x="804898" y="4423716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24">
            <a:extLst>
              <a:ext uri="{FF2B5EF4-FFF2-40B4-BE49-F238E27FC236}">
                <a16:creationId xmlns:a16="http://schemas.microsoft.com/office/drawing/2014/main" id="{0F88D029-BA65-F7A0-F770-2067F95B8D3D}"/>
              </a:ext>
            </a:extLst>
          </p:cNvPr>
          <p:cNvSpPr/>
          <p:nvPr/>
        </p:nvSpPr>
        <p:spPr>
          <a:xfrm>
            <a:off x="804898" y="4423716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4" descr="preencoded.png">
            <a:extLst>
              <a:ext uri="{FF2B5EF4-FFF2-40B4-BE49-F238E27FC236}">
                <a16:creationId xmlns:a16="http://schemas.microsoft.com/office/drawing/2014/main" id="{754E78C3-691C-7714-9532-188D96D6CE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7143" r="-7143"/>
          <a:stretch/>
        </p:blipFill>
        <p:spPr>
          <a:xfrm>
            <a:off x="1033498" y="4616045"/>
            <a:ext cx="133502" cy="133502"/>
          </a:xfrm>
          <a:prstGeom prst="rect">
            <a:avLst/>
          </a:prstGeom>
        </p:spPr>
      </p:pic>
      <p:sp>
        <p:nvSpPr>
          <p:cNvPr id="61" name="Text 26">
            <a:extLst>
              <a:ext uri="{FF2B5EF4-FFF2-40B4-BE49-F238E27FC236}">
                <a16:creationId xmlns:a16="http://schemas.microsoft.com/office/drawing/2014/main" id="{E56928F4-3752-5250-D5FD-B9C19254FBD8}"/>
              </a:ext>
            </a:extLst>
          </p:cNvPr>
          <p:cNvSpPr txBox="1"/>
          <p:nvPr/>
        </p:nvSpPr>
        <p:spPr>
          <a:xfrm>
            <a:off x="1033498" y="4819651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1,944,166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300" b="1" dirty="0"/>
          </a:p>
        </p:txBody>
      </p:sp>
      <p:sp>
        <p:nvSpPr>
          <p:cNvPr id="63" name="Text 28">
            <a:extLst>
              <a:ext uri="{FF2B5EF4-FFF2-40B4-BE49-F238E27FC236}">
                <a16:creationId xmlns:a16="http://schemas.microsoft.com/office/drawing/2014/main" id="{EF49EE41-F6D9-69E7-4033-459842451F82}"/>
              </a:ext>
            </a:extLst>
          </p:cNvPr>
          <p:cNvSpPr txBox="1"/>
          <p:nvPr/>
        </p:nvSpPr>
        <p:spPr>
          <a:xfrm>
            <a:off x="1033498" y="5262221"/>
            <a:ext cx="21592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277,738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BC57060E-C183-6868-1F12-1C13CAABAC28}"/>
              </a:ext>
            </a:extLst>
          </p:cNvPr>
          <p:cNvSpPr txBox="1"/>
          <p:nvPr/>
        </p:nvSpPr>
        <p:spPr>
          <a:xfrm>
            <a:off x="1254661" y="1765556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72" name="Text 19">
            <a:extLst>
              <a:ext uri="{FF2B5EF4-FFF2-40B4-BE49-F238E27FC236}">
                <a16:creationId xmlns:a16="http://schemas.microsoft.com/office/drawing/2014/main" id="{CA7C3BC7-79DF-7AD2-B7F6-EC2075CE2E53}"/>
              </a:ext>
            </a:extLst>
          </p:cNvPr>
          <p:cNvSpPr txBox="1"/>
          <p:nvPr/>
        </p:nvSpPr>
        <p:spPr>
          <a:xfrm>
            <a:off x="1254661" y="3153591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73" name="Text 31">
            <a:extLst>
              <a:ext uri="{FF2B5EF4-FFF2-40B4-BE49-F238E27FC236}">
                <a16:creationId xmlns:a16="http://schemas.microsoft.com/office/drawing/2014/main" id="{B89BAFB9-B00B-4015-4AD6-0B43108797B2}"/>
              </a:ext>
            </a:extLst>
          </p:cNvPr>
          <p:cNvSpPr txBox="1"/>
          <p:nvPr/>
        </p:nvSpPr>
        <p:spPr>
          <a:xfrm>
            <a:off x="1220950" y="4578707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graphicFrame>
        <p:nvGraphicFramePr>
          <p:cNvPr id="5" name="SL21_chart">
            <a:extLst>
              <a:ext uri="{FF2B5EF4-FFF2-40B4-BE49-F238E27FC236}">
                <a16:creationId xmlns:a16="http://schemas.microsoft.com/office/drawing/2014/main" id="{55E4FA91-2C03-1DA5-1AD2-D666C745BF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9403509"/>
              </p:ext>
            </p:extLst>
          </p:nvPr>
        </p:nvGraphicFramePr>
        <p:xfrm>
          <a:off x="5053584" y="1464037"/>
          <a:ext cx="6361122" cy="4301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FC40CF96-8128-E86F-0A9A-63989B04A08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724" b="-2724"/>
          <a:stretch/>
        </p:blipFill>
        <p:spPr>
          <a:xfrm>
            <a:off x="1012475" y="3171727"/>
            <a:ext cx="142646" cy="17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55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6720-EBE2-E77C-355B-C1D57B883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31">
            <a:extLst>
              <a:ext uri="{FF2B5EF4-FFF2-40B4-BE49-F238E27FC236}">
                <a16:creationId xmlns:a16="http://schemas.microsoft.com/office/drawing/2014/main" id="{6B773B15-ABD3-CBF0-3E7F-87050A4538C3}"/>
              </a:ext>
            </a:extLst>
          </p:cNvPr>
          <p:cNvSpPr/>
          <p:nvPr/>
        </p:nvSpPr>
        <p:spPr>
          <a:xfrm>
            <a:off x="6672201" y="1474718"/>
            <a:ext cx="158575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77D8B75D-2A34-E53D-D5B5-DF953EF842FF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DE365420-95A8-0AF0-CB1F-32D6A14E32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60C76A6-18B5-199D-DACF-EB77330B9C55}"/>
              </a:ext>
            </a:extLst>
          </p:cNvPr>
          <p:cNvSpPr txBox="1"/>
          <p:nvPr/>
        </p:nvSpPr>
        <p:spPr>
          <a:xfrm>
            <a:off x="908451" y="451961"/>
            <a:ext cx="868822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D5F12CD-A4F1-294D-5066-EF12568B1AE0}"/>
              </a:ext>
            </a:extLst>
          </p:cNvPr>
          <p:cNvSpPr/>
          <p:nvPr/>
        </p:nvSpPr>
        <p:spPr>
          <a:xfrm>
            <a:off x="502321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504ADBB-769C-3E9F-7E99-4512081A62EE}"/>
              </a:ext>
            </a:extLst>
          </p:cNvPr>
          <p:cNvSpPr txBox="1"/>
          <p:nvPr/>
        </p:nvSpPr>
        <p:spPr>
          <a:xfrm>
            <a:off x="797672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02</a:t>
            </a:r>
            <a:endParaRPr lang="en-US" sz="9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5A02A60-EAA0-48CF-A947-EE9148B82BB6}"/>
              </a:ext>
            </a:extLst>
          </p:cNvPr>
          <p:cNvSpPr txBox="1"/>
          <p:nvPr/>
        </p:nvSpPr>
        <p:spPr>
          <a:xfrm>
            <a:off x="491688" y="1558419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소비 분석</a:t>
            </a:r>
            <a:endParaRPr lang="en-US" sz="5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79B82-ABC0-F8F1-E2A6-0F0AFF13BDFE}"/>
              </a:ext>
            </a:extLst>
          </p:cNvPr>
          <p:cNvSpPr txBox="1"/>
          <p:nvPr/>
        </p:nvSpPr>
        <p:spPr>
          <a:xfrm>
            <a:off x="492297" y="2220889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20" name="Shape 31">
            <a:extLst>
              <a:ext uri="{FF2B5EF4-FFF2-40B4-BE49-F238E27FC236}">
                <a16:creationId xmlns:a16="http://schemas.microsoft.com/office/drawing/2014/main" id="{FD6E769A-5AFC-EC84-D2F1-C0C49E019273}"/>
              </a:ext>
            </a:extLst>
          </p:cNvPr>
          <p:cNvSpPr/>
          <p:nvPr/>
        </p:nvSpPr>
        <p:spPr>
          <a:xfrm>
            <a:off x="4911954" y="1470890"/>
            <a:ext cx="169554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4" name="Shape 33">
            <a:extLst>
              <a:ext uri="{FF2B5EF4-FFF2-40B4-BE49-F238E27FC236}">
                <a16:creationId xmlns:a16="http://schemas.microsoft.com/office/drawing/2014/main" id="{3EC09972-830A-4E5B-98B8-15EAF9C31888}"/>
              </a:ext>
            </a:extLst>
          </p:cNvPr>
          <p:cNvSpPr/>
          <p:nvPr/>
        </p:nvSpPr>
        <p:spPr>
          <a:xfrm>
            <a:off x="8322666" y="147089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5" name="Text 34">
            <a:extLst>
              <a:ext uri="{FF2B5EF4-FFF2-40B4-BE49-F238E27FC236}">
                <a16:creationId xmlns:a16="http://schemas.microsoft.com/office/drawing/2014/main" id="{6B460425-5AB9-FBA1-A892-6D190EAC3F6F}"/>
              </a:ext>
            </a:extLst>
          </p:cNvPr>
          <p:cNvSpPr txBox="1"/>
          <p:nvPr/>
        </p:nvSpPr>
        <p:spPr>
          <a:xfrm>
            <a:off x="9459265" y="154769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7" name="Shape 35">
            <a:extLst>
              <a:ext uri="{FF2B5EF4-FFF2-40B4-BE49-F238E27FC236}">
                <a16:creationId xmlns:a16="http://schemas.microsoft.com/office/drawing/2014/main" id="{7CB78637-AE7C-74DC-5173-B39495F30993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Shape 37">
            <a:extLst>
              <a:ext uri="{FF2B5EF4-FFF2-40B4-BE49-F238E27FC236}">
                <a16:creationId xmlns:a16="http://schemas.microsoft.com/office/drawing/2014/main" id="{8384A60A-24AA-EEF4-FAA8-93FF7C879229}"/>
              </a:ext>
            </a:extLst>
          </p:cNvPr>
          <p:cNvSpPr/>
          <p:nvPr/>
        </p:nvSpPr>
        <p:spPr>
          <a:xfrm>
            <a:off x="4911954" y="3072619"/>
            <a:ext cx="670621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51" name="Image 1" descr="preencoded.png">
            <a:extLst>
              <a:ext uri="{FF2B5EF4-FFF2-40B4-BE49-F238E27FC236}">
                <a16:creationId xmlns:a16="http://schemas.microsoft.com/office/drawing/2014/main" id="{CC096A7C-24C5-51BA-9D1F-19D294D69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11" r="-1911"/>
          <a:stretch/>
        </p:blipFill>
        <p:spPr>
          <a:xfrm>
            <a:off x="615400" y="1239658"/>
            <a:ext cx="133502" cy="114300"/>
          </a:xfrm>
          <a:prstGeom prst="rect">
            <a:avLst/>
          </a:prstGeom>
        </p:spPr>
      </p:pic>
      <p:sp>
        <p:nvSpPr>
          <p:cNvPr id="3" name="Shape 7">
            <a:extLst>
              <a:ext uri="{FF2B5EF4-FFF2-40B4-BE49-F238E27FC236}">
                <a16:creationId xmlns:a16="http://schemas.microsoft.com/office/drawing/2014/main" id="{10C869EC-126A-90A7-9F3D-7DA8DB601B70}"/>
              </a:ext>
            </a:extLst>
          </p:cNvPr>
          <p:cNvSpPr/>
          <p:nvPr/>
        </p:nvSpPr>
        <p:spPr>
          <a:xfrm>
            <a:off x="517596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8">
            <a:extLst>
              <a:ext uri="{FF2B5EF4-FFF2-40B4-BE49-F238E27FC236}">
                <a16:creationId xmlns:a16="http://schemas.microsoft.com/office/drawing/2014/main" id="{AF335CBC-8634-4C04-4D37-BF39B6066DEE}"/>
              </a:ext>
            </a:extLst>
          </p:cNvPr>
          <p:cNvSpPr txBox="1"/>
          <p:nvPr/>
        </p:nvSpPr>
        <p:spPr>
          <a:xfrm>
            <a:off x="639304" y="3298383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 매출건수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A7E205C6-1040-7591-3661-8F700C35EA80}"/>
              </a:ext>
            </a:extLst>
          </p:cNvPr>
          <p:cNvSpPr txBox="1"/>
          <p:nvPr/>
        </p:nvSpPr>
        <p:spPr>
          <a:xfrm>
            <a:off x="621113" y="3542856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2,472백만원 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(122,585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822F8D3-2356-423D-155F-35D5EA9522F7}"/>
              </a:ext>
            </a:extLst>
          </p:cNvPr>
          <p:cNvSpPr txBox="1"/>
          <p:nvPr/>
        </p:nvSpPr>
        <p:spPr>
          <a:xfrm>
            <a:off x="631897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8.3% ▼</a:t>
            </a:r>
            <a:endParaRPr lang="en-US" sz="800" b="1" dirty="0">
              <a:solidFill>
                <a:srgbClr val="51545A"/>
              </a:solidFill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13D3066-24FB-2198-6D73-267990AA2C6D}"/>
              </a:ext>
            </a:extLst>
          </p:cNvPr>
          <p:cNvSpPr/>
          <p:nvPr/>
        </p:nvSpPr>
        <p:spPr>
          <a:xfrm>
            <a:off x="2613980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745569-278F-09C8-5900-8DB8A621E5ED}"/>
              </a:ext>
            </a:extLst>
          </p:cNvPr>
          <p:cNvSpPr txBox="1"/>
          <p:nvPr/>
        </p:nvSpPr>
        <p:spPr>
          <a:xfrm>
            <a:off x="2735689" y="3298383"/>
            <a:ext cx="1374849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A1362983-D903-C117-8BA7-9F45D4592A94}"/>
              </a:ext>
            </a:extLst>
          </p:cNvPr>
          <p:cNvSpPr txBox="1"/>
          <p:nvPr/>
        </p:nvSpPr>
        <p:spPr>
          <a:xfrm>
            <a:off x="2717496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1,093원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A4EEE91A-5F40-F014-89AB-EE0619760E94}"/>
              </a:ext>
            </a:extLst>
          </p:cNvPr>
          <p:cNvSpPr txBox="1"/>
          <p:nvPr/>
        </p:nvSpPr>
        <p:spPr>
          <a:xfrm>
            <a:off x="2717496" y="3916968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27.1% ▼</a:t>
            </a:r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46886FF3-BEF7-7D14-3B46-30488C1E52E5}"/>
              </a:ext>
            </a:extLst>
          </p:cNvPr>
          <p:cNvSpPr/>
          <p:nvPr/>
        </p:nvSpPr>
        <p:spPr>
          <a:xfrm>
            <a:off x="517595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2703FA23-920B-C40C-B927-76E940E61264}"/>
              </a:ext>
            </a:extLst>
          </p:cNvPr>
          <p:cNvSpPr txBox="1"/>
          <p:nvPr/>
        </p:nvSpPr>
        <p:spPr>
          <a:xfrm>
            <a:off x="639304" y="4446105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집단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65211A54-2E5A-1384-2C83-26093CCA0F7A}"/>
              </a:ext>
            </a:extLst>
          </p:cNvPr>
          <p:cNvSpPr txBox="1"/>
          <p:nvPr/>
        </p:nvSpPr>
        <p:spPr>
          <a:xfrm>
            <a:off x="621112" y="4677690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30대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F9C0A33A-C021-148C-87B4-275A8671FC77}"/>
              </a:ext>
            </a:extLst>
          </p:cNvPr>
          <p:cNvSpPr txBox="1"/>
          <p:nvPr/>
        </p:nvSpPr>
        <p:spPr>
          <a:xfrm>
            <a:off x="631895" y="5063994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27.3%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E03241DD-238C-A608-73DA-7AD5448B2E31}"/>
              </a:ext>
            </a:extLst>
          </p:cNvPr>
          <p:cNvSpPr/>
          <p:nvPr/>
        </p:nvSpPr>
        <p:spPr>
          <a:xfrm>
            <a:off x="2613979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8A722421-9B23-F02E-81EA-5423A38AF2EF}"/>
              </a:ext>
            </a:extLst>
          </p:cNvPr>
          <p:cNvSpPr txBox="1"/>
          <p:nvPr/>
        </p:nvSpPr>
        <p:spPr>
          <a:xfrm>
            <a:off x="2717496" y="4446105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88847D91-451B-E68A-ACA1-5F285A4CE945}"/>
              </a:ext>
            </a:extLst>
          </p:cNvPr>
          <p:cNvSpPr txBox="1"/>
          <p:nvPr/>
        </p:nvSpPr>
        <p:spPr>
          <a:xfrm>
            <a:off x="2717496" y="4677690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한식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787C949F-94D8-3EA8-ED69-A9BB241C0441}"/>
              </a:ext>
            </a:extLst>
          </p:cNvPr>
          <p:cNvSpPr txBox="1"/>
          <p:nvPr/>
        </p:nvSpPr>
        <p:spPr>
          <a:xfrm>
            <a:off x="2717496" y="5063994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30.9%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A4488485-CEED-6659-D818-51DC17CFB9AB}"/>
              </a:ext>
            </a:extLst>
          </p:cNvPr>
          <p:cNvSpPr/>
          <p:nvPr/>
        </p:nvSpPr>
        <p:spPr>
          <a:xfrm>
            <a:off x="517596" y="5465934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0B401FB-96C8-39A2-AAA5-3D26E4651D2D}"/>
              </a:ext>
            </a:extLst>
          </p:cNvPr>
          <p:cNvSpPr txBox="1"/>
          <p:nvPr/>
        </p:nvSpPr>
        <p:spPr>
          <a:xfrm>
            <a:off x="639305" y="5601880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매출일자</a:t>
            </a:r>
            <a:endParaRPr lang="en-US" altLang="ko-KR" sz="1000" b="1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E498D28C-32F9-A3D2-7F8E-216DE0FB2EFB}"/>
              </a:ext>
            </a:extLst>
          </p:cNvPr>
          <p:cNvSpPr txBox="1"/>
          <p:nvPr/>
        </p:nvSpPr>
        <p:spPr>
          <a:xfrm>
            <a:off x="621113" y="5833465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9월27일</a:t>
            </a:r>
            <a:endParaRPr lang="en-US" altLang="ko-KR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608F6F2-0F1C-259C-C11A-266B30CE8ACA}"/>
              </a:ext>
            </a:extLst>
          </p:cNvPr>
          <p:cNvSpPr txBox="1"/>
          <p:nvPr/>
        </p:nvSpPr>
        <p:spPr>
          <a:xfrm>
            <a:off x="631896" y="6219769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21.8%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C48067A9-35F9-DD7A-57D8-3D70F8F79EB1}"/>
              </a:ext>
            </a:extLst>
          </p:cNvPr>
          <p:cNvSpPr/>
          <p:nvPr/>
        </p:nvSpPr>
        <p:spPr>
          <a:xfrm>
            <a:off x="2613980" y="54754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C4D0532-96F1-1726-DCBD-920EE04C7667}"/>
              </a:ext>
            </a:extLst>
          </p:cNvPr>
          <p:cNvSpPr txBox="1"/>
          <p:nvPr/>
        </p:nvSpPr>
        <p:spPr>
          <a:xfrm>
            <a:off x="2735689" y="5611405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매출 유입지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240DD964-589A-2F7E-F455-C5A89D43F0E6}"/>
              </a:ext>
            </a:extLst>
          </p:cNvPr>
          <p:cNvSpPr txBox="1"/>
          <p:nvPr/>
        </p:nvSpPr>
        <p:spPr>
          <a:xfrm>
            <a:off x="2717497" y="5842990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</a:t>
            </a:r>
            <a:endParaRPr lang="en-US" altLang="ko-KR" sz="1600" dirty="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F57F31BD-8A38-E3E5-A50C-F4441F081FCC}"/>
              </a:ext>
            </a:extLst>
          </p:cNvPr>
          <p:cNvSpPr txBox="1"/>
          <p:nvPr/>
        </p:nvSpPr>
        <p:spPr>
          <a:xfrm>
            <a:off x="2728280" y="6229294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78.1%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graphicFrame>
        <p:nvGraphicFramePr>
          <p:cNvPr id="41" name="SL12_chart_1">
            <a:extLst>
              <a:ext uri="{FF2B5EF4-FFF2-40B4-BE49-F238E27FC236}">
                <a16:creationId xmlns:a16="http://schemas.microsoft.com/office/drawing/2014/main" id="{7336BEBE-8E74-87F6-F6ED-67A147E1EC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0731763"/>
              </p:ext>
            </p:extLst>
          </p:nvPr>
        </p:nvGraphicFramePr>
        <p:xfrm>
          <a:off x="4362559" y="1496935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4" name="SL12_chart_2">
            <a:extLst>
              <a:ext uri="{FF2B5EF4-FFF2-40B4-BE49-F238E27FC236}">
                <a16:creationId xmlns:a16="http://schemas.microsoft.com/office/drawing/2014/main" id="{A8FE7AAA-C213-0AF7-068E-DD85C15E3C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3527709"/>
              </p:ext>
            </p:extLst>
          </p:nvPr>
        </p:nvGraphicFramePr>
        <p:xfrm>
          <a:off x="8441977" y="1470890"/>
          <a:ext cx="2992232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5" name="SL12_chart_3">
            <a:extLst>
              <a:ext uri="{FF2B5EF4-FFF2-40B4-BE49-F238E27FC236}">
                <a16:creationId xmlns:a16="http://schemas.microsoft.com/office/drawing/2014/main" id="{B951E6F7-623C-145A-64D9-7A68A6847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0809253"/>
              </p:ext>
            </p:extLst>
          </p:nvPr>
        </p:nvGraphicFramePr>
        <p:xfrm>
          <a:off x="6061797" y="1491220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8" name="SL12_chart_4">
            <a:extLst>
              <a:ext uri="{FF2B5EF4-FFF2-40B4-BE49-F238E27FC236}">
                <a16:creationId xmlns:a16="http://schemas.microsoft.com/office/drawing/2014/main" id="{D25B9781-BC4C-7525-4429-8F23AD0B8D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6497824"/>
              </p:ext>
            </p:extLst>
          </p:nvPr>
        </p:nvGraphicFramePr>
        <p:xfrm>
          <a:off x="4970703" y="3072619"/>
          <a:ext cx="6571566" cy="1486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51" name="SL12_chart_5">
            <a:extLst>
              <a:ext uri="{FF2B5EF4-FFF2-40B4-BE49-F238E27FC236}">
                <a16:creationId xmlns:a16="http://schemas.microsoft.com/office/drawing/2014/main" id="{AB7CD23D-383C-9946-D565-F5DFAC9DB2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00241920"/>
              </p:ext>
            </p:extLst>
          </p:nvPr>
        </p:nvGraphicFramePr>
        <p:xfrm>
          <a:off x="4970703" y="4667265"/>
          <a:ext cx="6589662" cy="1809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  <p:extLst>
      <p:ext uri="{BB962C8B-B14F-4D97-AF65-F5344CB8AC3E}">
        <p14:creationId xmlns:p14="http://schemas.microsoft.com/office/powerpoint/2010/main" val="2786559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3AA7B-C0E7-71C2-9E0F-87C7782B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AAF1FB0-2A31-5E91-443F-299E4D1DDF52}"/>
              </a:ext>
            </a:extLst>
          </p:cNvPr>
          <p:cNvSpPr/>
          <p:nvPr/>
        </p:nvSpPr>
        <p:spPr>
          <a:xfrm>
            <a:off x="4254567" y="4134609"/>
            <a:ext cx="7298504" cy="256658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DDB2CF0-F88D-4942-D938-9011639EAA9C}"/>
              </a:ext>
            </a:extLst>
          </p:cNvPr>
          <p:cNvSpPr/>
          <p:nvPr/>
        </p:nvSpPr>
        <p:spPr>
          <a:xfrm>
            <a:off x="4254567" y="1061985"/>
            <a:ext cx="7298504" cy="2961376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D2DD4D8-900A-D72E-61EC-1EBFE04CACA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어느 업종에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C8567B1-76DC-3E42-7AE3-E57C068449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</a:t>
            </a:r>
            <a:endParaRPr 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AD96A53-56D4-36AC-5F93-AA9CD872E2EB}"/>
              </a:ext>
            </a:extLst>
          </p:cNvPr>
          <p:cNvGrpSpPr/>
          <p:nvPr/>
        </p:nvGrpSpPr>
        <p:grpSpPr>
          <a:xfrm>
            <a:off x="823123" y="2064813"/>
            <a:ext cx="2741148" cy="1070688"/>
            <a:chOff x="2220059" y="2918765"/>
            <a:chExt cx="1884481" cy="1200607"/>
          </a:xfrm>
        </p:grpSpPr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E67445E6-9F6B-1D16-C2F1-ABE055453F36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A451D3E3-9D16-763E-880C-9F217045D79B}"/>
                </a:ext>
              </a:extLst>
            </p:cNvPr>
            <p:cNvSpPr txBox="1"/>
            <p:nvPr/>
          </p:nvSpPr>
          <p:spPr>
            <a:xfrm>
              <a:off x="2604719" y="3049546"/>
              <a:ext cx="1164221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소비금액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28" name="Text 10">
              <a:extLst>
                <a:ext uri="{FF2B5EF4-FFF2-40B4-BE49-F238E27FC236}">
                  <a16:creationId xmlns:a16="http://schemas.microsoft.com/office/drawing/2014/main" id="{D7D85C0D-5644-092D-2F17-DA99E3C0ED78}"/>
                </a:ext>
              </a:extLst>
            </p:cNvPr>
            <p:cNvSpPr txBox="1"/>
            <p:nvPr/>
          </p:nvSpPr>
          <p:spPr>
            <a:xfrm>
              <a:off x="2220059" y="3349071"/>
              <a:ext cx="1884481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한식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A37CF6D0-8B46-0A84-FA42-B1121450FA47}"/>
                </a:ext>
              </a:extLst>
            </p:cNvPr>
            <p:cNvSpPr txBox="1"/>
            <p:nvPr/>
          </p:nvSpPr>
          <p:spPr>
            <a:xfrm>
              <a:off x="2238374" y="3835916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763,691,000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(19,389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US" sz="1000" b="1" dirty="0">
                <a:solidFill>
                  <a:srgbClr val="51545A"/>
                </a:solidFill>
              </a:endParaRPr>
            </a:p>
          </p:txBody>
        </p:sp>
      </p:grpSp>
      <p:sp>
        <p:nvSpPr>
          <p:cNvPr id="38" name="Shape 12">
            <a:extLst>
              <a:ext uri="{FF2B5EF4-FFF2-40B4-BE49-F238E27FC236}">
                <a16:creationId xmlns:a16="http://schemas.microsoft.com/office/drawing/2014/main" id="{837997E8-02B6-84C5-EC98-102DCBE30F4F}"/>
              </a:ext>
            </a:extLst>
          </p:cNvPr>
          <p:cNvSpPr/>
          <p:nvPr/>
        </p:nvSpPr>
        <p:spPr>
          <a:xfrm>
            <a:off x="831429" y="2072015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ABC0BF1-4E5A-F7A9-F0E5-A758E1B9786D}"/>
              </a:ext>
            </a:extLst>
          </p:cNvPr>
          <p:cNvGrpSpPr/>
          <p:nvPr/>
        </p:nvGrpSpPr>
        <p:grpSpPr>
          <a:xfrm>
            <a:off x="823123" y="3383930"/>
            <a:ext cx="2726224" cy="1070688"/>
            <a:chOff x="2216667" y="2918765"/>
            <a:chExt cx="1869558" cy="1200607"/>
          </a:xfrm>
        </p:grpSpPr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29E7C5CF-83B9-A5DB-BF00-750E433732F8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8">
              <a:extLst>
                <a:ext uri="{FF2B5EF4-FFF2-40B4-BE49-F238E27FC236}">
                  <a16:creationId xmlns:a16="http://schemas.microsoft.com/office/drawing/2014/main" id="{B7687A0A-02E7-9747-2ADE-E57D342943EA}"/>
                </a:ext>
              </a:extLst>
            </p:cNvPr>
            <p:cNvSpPr txBox="1"/>
            <p:nvPr/>
          </p:nvSpPr>
          <p:spPr>
            <a:xfrm>
              <a:off x="2589322" y="3049546"/>
              <a:ext cx="1188233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소비건수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46" name="Text 10">
              <a:extLst>
                <a:ext uri="{FF2B5EF4-FFF2-40B4-BE49-F238E27FC236}">
                  <a16:creationId xmlns:a16="http://schemas.microsoft.com/office/drawing/2014/main" id="{1794DBFA-A0C4-B3EB-D7EB-634395683927}"/>
                </a:ext>
              </a:extLst>
            </p:cNvPr>
            <p:cNvSpPr txBox="1"/>
            <p:nvPr/>
          </p:nvSpPr>
          <p:spPr>
            <a:xfrm>
              <a:off x="2216667" y="3374705"/>
              <a:ext cx="1866166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음료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207F486C-C20D-C875-C0AC-FF00F3AE4719}"/>
                </a:ext>
              </a:extLst>
            </p:cNvPr>
            <p:cNvSpPr txBox="1"/>
            <p:nvPr/>
          </p:nvSpPr>
          <p:spPr>
            <a:xfrm>
              <a:off x="2238374" y="3849954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371,546,000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(25,744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48" name="Shape 12">
            <a:extLst>
              <a:ext uri="{FF2B5EF4-FFF2-40B4-BE49-F238E27FC236}">
                <a16:creationId xmlns:a16="http://schemas.microsoft.com/office/drawing/2014/main" id="{2F314157-EA28-6B39-62E4-C8FDE6D71B0A}"/>
              </a:ext>
            </a:extLst>
          </p:cNvPr>
          <p:cNvSpPr/>
          <p:nvPr/>
        </p:nvSpPr>
        <p:spPr>
          <a:xfrm>
            <a:off x="850114" y="3392407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C89437E-4C26-9E9B-EB55-0911FC44E65A}"/>
              </a:ext>
            </a:extLst>
          </p:cNvPr>
          <p:cNvGrpSpPr/>
          <p:nvPr/>
        </p:nvGrpSpPr>
        <p:grpSpPr>
          <a:xfrm>
            <a:off x="823122" y="4703047"/>
            <a:ext cx="2798916" cy="1070688"/>
            <a:chOff x="2220059" y="2918765"/>
            <a:chExt cx="1899198" cy="1200607"/>
          </a:xfrm>
        </p:grpSpPr>
        <p:sp>
          <p:nvSpPr>
            <p:cNvPr id="50" name="Shape 7">
              <a:extLst>
                <a:ext uri="{FF2B5EF4-FFF2-40B4-BE49-F238E27FC236}">
                  <a16:creationId xmlns:a16="http://schemas.microsoft.com/office/drawing/2014/main" id="{71959AA3-51FF-E3BB-8EF2-BD6EC5283A6F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" name="Text 8">
              <a:extLst>
                <a:ext uri="{FF2B5EF4-FFF2-40B4-BE49-F238E27FC236}">
                  <a16:creationId xmlns:a16="http://schemas.microsoft.com/office/drawing/2014/main" id="{204DE12A-BF24-FBB9-8C14-63DDE8954A24}"/>
                </a:ext>
              </a:extLst>
            </p:cNvPr>
            <p:cNvSpPr txBox="1"/>
            <p:nvPr/>
          </p:nvSpPr>
          <p:spPr>
            <a:xfrm>
              <a:off x="2505874" y="3059133"/>
              <a:ext cx="1372286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인당 평균매출액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</a:t>
              </a:r>
              <a:endParaRPr lang="en-US" sz="1200" b="1" dirty="0"/>
            </a:p>
          </p:txBody>
        </p:sp>
        <p:sp>
          <p:nvSpPr>
            <p:cNvPr id="52" name="Text 10">
              <a:extLst>
                <a:ext uri="{FF2B5EF4-FFF2-40B4-BE49-F238E27FC236}">
                  <a16:creationId xmlns:a16="http://schemas.microsoft.com/office/drawing/2014/main" id="{44AA90C4-A796-DF2B-3861-4D1233C65C15}"/>
                </a:ext>
              </a:extLst>
            </p:cNvPr>
            <p:cNvSpPr txBox="1"/>
            <p:nvPr/>
          </p:nvSpPr>
          <p:spPr>
            <a:xfrm>
              <a:off x="2220059" y="3391794"/>
              <a:ext cx="1899198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건강보조식품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53" name="Text 11">
              <a:extLst>
                <a:ext uri="{FF2B5EF4-FFF2-40B4-BE49-F238E27FC236}">
                  <a16:creationId xmlns:a16="http://schemas.microsoft.com/office/drawing/2014/main" id="{F697691E-F775-4BE9-969E-1388AC56E523}"/>
                </a:ext>
              </a:extLst>
            </p:cNvPr>
            <p:cNvSpPr txBox="1"/>
            <p:nvPr/>
          </p:nvSpPr>
          <p:spPr>
            <a:xfrm>
              <a:off x="2256718" y="3865578"/>
              <a:ext cx="1829506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185,138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(160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54" name="Shape 12">
            <a:extLst>
              <a:ext uri="{FF2B5EF4-FFF2-40B4-BE49-F238E27FC236}">
                <a16:creationId xmlns:a16="http://schemas.microsoft.com/office/drawing/2014/main" id="{0971CC1A-2D53-9F86-1B40-E396214EE11C}"/>
              </a:ext>
            </a:extLst>
          </p:cNvPr>
          <p:cNvSpPr/>
          <p:nvPr/>
        </p:nvSpPr>
        <p:spPr>
          <a:xfrm>
            <a:off x="854777" y="4711524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13_chart_1">
            <a:extLst>
              <a:ext uri="{FF2B5EF4-FFF2-40B4-BE49-F238E27FC236}">
                <a16:creationId xmlns:a16="http://schemas.microsoft.com/office/drawing/2014/main" id="{E6ADC9E2-79A0-E311-7D15-6F47BCEDE3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0284859"/>
              </p:ext>
            </p:extLst>
          </p:nvPr>
        </p:nvGraphicFramePr>
        <p:xfrm>
          <a:off x="4552113" y="1131649"/>
          <a:ext cx="6695445" cy="28812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SL13_chart_2">
            <a:extLst>
              <a:ext uri="{FF2B5EF4-FFF2-40B4-BE49-F238E27FC236}">
                <a16:creationId xmlns:a16="http://schemas.microsoft.com/office/drawing/2014/main" id="{6FC5C9B0-B634-14DE-02D9-9F5F3FEEC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3002064"/>
              </p:ext>
            </p:extLst>
          </p:nvPr>
        </p:nvGraphicFramePr>
        <p:xfrm>
          <a:off x="4552113" y="4151440"/>
          <a:ext cx="6790594" cy="2444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03B9E2F2-121D-9CED-2B3B-E9B2D11964DA}"/>
              </a:ext>
            </a:extLst>
          </p:cNvPr>
          <p:cNvSpPr/>
          <p:nvPr/>
        </p:nvSpPr>
        <p:spPr>
          <a:xfrm>
            <a:off x="5244317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42677078-4C0D-735B-FF52-916A9E91182E}"/>
              </a:ext>
            </a:extLst>
          </p:cNvPr>
          <p:cNvSpPr/>
          <p:nvPr/>
        </p:nvSpPr>
        <p:spPr>
          <a:xfrm>
            <a:off x="10481379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7FA079F-FF85-7E94-5C54-1E430A6216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273200" y="-332105"/>
            <a:ext cx="56533" cy="162224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97AF3A0-EC70-096C-6695-9B3FDE13C6F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510263" y="-333737"/>
            <a:ext cx="56533" cy="1622240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DE8F4B0A-7063-CA74-99C7-0A0F6543BD73}"/>
              </a:ext>
            </a:extLst>
          </p:cNvPr>
          <p:cNvSpPr/>
          <p:nvPr/>
        </p:nvSpPr>
        <p:spPr>
          <a:xfrm>
            <a:off x="10481379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3807BAE-2DEA-6299-C7DE-5820DF3F543F}"/>
              </a:ext>
            </a:extLst>
          </p:cNvPr>
          <p:cNvSpPr/>
          <p:nvPr/>
        </p:nvSpPr>
        <p:spPr>
          <a:xfrm>
            <a:off x="5199098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9A3A297-CEE6-A8C4-F0FB-DCED78175C9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985" r="48389" b="80265"/>
          <a:stretch>
            <a:fillRect/>
          </a:stretch>
        </p:blipFill>
        <p:spPr>
          <a:xfrm flipH="1">
            <a:off x="10510259" y="4023362"/>
            <a:ext cx="56536" cy="2647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71FBE071-E733-473F-2F77-141FB5E8C2C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829" r="48389" b="80265"/>
          <a:stretch>
            <a:fillRect/>
          </a:stretch>
        </p:blipFill>
        <p:spPr>
          <a:xfrm flipH="1">
            <a:off x="5230381" y="4023360"/>
            <a:ext cx="56535" cy="26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3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F340-4282-60AE-75DB-FBF250E2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2703C0E-D2FB-3746-008B-6F108DAE5573}"/>
              </a:ext>
            </a:extLst>
          </p:cNvPr>
          <p:cNvSpPr/>
          <p:nvPr/>
        </p:nvSpPr>
        <p:spPr>
          <a:xfrm>
            <a:off x="5526365" y="12406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E62D64-5C88-ED6A-2295-BFEAE25FDCBF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성별이 어디에 얼만큼 썼을까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6AEB9A-EBF5-9560-1770-01E37BE29928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09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DAF4C38-4F3F-DB6E-6C9A-791AF25436F9}"/>
              </a:ext>
            </a:extLst>
          </p:cNvPr>
          <p:cNvSpPr/>
          <p:nvPr/>
        </p:nvSpPr>
        <p:spPr>
          <a:xfrm>
            <a:off x="65037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85ADE4C9-C4D7-23C1-D01E-49E2FA6E6C9C}"/>
              </a:ext>
            </a:extLst>
          </p:cNvPr>
          <p:cNvSpPr/>
          <p:nvPr/>
        </p:nvSpPr>
        <p:spPr>
          <a:xfrm>
            <a:off x="10619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D9558EA-38F1-F9E0-A4D1-74BF0F2BBD7D}"/>
              </a:ext>
            </a:extLst>
          </p:cNvPr>
          <p:cNvGrpSpPr/>
          <p:nvPr/>
        </p:nvGrpSpPr>
        <p:grpSpPr>
          <a:xfrm>
            <a:off x="414783" y="1492398"/>
            <a:ext cx="4892102" cy="2374923"/>
            <a:chOff x="1374157" y="1341837"/>
            <a:chExt cx="4202959" cy="2374923"/>
          </a:xfrm>
        </p:grpSpPr>
        <p:sp>
          <p:nvSpPr>
            <p:cNvPr id="41" name="Shape 7">
              <a:extLst>
                <a:ext uri="{FF2B5EF4-FFF2-40B4-BE49-F238E27FC236}">
                  <a16:creationId xmlns:a16="http://schemas.microsoft.com/office/drawing/2014/main" id="{B90AD320-3AE7-F971-F267-1D6F9832423F}"/>
                </a:ext>
              </a:extLst>
            </p:cNvPr>
            <p:cNvSpPr/>
            <p:nvPr/>
          </p:nvSpPr>
          <p:spPr>
            <a:xfrm>
              <a:off x="1374157" y="1341837"/>
              <a:ext cx="4202959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22FED160-F3C4-DC8D-3073-381E428C59D3}"/>
                </a:ext>
              </a:extLst>
            </p:cNvPr>
            <p:cNvSpPr txBox="1"/>
            <p:nvPr/>
          </p:nvSpPr>
          <p:spPr>
            <a:xfrm>
              <a:off x="1374158" y="2009937"/>
              <a:ext cx="4202957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한식 </a:t>
              </a:r>
              <a:r>
                <a:rPr lang="en-US" altLang="ko-KR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(35.1%)</a:t>
              </a:r>
              <a:endParaRPr lang="en-US" dirty="0">
                <a:solidFill>
                  <a:srgbClr val="2B5880"/>
                </a:solidFill>
              </a:endParaRPr>
            </a:p>
          </p:txBody>
        </p:sp>
        <p:sp>
          <p:nvSpPr>
            <p:cNvPr id="34" name="Text 9">
              <a:extLst>
                <a:ext uri="{FF2B5EF4-FFF2-40B4-BE49-F238E27FC236}">
                  <a16:creationId xmlns:a16="http://schemas.microsoft.com/office/drawing/2014/main" id="{D9331D8E-5DB2-DE6A-6F5B-B1D589483E89}"/>
                </a:ext>
              </a:extLst>
            </p:cNvPr>
            <p:cNvSpPr txBox="1"/>
            <p:nvPr/>
          </p:nvSpPr>
          <p:spPr>
            <a:xfrm>
              <a:off x="1374158" y="2431208"/>
              <a:ext cx="4202958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음료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(11.5%)</a:t>
              </a:r>
              <a:endParaRPr lang="en-US" sz="1600" dirty="0">
                <a:solidFill>
                  <a:srgbClr val="7F7F7F"/>
                </a:solidFill>
              </a:endParaRPr>
            </a:p>
          </p:txBody>
        </p:sp>
        <p:sp>
          <p:nvSpPr>
            <p:cNvPr id="35" name="Text 9">
              <a:extLst>
                <a:ext uri="{FF2B5EF4-FFF2-40B4-BE49-F238E27FC236}">
                  <a16:creationId xmlns:a16="http://schemas.microsoft.com/office/drawing/2014/main" id="{6885CAF2-04D6-6786-AEEA-ABA7A1E28A81}"/>
                </a:ext>
              </a:extLst>
            </p:cNvPr>
            <p:cNvSpPr txBox="1"/>
            <p:nvPr/>
          </p:nvSpPr>
          <p:spPr>
            <a:xfrm>
              <a:off x="1374158" y="2949970"/>
              <a:ext cx="420295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양식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(10.3%)</a:t>
              </a:r>
              <a:endParaRPr lang="en-US" sz="1200" dirty="0">
                <a:solidFill>
                  <a:srgbClr val="7F7F7F"/>
                </a:solidFill>
              </a:endParaRPr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63DF13E-C933-4FBE-68B2-26D00C2AF590}"/>
                </a:ext>
              </a:extLst>
            </p:cNvPr>
            <p:cNvSpPr/>
            <p:nvPr/>
          </p:nvSpPr>
          <p:spPr>
            <a:xfrm>
              <a:off x="2480274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F45FE448-2537-85F5-2BD7-AF0FA1C8A3FA}"/>
                </a:ext>
              </a:extLst>
            </p:cNvPr>
            <p:cNvSpPr txBox="1"/>
            <p:nvPr/>
          </p:nvSpPr>
          <p:spPr>
            <a:xfrm>
              <a:off x="2564118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남성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F55440B-B21F-0EFE-D261-5A7FDF81A528}"/>
              </a:ext>
            </a:extLst>
          </p:cNvPr>
          <p:cNvGrpSpPr/>
          <p:nvPr/>
        </p:nvGrpSpPr>
        <p:grpSpPr>
          <a:xfrm>
            <a:off x="79248" y="3929916"/>
            <a:ext cx="5588705" cy="2374923"/>
            <a:chOff x="-131476" y="1341837"/>
            <a:chExt cx="4706845" cy="2374923"/>
          </a:xfrm>
        </p:grpSpPr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E6111466-9456-4653-478B-20DDE4BB173F}"/>
                </a:ext>
              </a:extLst>
            </p:cNvPr>
            <p:cNvSpPr/>
            <p:nvPr/>
          </p:nvSpPr>
          <p:spPr>
            <a:xfrm>
              <a:off x="165786" y="1341837"/>
              <a:ext cx="4105486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59164859-E0D7-9D35-9026-FF8014BB3E39}"/>
                </a:ext>
              </a:extLst>
            </p:cNvPr>
            <p:cNvSpPr txBox="1"/>
            <p:nvPr/>
          </p:nvSpPr>
          <p:spPr>
            <a:xfrm>
              <a:off x="-131476" y="2009937"/>
              <a:ext cx="4706845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한식 </a:t>
              </a:r>
              <a:r>
                <a:rPr lang="en-US" altLang="ko-KR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(26.7%)</a:t>
              </a: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12D02D10-B6F3-334F-1147-2D93AD61D0DB}"/>
                </a:ext>
              </a:extLst>
            </p:cNvPr>
            <p:cNvSpPr txBox="1"/>
            <p:nvPr/>
          </p:nvSpPr>
          <p:spPr>
            <a:xfrm>
              <a:off x="165787" y="2431208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음료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(18.6%)</a:t>
              </a:r>
              <a:endParaRPr lang="en-US" altLang="ko-KR" sz="1600" dirty="0">
                <a:solidFill>
                  <a:srgbClr val="7F7F7F"/>
                </a:solidFill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8E3190FA-08B9-865D-221B-C1B2AE2CB987}"/>
                </a:ext>
              </a:extLst>
            </p:cNvPr>
            <p:cNvSpPr txBox="1"/>
            <p:nvPr/>
          </p:nvSpPr>
          <p:spPr>
            <a:xfrm>
              <a:off x="165787" y="2949970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양식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(11.7%)</a:t>
              </a:r>
              <a:endParaRPr lang="en-US" altLang="ko-KR" sz="1200" dirty="0">
                <a:solidFill>
                  <a:srgbClr val="7F7F7F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C59461A4-F9E8-8EC6-7FF8-04411E7337C4}"/>
                </a:ext>
              </a:extLst>
            </p:cNvPr>
            <p:cNvSpPr/>
            <p:nvPr/>
          </p:nvSpPr>
          <p:spPr>
            <a:xfrm>
              <a:off x="1145841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 3">
              <a:extLst>
                <a:ext uri="{FF2B5EF4-FFF2-40B4-BE49-F238E27FC236}">
                  <a16:creationId xmlns:a16="http://schemas.microsoft.com/office/drawing/2014/main" id="{29CD019C-0154-7F19-0629-3279F3AE0F2B}"/>
                </a:ext>
              </a:extLst>
            </p:cNvPr>
            <p:cNvSpPr txBox="1"/>
            <p:nvPr/>
          </p:nvSpPr>
          <p:spPr>
            <a:xfrm>
              <a:off x="1229685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여성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35E70A17-4CE5-FBEF-4E9A-08874761A4C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29103" y="-4954"/>
            <a:ext cx="56533" cy="162224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DA0D609-0328-9461-0B41-6C420033D08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5804" y="5668"/>
            <a:ext cx="56533" cy="1622240"/>
          </a:xfrm>
          <a:prstGeom prst="rect">
            <a:avLst/>
          </a:prstGeom>
        </p:spPr>
      </p:pic>
      <p:graphicFrame>
        <p:nvGraphicFramePr>
          <p:cNvPr id="21" name="SL14_chart">
            <a:extLst>
              <a:ext uri="{FF2B5EF4-FFF2-40B4-BE49-F238E27FC236}">
                <a16:creationId xmlns:a16="http://schemas.microsoft.com/office/drawing/2014/main" id="{1B3D5461-ADA4-F45C-6C75-7F1946581A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558389"/>
              </p:ext>
            </p:extLst>
          </p:nvPr>
        </p:nvGraphicFramePr>
        <p:xfrm>
          <a:off x="5659837" y="1394460"/>
          <a:ext cx="5901542" cy="5033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03910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1241-6BD4-3D93-5897-1B7CDA1F6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2D9D41D-7837-BFEF-68B3-3F747A628C18}"/>
              </a:ext>
            </a:extLst>
          </p:cNvPr>
          <p:cNvSpPr/>
          <p:nvPr/>
        </p:nvSpPr>
        <p:spPr>
          <a:xfrm>
            <a:off x="5198762" y="925535"/>
            <a:ext cx="6679731" cy="560308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A4A0AA6-84D3-5F5A-E8CA-B95628DCE883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어디에 얼만큼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083F62A-8E42-C5FC-EBC9-16373DBA68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EC5B37B-51FB-DA8D-5C2E-C87411D21E25}"/>
              </a:ext>
            </a:extLst>
          </p:cNvPr>
          <p:cNvSpPr/>
          <p:nvPr/>
        </p:nvSpPr>
        <p:spPr>
          <a:xfrm>
            <a:off x="6218961" y="1142337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47C2DDB-F0B3-CB53-5060-A2FA554B6439}"/>
              </a:ext>
            </a:extLst>
          </p:cNvPr>
          <p:cNvSpPr/>
          <p:nvPr/>
        </p:nvSpPr>
        <p:spPr>
          <a:xfrm>
            <a:off x="10791524" y="1141691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77DEF-C4BC-B4C5-A6C9-C43F64906561}"/>
              </a:ext>
            </a:extLst>
          </p:cNvPr>
          <p:cNvSpPr txBox="1"/>
          <p:nvPr/>
        </p:nvSpPr>
        <p:spPr>
          <a:xfrm>
            <a:off x="7710669" y="1111576"/>
            <a:ext cx="165591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연령대별 업종별 소비금액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928614A-562A-B20E-A95F-B0D095138A1F}"/>
              </a:ext>
            </a:extLst>
          </p:cNvPr>
          <p:cNvSpPr txBox="1"/>
          <p:nvPr/>
        </p:nvSpPr>
        <p:spPr>
          <a:xfrm>
            <a:off x="584654" y="228321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30대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2DF3E4E-EFB7-2FC0-7386-4327694184D4}"/>
              </a:ext>
            </a:extLst>
          </p:cNvPr>
          <p:cNvSpPr txBox="1"/>
          <p:nvPr/>
        </p:nvSpPr>
        <p:spPr>
          <a:xfrm>
            <a:off x="26537" y="3173189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27.3%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가장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4E48A1E-C05B-0DAA-ABFA-AB2A3590C5A6}"/>
              </a:ext>
            </a:extLst>
          </p:cNvPr>
          <p:cNvSpPr/>
          <p:nvPr/>
        </p:nvSpPr>
        <p:spPr>
          <a:xfrm>
            <a:off x="786106" y="4511760"/>
            <a:ext cx="3725445" cy="1207654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17">
            <a:extLst>
              <a:ext uri="{FF2B5EF4-FFF2-40B4-BE49-F238E27FC236}">
                <a16:creationId xmlns:a16="http://schemas.microsoft.com/office/drawing/2014/main" id="{AE67BCF1-2CC1-6780-5A7D-6AB9B3807E46}"/>
              </a:ext>
            </a:extLst>
          </p:cNvPr>
          <p:cNvSpPr/>
          <p:nvPr/>
        </p:nvSpPr>
        <p:spPr>
          <a:xfrm>
            <a:off x="786106" y="4511759"/>
            <a:ext cx="46454" cy="120765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18">
            <a:extLst>
              <a:ext uri="{FF2B5EF4-FFF2-40B4-BE49-F238E27FC236}">
                <a16:creationId xmlns:a16="http://schemas.microsoft.com/office/drawing/2014/main" id="{EB6D3550-6E40-2CD0-9EB8-8683B2E51262}"/>
              </a:ext>
            </a:extLst>
          </p:cNvPr>
          <p:cNvSpPr txBox="1"/>
          <p:nvPr/>
        </p:nvSpPr>
        <p:spPr>
          <a:xfrm>
            <a:off x="976300" y="4663549"/>
            <a:ext cx="28744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연령대별 매출금액</a:t>
            </a:r>
            <a:endParaRPr lang="en-US" sz="11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C8D7B1B1-CA72-5405-BE91-C100C173D0AF}"/>
              </a:ext>
            </a:extLst>
          </p:cNvPr>
          <p:cNvSpPr txBox="1"/>
          <p:nvPr/>
        </p:nvSpPr>
        <p:spPr>
          <a:xfrm>
            <a:off x="976301" y="4948156"/>
            <a:ext cx="2579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424백만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(17.2%)</a:t>
            </a:r>
            <a:endParaRPr lang="en-US" sz="1000" b="1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29A3BB2F-C830-611D-077F-CBD45AB1A460}"/>
              </a:ext>
            </a:extLst>
          </p:cNvPr>
          <p:cNvSpPr txBox="1"/>
          <p:nvPr/>
        </p:nvSpPr>
        <p:spPr>
          <a:xfrm>
            <a:off x="976301" y="51538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670백만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(27.1%)</a:t>
            </a:r>
            <a:endParaRPr lang="en-US" altLang="ko-KR" sz="1000" b="1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1B4F4B1B-BA6B-E86E-D01F-4EFEF2BD7AB6}"/>
              </a:ext>
            </a:extLst>
          </p:cNvPr>
          <p:cNvSpPr txBox="1"/>
          <p:nvPr/>
        </p:nvSpPr>
        <p:spPr>
          <a:xfrm>
            <a:off x="976301" y="53596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655백만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(26.5%)</a:t>
            </a:r>
            <a:endParaRPr lang="en-US" altLang="ko-KR" sz="1000" b="1" dirty="0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D0DCEC4F-B3E7-8311-6AC9-F5823862658C}"/>
              </a:ext>
            </a:extLst>
          </p:cNvPr>
          <p:cNvSpPr txBox="1"/>
          <p:nvPr/>
        </p:nvSpPr>
        <p:spPr>
          <a:xfrm>
            <a:off x="2721842" y="4942256"/>
            <a:ext cx="20787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399백만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(16.1%)</a:t>
            </a:r>
            <a:endParaRPr lang="en-US" sz="1000" b="1" dirty="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BC288ADC-7A2C-D41C-F982-4483E3645B16}"/>
              </a:ext>
            </a:extLst>
          </p:cNvPr>
          <p:cNvSpPr txBox="1"/>
          <p:nvPr/>
        </p:nvSpPr>
        <p:spPr>
          <a:xfrm>
            <a:off x="2721842" y="51479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221백만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(8.9%)</a:t>
            </a:r>
            <a:endParaRPr lang="en-US" altLang="ko-KR" sz="1000" b="1" dirty="0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BB9FF363-1EB4-0B37-FB67-007E796CBEF8}"/>
              </a:ext>
            </a:extLst>
          </p:cNvPr>
          <p:cNvSpPr txBox="1"/>
          <p:nvPr/>
        </p:nvSpPr>
        <p:spPr>
          <a:xfrm>
            <a:off x="2721842" y="53537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90백만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(3.6%)</a:t>
            </a:r>
            <a:endParaRPr lang="en-US" altLang="ko-KR" sz="1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3AC51E-5397-A442-E8BE-9354FACA374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40405" y="-723899"/>
            <a:ext cx="62320" cy="19415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D499F76-FE13-A806-71C0-976099FA26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813274" y="-730249"/>
            <a:ext cx="62320" cy="1941534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7681" y="1505665"/>
            <a:ext cx="6314811" cy="4848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52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F78A-6171-ACFB-117C-EC4A955CB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EA4805B-757E-9F0E-028A-2FF7D672BAE0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100C47-C3D1-4305-73AC-C29F4706ADD7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84331CE-2F2B-48FD-1F3B-2929CEF14E7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9073B97-52C3-E615-8D48-7B4B6DD0A827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691FD060-6FF3-E974-9137-4EFA901101E9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AAE8DAA-B506-D948-7D28-27AA1256995E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EBC1DDE1-16F8-8D09-5FB6-AF634A0EF23A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F0989B3B-9893-1C22-4FA5-5B3213005B6D}"/>
              </a:ext>
            </a:extLst>
          </p:cNvPr>
          <p:cNvSpPr txBox="1"/>
          <p:nvPr/>
        </p:nvSpPr>
        <p:spPr>
          <a:xfrm>
            <a:off x="1243428" y="2293266"/>
            <a:ext cx="287137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64BFC21F-6D26-712F-E7D1-598D2D3FC137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87F9A853-8777-5133-6AB8-4CDE6D4BC47A}"/>
              </a:ext>
            </a:extLst>
          </p:cNvPr>
          <p:cNvSpPr txBox="1"/>
          <p:nvPr/>
        </p:nvSpPr>
        <p:spPr>
          <a:xfrm>
            <a:off x="160022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11.7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3DA0B5A4-D0D5-DEA6-C8D9-BDB475A6D922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18시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100AD34F-82EF-E2FF-9C8A-319671E9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63" name="Shape 16">
            <a:extLst>
              <a:ext uri="{FF2B5EF4-FFF2-40B4-BE49-F238E27FC236}">
                <a16:creationId xmlns:a16="http://schemas.microsoft.com/office/drawing/2014/main" id="{D5C705A4-6D9E-B93C-365D-74C6B2099167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760540C5-A3A6-0078-49D3-6D266F544768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EA51AE09-C407-18E8-08E0-16B22F5634F1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252B9F83-3026-B1B1-A924-CA2EBA2E040A}"/>
              </a:ext>
            </a:extLst>
          </p:cNvPr>
          <p:cNvSpPr txBox="1"/>
          <p:nvPr/>
        </p:nvSpPr>
        <p:spPr>
          <a:xfrm>
            <a:off x="930890" y="4142832"/>
            <a:ext cx="33325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19시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ADB8BE9-E843-D555-FE18-9262B6334A41}"/>
              </a:ext>
            </a:extLst>
          </p:cNvPr>
          <p:cNvSpPr txBox="1"/>
          <p:nvPr/>
        </p:nvSpPr>
        <p:spPr>
          <a:xfrm>
            <a:off x="930890" y="4348572"/>
            <a:ext cx="31267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음료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15시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1CD29CB5-DC70-F12A-2973-FD6B2D836D92}"/>
              </a:ext>
            </a:extLst>
          </p:cNvPr>
          <p:cNvSpPr txBox="1"/>
          <p:nvPr/>
        </p:nvSpPr>
        <p:spPr>
          <a:xfrm>
            <a:off x="930890" y="4554312"/>
            <a:ext cx="33915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양식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19시</a:t>
            </a:r>
            <a:endParaRPr lang="en-US" altLang="ko-KR" sz="1000" dirty="0"/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03D13E21-A0B6-6479-7FCE-FA419A93C3FF}"/>
              </a:ext>
            </a:extLst>
          </p:cNvPr>
          <p:cNvSpPr txBox="1"/>
          <p:nvPr/>
        </p:nvSpPr>
        <p:spPr>
          <a:xfrm>
            <a:off x="930890" y="4765768"/>
            <a:ext cx="327154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간이음식점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18시</a:t>
            </a:r>
            <a:endParaRPr lang="en-US" altLang="ko-KR" sz="1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E3D06A5-8C5D-D87C-8A4E-3F38639AFC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242C4E-46E3-6831-646D-519B113C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1A1CA7A-B1EB-6CFF-FE28-854B424AADC2}"/>
              </a:ext>
            </a:extLst>
          </p:cNvPr>
          <p:cNvSpPr txBox="1"/>
          <p:nvPr/>
        </p:nvSpPr>
        <p:spPr>
          <a:xfrm>
            <a:off x="930890" y="4977224"/>
            <a:ext cx="32982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양약국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11시</a:t>
            </a:r>
            <a:endParaRPr lang="en-US" altLang="ko-KR" sz="1000" dirty="0"/>
          </a:p>
        </p:txBody>
      </p:sp>
      <p:graphicFrame>
        <p:nvGraphicFramePr>
          <p:cNvPr id="13" name="SL16_chart">
            <a:extLst>
              <a:ext uri="{FF2B5EF4-FFF2-40B4-BE49-F238E27FC236}">
                <a16:creationId xmlns:a16="http://schemas.microsoft.com/office/drawing/2014/main" id="{83189618-277B-32C6-8F8C-36D1414797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8006148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5DC439-40D5-E079-4F01-A828EFC5CCCE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B1C8F93-DF92-857D-3539-968783B602FA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BB6E8D-E2E0-A67C-21FC-C2B833C1FC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8B47B8D-4A1B-A6D9-B7AA-CDF062ACAD7A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99DD9E6-3A52-AEDE-5985-7DEDDFAEFA38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9C2BD7-A309-0680-D76D-625AF5A7F69E}"/>
              </a:ext>
            </a:extLst>
          </p:cNvPr>
          <p:cNvSpPr txBox="1"/>
          <p:nvPr/>
        </p:nvSpPr>
        <p:spPr>
          <a:xfrm>
            <a:off x="5470550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한식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5FABAB-4C67-02E7-D1CA-4E91F1578F3C}"/>
              </a:ext>
            </a:extLst>
          </p:cNvPr>
          <p:cNvSpPr txBox="1"/>
          <p:nvPr/>
        </p:nvSpPr>
        <p:spPr>
          <a:xfrm>
            <a:off x="6650010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음료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1ACFA0-899A-CCE0-0ADF-80FF086BDCEF}"/>
              </a:ext>
            </a:extLst>
          </p:cNvPr>
          <p:cNvSpPr txBox="1"/>
          <p:nvPr/>
        </p:nvSpPr>
        <p:spPr>
          <a:xfrm>
            <a:off x="7829073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양식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85EE0-07C5-4605-7790-C0EABD611A5D}"/>
              </a:ext>
            </a:extLst>
          </p:cNvPr>
          <p:cNvSpPr txBox="1"/>
          <p:nvPr/>
        </p:nvSpPr>
        <p:spPr>
          <a:xfrm>
            <a:off x="9010344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간이음식점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F5D2F-53AC-8608-F5FC-87150D53D1FD}"/>
              </a:ext>
            </a:extLst>
          </p:cNvPr>
          <p:cNvSpPr txBox="1"/>
          <p:nvPr/>
        </p:nvSpPr>
        <p:spPr>
          <a:xfrm>
            <a:off x="10190427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양약국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646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52B0D-6DC8-F861-2684-26A1DB8B8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0229BF4-9E42-A73C-6993-C8FBDE116D0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6B129FD3-93CF-2167-BA77-A6BF91820C71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F99136CE-4400-394E-F54F-EA0B282EB824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9C075718-0800-07DB-7011-6A8F2B098CD7}"/>
              </a:ext>
            </a:extLst>
          </p:cNvPr>
          <p:cNvSpPr txBox="1"/>
          <p:nvPr/>
        </p:nvSpPr>
        <p:spPr>
          <a:xfrm>
            <a:off x="1243428" y="2293266"/>
            <a:ext cx="296281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AACF5E46-ACA0-CD1B-0F86-E8DAF38A9891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39A18BAF-5BA9-7959-5CCE-C27960C4FFB2}"/>
              </a:ext>
            </a:extLst>
          </p:cNvPr>
          <p:cNvSpPr txBox="1"/>
          <p:nvPr/>
        </p:nvSpPr>
        <p:spPr>
          <a:xfrm>
            <a:off x="160022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10.7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78A66CFF-73B0-E7FD-47A5-7E24545AFDA8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02DCD065-EAEC-F77F-25D8-59E28566EFF6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41F8636F-55F0-716B-76E9-F6A7EC4CBFB5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소비건수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1F7263FD-FFF2-0F26-1668-781AB3C7DFCF}"/>
              </a:ext>
            </a:extLst>
          </p:cNvPr>
          <p:cNvSpPr txBox="1"/>
          <p:nvPr/>
        </p:nvSpPr>
        <p:spPr>
          <a:xfrm>
            <a:off x="930890" y="414283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음료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15시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1B475FBB-5624-B0F6-1696-436E06A3A68C}"/>
              </a:ext>
            </a:extLst>
          </p:cNvPr>
          <p:cNvSpPr txBox="1"/>
          <p:nvPr/>
        </p:nvSpPr>
        <p:spPr>
          <a:xfrm>
            <a:off x="930890" y="434857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18시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798826C5-6B33-C164-A5B9-B5ED39A42F6A}"/>
              </a:ext>
            </a:extLst>
          </p:cNvPr>
          <p:cNvSpPr txBox="1"/>
          <p:nvPr/>
        </p:nvSpPr>
        <p:spPr>
          <a:xfrm>
            <a:off x="930890" y="4554312"/>
            <a:ext cx="3355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편의점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18시</a:t>
            </a:r>
            <a:endParaRPr lang="en-US" altLang="ko-KR" sz="1000" dirty="0"/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66CDBCD9-DE80-DB9D-7496-20532EAF09A9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18시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D332B250-6C0D-1A5E-B5FC-1654CB0D2A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2" name="Text 20">
            <a:extLst>
              <a:ext uri="{FF2B5EF4-FFF2-40B4-BE49-F238E27FC236}">
                <a16:creationId xmlns:a16="http://schemas.microsoft.com/office/drawing/2014/main" id="{745431A2-3DD5-DCD9-7DCD-B5E7F8F09F96}"/>
              </a:ext>
            </a:extLst>
          </p:cNvPr>
          <p:cNvSpPr txBox="1"/>
          <p:nvPr/>
        </p:nvSpPr>
        <p:spPr>
          <a:xfrm>
            <a:off x="930890" y="4765768"/>
            <a:ext cx="30581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간이음식점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18시</a:t>
            </a:r>
            <a:endParaRPr lang="en-US" altLang="ko-KR" sz="10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E1E38C1-940A-2AF7-B369-712707A5639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12</a:t>
            </a:r>
            <a:endParaRPr 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C411D6-BBE7-B7D7-C098-66ADA5902D4E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AC2E038-590B-F537-26B3-E46699AE9684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463CA0-1184-79BA-E350-36B9BB0F1A6B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C6F4948-51C4-7455-B650-3E80B605C0E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69305-CBDD-B7DC-55E1-9F1F9DE6C7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14" name="Text 20">
            <a:extLst>
              <a:ext uri="{FF2B5EF4-FFF2-40B4-BE49-F238E27FC236}">
                <a16:creationId xmlns:a16="http://schemas.microsoft.com/office/drawing/2014/main" id="{818FEF9E-E6A4-65D1-EF35-07758F3773D8}"/>
              </a:ext>
            </a:extLst>
          </p:cNvPr>
          <p:cNvSpPr txBox="1"/>
          <p:nvPr/>
        </p:nvSpPr>
        <p:spPr>
          <a:xfrm>
            <a:off x="930890" y="4977224"/>
            <a:ext cx="3391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PC방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17시</a:t>
            </a:r>
            <a:endParaRPr lang="en-US" altLang="ko-KR" sz="1000" dirty="0"/>
          </a:p>
        </p:txBody>
      </p:sp>
      <p:graphicFrame>
        <p:nvGraphicFramePr>
          <p:cNvPr id="3" name="SL17_chart">
            <a:extLst>
              <a:ext uri="{FF2B5EF4-FFF2-40B4-BE49-F238E27FC236}">
                <a16:creationId xmlns:a16="http://schemas.microsoft.com/office/drawing/2014/main" id="{0032D4F8-9DDA-F4B7-C30E-374100401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1958357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DC70CC39-A418-584E-D7D2-AFB27B91F010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53775B7-F7E2-54C4-CFB1-47B2CF1B6BD6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FE8850E-E0E7-9BA1-ADA1-489D9D2410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2A0497-DD37-4C0A-61F3-EFE59A3FEC9C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BEBF4BB-C306-2D73-5A52-64ABAF459633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B6727D-6627-5846-90C6-57791C216339}"/>
              </a:ext>
            </a:extLst>
          </p:cNvPr>
          <p:cNvSpPr txBox="1"/>
          <p:nvPr/>
        </p:nvSpPr>
        <p:spPr>
          <a:xfrm>
            <a:off x="5470550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음료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AE2AF4-F463-21DA-A887-036E891301F8}"/>
              </a:ext>
            </a:extLst>
          </p:cNvPr>
          <p:cNvSpPr txBox="1"/>
          <p:nvPr/>
        </p:nvSpPr>
        <p:spPr>
          <a:xfrm>
            <a:off x="6650010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한식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67A149-82F3-3B1F-220B-491B24BA0DFC}"/>
              </a:ext>
            </a:extLst>
          </p:cNvPr>
          <p:cNvSpPr txBox="1"/>
          <p:nvPr/>
        </p:nvSpPr>
        <p:spPr>
          <a:xfrm>
            <a:off x="7829073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편의점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8FA764-CC81-752B-9A7E-9530A1C3F650}"/>
              </a:ext>
            </a:extLst>
          </p:cNvPr>
          <p:cNvSpPr txBox="1"/>
          <p:nvPr/>
        </p:nvSpPr>
        <p:spPr>
          <a:xfrm>
            <a:off x="9010344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간이음식점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8153C8-6625-9AB0-4699-531668FE9FA6}"/>
              </a:ext>
            </a:extLst>
          </p:cNvPr>
          <p:cNvSpPr txBox="1"/>
          <p:nvPr/>
        </p:nvSpPr>
        <p:spPr>
          <a:xfrm>
            <a:off x="10190427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PC방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381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F38F8-84D2-83EF-A48F-CA590180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F442369-3476-86AD-D96A-29D243070086}"/>
              </a:ext>
            </a:extLst>
          </p:cNvPr>
          <p:cNvSpPr>
            <a:spLocks noChangeAspect="1"/>
          </p:cNvSpPr>
          <p:nvPr/>
        </p:nvSpPr>
        <p:spPr>
          <a:xfrm>
            <a:off x="4663524" y="1266275"/>
            <a:ext cx="7207578" cy="4534263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A4BBBCA-21DC-DCC6-5EAA-2E402C9337E4}"/>
              </a:ext>
            </a:extLst>
          </p:cNvPr>
          <p:cNvSpPr txBox="1"/>
          <p:nvPr/>
        </p:nvSpPr>
        <p:spPr>
          <a:xfrm>
            <a:off x="712501" y="686446"/>
            <a:ext cx="4888196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온 사람들이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3205CE7-37DF-311A-BE22-320D097F99A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13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79E5842-014B-B341-D206-3100214E2B5B}"/>
              </a:ext>
            </a:extLst>
          </p:cNvPr>
          <p:cNvSpPr/>
          <p:nvPr/>
        </p:nvSpPr>
        <p:spPr>
          <a:xfrm>
            <a:off x="5775767" y="1359875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BFEEACF0-9B00-4C46-9703-32A1C3ABFDF1}"/>
              </a:ext>
            </a:extLst>
          </p:cNvPr>
          <p:cNvSpPr/>
          <p:nvPr/>
        </p:nvSpPr>
        <p:spPr>
          <a:xfrm>
            <a:off x="10577086" y="1365076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7">
            <a:extLst>
              <a:ext uri="{FF2B5EF4-FFF2-40B4-BE49-F238E27FC236}">
                <a16:creationId xmlns:a16="http://schemas.microsoft.com/office/drawing/2014/main" id="{EC421307-905F-B307-A4D8-AEBBA525F637}"/>
              </a:ext>
            </a:extLst>
          </p:cNvPr>
          <p:cNvSpPr/>
          <p:nvPr/>
        </p:nvSpPr>
        <p:spPr>
          <a:xfrm>
            <a:off x="2588823" y="3652953"/>
            <a:ext cx="1866166" cy="1466699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874D5E02-AB90-38AB-1341-72E77DAAE51C}"/>
              </a:ext>
            </a:extLst>
          </p:cNvPr>
          <p:cNvSpPr txBox="1"/>
          <p:nvPr/>
        </p:nvSpPr>
        <p:spPr>
          <a:xfrm>
            <a:off x="2995977" y="3787279"/>
            <a:ext cx="1276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평균 소비액</a:t>
            </a:r>
            <a:endParaRPr lang="en-US" sz="12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7263869E-8EFA-35ED-F65D-31618F2E898A}"/>
              </a:ext>
            </a:extLst>
          </p:cNvPr>
          <p:cNvSpPr txBox="1"/>
          <p:nvPr/>
        </p:nvSpPr>
        <p:spPr>
          <a:xfrm>
            <a:off x="2779016" y="4080284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관내:</a:t>
            </a:r>
            <a:endParaRPr lang="en-US" sz="1400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12F0104-5E61-D0E6-875C-86A92663976F}"/>
              </a:ext>
            </a:extLst>
          </p:cNvPr>
          <p:cNvSpPr txBox="1"/>
          <p:nvPr/>
        </p:nvSpPr>
        <p:spPr>
          <a:xfrm>
            <a:off x="3270050" y="4080282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18,388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33E474AC-010C-6EC1-659F-9B6913FC35CF}"/>
              </a:ext>
            </a:extLst>
          </p:cNvPr>
          <p:cNvSpPr txBox="1"/>
          <p:nvPr/>
        </p:nvSpPr>
        <p:spPr>
          <a:xfrm>
            <a:off x="2779016" y="4392095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인접:</a:t>
            </a:r>
            <a:endParaRPr lang="en-US" sz="1400" dirty="0"/>
          </a:p>
        </p:txBody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AB6AA14-5991-B2BB-2221-08EF917119CD}"/>
              </a:ext>
            </a:extLst>
          </p:cNvPr>
          <p:cNvSpPr txBox="1"/>
          <p:nvPr/>
        </p:nvSpPr>
        <p:spPr>
          <a:xfrm>
            <a:off x="2779016" y="4704819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endParaRPr lang="en-US" sz="140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E3E43E88-5D9F-EC92-4BC0-359DEF35E948}"/>
              </a:ext>
            </a:extLst>
          </p:cNvPr>
          <p:cNvSpPr txBox="1"/>
          <p:nvPr/>
        </p:nvSpPr>
        <p:spPr>
          <a:xfrm>
            <a:off x="3270050" y="4412673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20,320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58" name="Text 10">
            <a:extLst>
              <a:ext uri="{FF2B5EF4-FFF2-40B4-BE49-F238E27FC236}">
                <a16:creationId xmlns:a16="http://schemas.microsoft.com/office/drawing/2014/main" id="{53F73619-2266-C86D-A3C0-4573A5442859}"/>
              </a:ext>
            </a:extLst>
          </p:cNvPr>
          <p:cNvSpPr txBox="1"/>
          <p:nvPr/>
        </p:nvSpPr>
        <p:spPr>
          <a:xfrm>
            <a:off x="3270050" y="4727926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22,324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 </a:t>
            </a:r>
            <a:endParaRPr lang="en-US" altLang="ko-KR" sz="1400" dirty="0"/>
          </a:p>
        </p:txBody>
      </p:sp>
      <p:pic>
        <p:nvPicPr>
          <p:cNvPr id="64" name="Image 2" descr="preencoded.png">
            <a:extLst>
              <a:ext uri="{FF2B5EF4-FFF2-40B4-BE49-F238E27FC236}">
                <a16:creationId xmlns:a16="http://schemas.microsoft.com/office/drawing/2014/main" id="{AB3C4BD7-C537-0098-41A1-4AA75FD6FB7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2783633" y="3843606"/>
            <a:ext cx="152705" cy="152705"/>
          </a:xfrm>
          <a:prstGeom prst="rect">
            <a:avLst/>
          </a:prstGeom>
        </p:spPr>
      </p:pic>
      <p:sp>
        <p:nvSpPr>
          <p:cNvPr id="13" name="Shape 7">
            <a:extLst>
              <a:ext uri="{FF2B5EF4-FFF2-40B4-BE49-F238E27FC236}">
                <a16:creationId xmlns:a16="http://schemas.microsoft.com/office/drawing/2014/main" id="{760FD7E4-54AF-5CB0-C9A9-E0745461F330}"/>
              </a:ext>
            </a:extLst>
          </p:cNvPr>
          <p:cNvSpPr/>
          <p:nvPr/>
        </p:nvSpPr>
        <p:spPr>
          <a:xfrm>
            <a:off x="640475" y="2112987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4F2F14B9-5FD6-BFAF-46D3-657DCEEDA8E1}"/>
              </a:ext>
            </a:extLst>
          </p:cNvPr>
          <p:cNvSpPr txBox="1"/>
          <p:nvPr/>
        </p:nvSpPr>
        <p:spPr>
          <a:xfrm>
            <a:off x="1123655" y="2212006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FA359F4-3105-3C7B-A48D-60EC2DDA5A7E}"/>
              </a:ext>
            </a:extLst>
          </p:cNvPr>
          <p:cNvSpPr txBox="1"/>
          <p:nvPr/>
        </p:nvSpPr>
        <p:spPr>
          <a:xfrm>
            <a:off x="641311" y="2626205"/>
            <a:ext cx="184785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348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(18,945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BC1D498D-9FED-20FE-55F9-A60B1E38C173}"/>
              </a:ext>
            </a:extLst>
          </p:cNvPr>
          <p:cNvSpPr/>
          <p:nvPr/>
        </p:nvSpPr>
        <p:spPr>
          <a:xfrm>
            <a:off x="622160" y="2112987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0D99FCFA-3B56-EB27-6B7B-23A85EE3D7ED}"/>
              </a:ext>
            </a:extLst>
          </p:cNvPr>
          <p:cNvSpPr txBox="1"/>
          <p:nvPr/>
        </p:nvSpPr>
        <p:spPr>
          <a:xfrm>
            <a:off x="667880" y="3108457"/>
            <a:ext cx="183144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18EDB77-5859-D800-F92D-942DFC6CF300}"/>
              </a:ext>
            </a:extLst>
          </p:cNvPr>
          <p:cNvSpPr/>
          <p:nvPr/>
        </p:nvSpPr>
        <p:spPr>
          <a:xfrm>
            <a:off x="2607138" y="2112986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6317109A-1BFC-6CF2-617C-9588A1BA0A67}"/>
              </a:ext>
            </a:extLst>
          </p:cNvPr>
          <p:cNvSpPr txBox="1"/>
          <p:nvPr/>
        </p:nvSpPr>
        <p:spPr>
          <a:xfrm>
            <a:off x="3090318" y="2212005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AFE39B9F-EAC4-FD52-890B-648C5805E7E4}"/>
              </a:ext>
            </a:extLst>
          </p:cNvPr>
          <p:cNvSpPr txBox="1"/>
          <p:nvPr/>
        </p:nvSpPr>
        <p:spPr>
          <a:xfrm>
            <a:off x="2624382" y="2616969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193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(8,656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CB40203-D22C-058C-9B1A-3AEA97FF2A2C}"/>
              </a:ext>
            </a:extLst>
          </p:cNvPr>
          <p:cNvSpPr/>
          <p:nvPr/>
        </p:nvSpPr>
        <p:spPr>
          <a:xfrm>
            <a:off x="2588823" y="2112986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B856D3FB-D25C-BD2A-5DE1-86E5B837E94C}"/>
              </a:ext>
            </a:extLst>
          </p:cNvPr>
          <p:cNvSpPr txBox="1"/>
          <p:nvPr/>
        </p:nvSpPr>
        <p:spPr>
          <a:xfrm>
            <a:off x="2634542" y="3108456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D407EC8B-636E-BE31-3C84-E6F3EAEF1B1A}"/>
              </a:ext>
            </a:extLst>
          </p:cNvPr>
          <p:cNvSpPr/>
          <p:nvPr/>
        </p:nvSpPr>
        <p:spPr>
          <a:xfrm>
            <a:off x="651470" y="3652953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2D7CD24C-2716-17C2-3E6B-546203C986FD}"/>
              </a:ext>
            </a:extLst>
          </p:cNvPr>
          <p:cNvSpPr txBox="1"/>
          <p:nvPr/>
        </p:nvSpPr>
        <p:spPr>
          <a:xfrm>
            <a:off x="1013323" y="3751972"/>
            <a:ext cx="1119814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 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6F57C74B-102A-0183-DE32-4DC535E3E78F}"/>
              </a:ext>
            </a:extLst>
          </p:cNvPr>
          <p:cNvSpPr txBox="1"/>
          <p:nvPr/>
        </p:nvSpPr>
        <p:spPr>
          <a:xfrm>
            <a:off x="668714" y="4147699"/>
            <a:ext cx="1809453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1,930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(94,983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641378D0-56D0-CA28-22DD-7934426AE2FD}"/>
              </a:ext>
            </a:extLst>
          </p:cNvPr>
          <p:cNvSpPr/>
          <p:nvPr/>
        </p:nvSpPr>
        <p:spPr>
          <a:xfrm>
            <a:off x="633155" y="3652953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BD6969D1-BBDC-451C-B64C-6C5142160056}"/>
              </a:ext>
            </a:extLst>
          </p:cNvPr>
          <p:cNvSpPr txBox="1"/>
          <p:nvPr/>
        </p:nvSpPr>
        <p:spPr>
          <a:xfrm>
            <a:off x="667881" y="4675340"/>
            <a:ext cx="1820446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D2D7FAAE-A112-7836-760C-8414CA152A4F}"/>
              </a:ext>
            </a:extLst>
          </p:cNvPr>
          <p:cNvSpPr/>
          <p:nvPr/>
        </p:nvSpPr>
        <p:spPr>
          <a:xfrm>
            <a:off x="2590553" y="3651125"/>
            <a:ext cx="45719" cy="1466699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C4CE528-8527-F4C9-C834-0DB9332A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801850" y="-183397"/>
            <a:ext cx="56533" cy="162224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6F9F1D1-08E3-2197-C867-C24B7287858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03169" y="-192345"/>
            <a:ext cx="56533" cy="1622240"/>
          </a:xfrm>
          <a:prstGeom prst="rect">
            <a:avLst/>
          </a:prstGeom>
        </p:spPr>
      </p:pic>
      <p:graphicFrame>
        <p:nvGraphicFramePr>
          <p:cNvPr id="12" name="SL18_chart">
            <a:extLst>
              <a:ext uri="{FF2B5EF4-FFF2-40B4-BE49-F238E27FC236}">
                <a16:creationId xmlns:a16="http://schemas.microsoft.com/office/drawing/2014/main" id="{9CBC028D-409A-E730-546A-6291EC0F8C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2361603"/>
              </p:ext>
            </p:extLst>
          </p:nvPr>
        </p:nvGraphicFramePr>
        <p:xfrm>
          <a:off x="4774665" y="1424694"/>
          <a:ext cx="6956418" cy="44252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311236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582F-B7DA-AA52-BDD0-D43AA906A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5">
            <a:extLst>
              <a:ext uri="{FF2B5EF4-FFF2-40B4-BE49-F238E27FC236}">
                <a16:creationId xmlns:a16="http://schemas.microsoft.com/office/drawing/2014/main" id="{E33BEA99-F289-3CCE-9C5C-939A3910D648}"/>
              </a:ext>
            </a:extLst>
          </p:cNvPr>
          <p:cNvSpPr/>
          <p:nvPr/>
        </p:nvSpPr>
        <p:spPr>
          <a:xfrm>
            <a:off x="9313440" y="3200749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E564D95-D877-988A-4E97-D548C0C35543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외국인은 어디에 얼마나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0544A1-6672-A9E2-56DF-F75382B15E9F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14</a:t>
            </a:r>
            <a:endParaRPr lang="en-US" dirty="0"/>
          </a:p>
        </p:txBody>
      </p:sp>
      <p:pic>
        <p:nvPicPr>
          <p:cNvPr id="2" name="Image 3" descr="preencoded.png">
            <a:extLst>
              <a:ext uri="{FF2B5EF4-FFF2-40B4-BE49-F238E27FC236}">
                <a16:creationId xmlns:a16="http://schemas.microsoft.com/office/drawing/2014/main" id="{11282BA1-009D-996B-4FBD-74746AAAB64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4920514" y="1485748"/>
            <a:ext cx="171907" cy="171907"/>
          </a:xfrm>
          <a:prstGeom prst="rect">
            <a:avLst/>
          </a:prstGeom>
        </p:spPr>
      </p:pic>
      <p:sp>
        <p:nvSpPr>
          <p:cNvPr id="3" name="Text 12">
            <a:extLst>
              <a:ext uri="{FF2B5EF4-FFF2-40B4-BE49-F238E27FC236}">
                <a16:creationId xmlns:a16="http://schemas.microsoft.com/office/drawing/2014/main" id="{85ABC438-3433-EFEB-355D-6613E3CBA127}"/>
              </a:ext>
            </a:extLst>
          </p:cNvPr>
          <p:cNvSpPr txBox="1"/>
          <p:nvPr/>
        </p:nvSpPr>
        <p:spPr>
          <a:xfrm>
            <a:off x="5132782" y="1456713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24FDDC09-6718-44C8-D1DA-854B4ECF33CA}"/>
              </a:ext>
            </a:extLst>
          </p:cNvPr>
          <p:cNvSpPr txBox="1"/>
          <p:nvPr/>
        </p:nvSpPr>
        <p:spPr>
          <a:xfrm>
            <a:off x="4920514" y="4737731"/>
            <a:ext cx="6462965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 </a:t>
            </a:r>
            <a:r>
              <a:rPr lang="en-US" altLang="ko-KR" sz="16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(22.8%)</a:t>
            </a:r>
            <a:endParaRPr lang="en-US" sz="1600" dirty="0">
              <a:solidFill>
                <a:srgbClr val="E74C3C"/>
              </a:solidFill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DFA3AA1-F4B9-81DC-791A-A40FA618BD55}"/>
              </a:ext>
            </a:extLst>
          </p:cNvPr>
          <p:cNvSpPr txBox="1"/>
          <p:nvPr/>
        </p:nvSpPr>
        <p:spPr>
          <a:xfrm>
            <a:off x="4929815" y="5165175"/>
            <a:ext cx="5529432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농산물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(10.5%)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885DE33-7BF6-743E-2A24-B9EA8A6FC5EA}"/>
              </a:ext>
            </a:extLst>
          </p:cNvPr>
          <p:cNvSpPr txBox="1"/>
          <p:nvPr/>
        </p:nvSpPr>
        <p:spPr>
          <a:xfrm>
            <a:off x="4933215" y="5683937"/>
            <a:ext cx="3685030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음료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(10.4%)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C317220-BB8A-36FF-BFC3-9D2CE8C7AD56}"/>
              </a:ext>
            </a:extLst>
          </p:cNvPr>
          <p:cNvSpPr/>
          <p:nvPr/>
        </p:nvSpPr>
        <p:spPr>
          <a:xfrm>
            <a:off x="9698218" y="3295356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B65701FD-026D-4DB2-7BFA-7D9A37F1608E}"/>
              </a:ext>
            </a:extLst>
          </p:cNvPr>
          <p:cNvSpPr/>
          <p:nvPr/>
        </p:nvSpPr>
        <p:spPr>
          <a:xfrm>
            <a:off x="10168712" y="4211865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9835410B-28B2-D7DC-80F9-274BC07C2165}"/>
              </a:ext>
            </a:extLst>
          </p:cNvPr>
          <p:cNvSpPr/>
          <p:nvPr/>
        </p:nvSpPr>
        <p:spPr>
          <a:xfrm>
            <a:off x="9313439" y="3200749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2AFCDA6C-1AD2-8497-CFC3-8F121F51572F}"/>
              </a:ext>
            </a:extLst>
          </p:cNvPr>
          <p:cNvSpPr txBox="1"/>
          <p:nvPr/>
        </p:nvSpPr>
        <p:spPr>
          <a:xfrm>
            <a:off x="9774466" y="3342419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</a:t>
            </a:r>
            <a:r>
              <a:rPr lang="en-US"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4C4D255C-0373-C2B3-C1E2-70CED6C7F134}"/>
              </a:ext>
            </a:extLst>
          </p:cNvPr>
          <p:cNvSpPr txBox="1"/>
          <p:nvPr/>
        </p:nvSpPr>
        <p:spPr>
          <a:xfrm>
            <a:off x="9601079" y="356709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42" name="Shape 29">
            <a:extLst>
              <a:ext uri="{FF2B5EF4-FFF2-40B4-BE49-F238E27FC236}">
                <a16:creationId xmlns:a16="http://schemas.microsoft.com/office/drawing/2014/main" id="{19742119-0FCA-81E3-59CA-8656E9B5CB1F}"/>
              </a:ext>
            </a:extLst>
          </p:cNvPr>
          <p:cNvSpPr/>
          <p:nvPr/>
        </p:nvSpPr>
        <p:spPr>
          <a:xfrm>
            <a:off x="10168712" y="3748228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03908CD4-5666-F56D-37C7-55020E3217B8}"/>
              </a:ext>
            </a:extLst>
          </p:cNvPr>
          <p:cNvSpPr txBox="1"/>
          <p:nvPr/>
        </p:nvSpPr>
        <p:spPr>
          <a:xfrm>
            <a:off x="10221291" y="3690419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20,286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BED35820-3D0D-1E5B-9FE6-606422395078}"/>
              </a:ext>
            </a:extLst>
          </p:cNvPr>
          <p:cNvSpPr txBox="1"/>
          <p:nvPr/>
        </p:nvSpPr>
        <p:spPr>
          <a:xfrm>
            <a:off x="9590569" y="402219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B81199F6-9FA0-ABD0-963A-35F82E03E767}"/>
              </a:ext>
            </a:extLst>
          </p:cNvPr>
          <p:cNvSpPr txBox="1"/>
          <p:nvPr/>
        </p:nvSpPr>
        <p:spPr>
          <a:xfrm>
            <a:off x="10223643" y="4155606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14,261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8" name="Shape 25">
            <a:extLst>
              <a:ext uri="{FF2B5EF4-FFF2-40B4-BE49-F238E27FC236}">
                <a16:creationId xmlns:a16="http://schemas.microsoft.com/office/drawing/2014/main" id="{AED7D960-6135-28B1-CA21-F041F6C46701}"/>
              </a:ext>
            </a:extLst>
          </p:cNvPr>
          <p:cNvSpPr/>
          <p:nvPr/>
        </p:nvSpPr>
        <p:spPr>
          <a:xfrm>
            <a:off x="9313440" y="1703197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F7F645F-F258-7410-BAD3-31496F4768BE}"/>
              </a:ext>
            </a:extLst>
          </p:cNvPr>
          <p:cNvSpPr/>
          <p:nvPr/>
        </p:nvSpPr>
        <p:spPr>
          <a:xfrm>
            <a:off x="9698218" y="1785112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Shape 29">
            <a:extLst>
              <a:ext uri="{FF2B5EF4-FFF2-40B4-BE49-F238E27FC236}">
                <a16:creationId xmlns:a16="http://schemas.microsoft.com/office/drawing/2014/main" id="{2D038AC9-35FA-C6CB-CBB0-8E25F6ACE126}"/>
              </a:ext>
            </a:extLst>
          </p:cNvPr>
          <p:cNvSpPr/>
          <p:nvPr/>
        </p:nvSpPr>
        <p:spPr>
          <a:xfrm>
            <a:off x="10168712" y="2701621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27">
            <a:extLst>
              <a:ext uri="{FF2B5EF4-FFF2-40B4-BE49-F238E27FC236}">
                <a16:creationId xmlns:a16="http://schemas.microsoft.com/office/drawing/2014/main" id="{8E1613AE-F722-CE70-BE1A-46B9886A56E4}"/>
              </a:ext>
            </a:extLst>
          </p:cNvPr>
          <p:cNvSpPr txBox="1"/>
          <p:nvPr/>
        </p:nvSpPr>
        <p:spPr>
          <a:xfrm>
            <a:off x="9774466" y="1832175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매출건수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Text 28">
            <a:extLst>
              <a:ext uri="{FF2B5EF4-FFF2-40B4-BE49-F238E27FC236}">
                <a16:creationId xmlns:a16="http://schemas.microsoft.com/office/drawing/2014/main" id="{16666DF8-5B1B-94A8-3613-43ED5F64027A}"/>
              </a:ext>
            </a:extLst>
          </p:cNvPr>
          <p:cNvSpPr txBox="1"/>
          <p:nvPr/>
        </p:nvSpPr>
        <p:spPr>
          <a:xfrm>
            <a:off x="9601079" y="205684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54" name="Shape 29">
            <a:extLst>
              <a:ext uri="{FF2B5EF4-FFF2-40B4-BE49-F238E27FC236}">
                <a16:creationId xmlns:a16="http://schemas.microsoft.com/office/drawing/2014/main" id="{B677648F-376F-B177-290B-2C74691D3756}"/>
              </a:ext>
            </a:extLst>
          </p:cNvPr>
          <p:cNvSpPr/>
          <p:nvPr/>
        </p:nvSpPr>
        <p:spPr>
          <a:xfrm>
            <a:off x="10168712" y="2237984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Text 30">
            <a:extLst>
              <a:ext uri="{FF2B5EF4-FFF2-40B4-BE49-F238E27FC236}">
                <a16:creationId xmlns:a16="http://schemas.microsoft.com/office/drawing/2014/main" id="{EF0E3FCF-00A3-3A91-DA62-96F007F598AF}"/>
              </a:ext>
            </a:extLst>
          </p:cNvPr>
          <p:cNvSpPr txBox="1"/>
          <p:nvPr/>
        </p:nvSpPr>
        <p:spPr>
          <a:xfrm>
            <a:off x="10211131" y="2180175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120,086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6" name="Text 31">
            <a:extLst>
              <a:ext uri="{FF2B5EF4-FFF2-40B4-BE49-F238E27FC236}">
                <a16:creationId xmlns:a16="http://schemas.microsoft.com/office/drawing/2014/main" id="{8C55E6D3-C44E-46A1-FA3A-01A227DB1F98}"/>
              </a:ext>
            </a:extLst>
          </p:cNvPr>
          <p:cNvSpPr txBox="1"/>
          <p:nvPr/>
        </p:nvSpPr>
        <p:spPr>
          <a:xfrm>
            <a:off x="9590569" y="251140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57" name="Text 33">
            <a:extLst>
              <a:ext uri="{FF2B5EF4-FFF2-40B4-BE49-F238E27FC236}">
                <a16:creationId xmlns:a16="http://schemas.microsoft.com/office/drawing/2014/main" id="{3FC27190-C7AD-CE8E-AE28-2B67A5426BF7}"/>
              </a:ext>
            </a:extLst>
          </p:cNvPr>
          <p:cNvSpPr txBox="1"/>
          <p:nvPr/>
        </p:nvSpPr>
        <p:spPr>
          <a:xfrm>
            <a:off x="10213483" y="2645362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2,497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9" name="Shape 26">
            <a:extLst>
              <a:ext uri="{FF2B5EF4-FFF2-40B4-BE49-F238E27FC236}">
                <a16:creationId xmlns:a16="http://schemas.microsoft.com/office/drawing/2014/main" id="{E96AF54C-A1EF-9352-0A1D-D749CDDFF208}"/>
              </a:ext>
            </a:extLst>
          </p:cNvPr>
          <p:cNvSpPr/>
          <p:nvPr/>
        </p:nvSpPr>
        <p:spPr>
          <a:xfrm>
            <a:off x="9310012" y="1702448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95100E67-DD3E-5D84-CC0F-75DD8B7039B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2724" b="-2724"/>
          <a:stretch/>
        </p:blipFill>
        <p:spPr>
          <a:xfrm>
            <a:off x="724280" y="1463448"/>
            <a:ext cx="142647" cy="171907"/>
          </a:xfrm>
          <a:prstGeom prst="rect">
            <a:avLst/>
          </a:prstGeom>
        </p:spPr>
      </p:pic>
      <p:sp>
        <p:nvSpPr>
          <p:cNvPr id="31" name="Text 8">
            <a:extLst>
              <a:ext uri="{FF2B5EF4-FFF2-40B4-BE49-F238E27FC236}">
                <a16:creationId xmlns:a16="http://schemas.microsoft.com/office/drawing/2014/main" id="{C309B73B-7D2F-2214-D561-2078C3611676}"/>
              </a:ext>
            </a:extLst>
          </p:cNvPr>
          <p:cNvSpPr txBox="1"/>
          <p:nvPr/>
        </p:nvSpPr>
        <p:spPr>
          <a:xfrm>
            <a:off x="908201" y="1434413"/>
            <a:ext cx="19172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8F378BB4-AA2F-FD03-3B94-076B8B34FDE7}"/>
              </a:ext>
            </a:extLst>
          </p:cNvPr>
          <p:cNvSpPr txBox="1"/>
          <p:nvPr/>
        </p:nvSpPr>
        <p:spPr>
          <a:xfrm>
            <a:off x="724280" y="4737731"/>
            <a:ext cx="5647772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 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(31.0%)</a:t>
            </a: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5CA81961-0ED6-D8D1-159D-A6C0469F0226}"/>
              </a:ext>
            </a:extLst>
          </p:cNvPr>
          <p:cNvSpPr txBox="1"/>
          <p:nvPr/>
        </p:nvSpPr>
        <p:spPr>
          <a:xfrm>
            <a:off x="733580" y="5142875"/>
            <a:ext cx="537112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음료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(15.1%)</a:t>
            </a: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4F07508C-AC19-B4BC-6EAB-05FEBE32FF70}"/>
              </a:ext>
            </a:extLst>
          </p:cNvPr>
          <p:cNvSpPr txBox="1"/>
          <p:nvPr/>
        </p:nvSpPr>
        <p:spPr>
          <a:xfrm>
            <a:off x="736980" y="5661637"/>
            <a:ext cx="440059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양식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(11.1%)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4FBADD4B-C0B2-ABDC-EE12-DBCA77DDA179}"/>
              </a:ext>
            </a:extLst>
          </p:cNvPr>
          <p:cNvSpPr txBox="1"/>
          <p:nvPr/>
        </p:nvSpPr>
        <p:spPr>
          <a:xfrm>
            <a:off x="1459932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2,436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350517036"/>
                  </p:ext>
                </p:extLst>
              </p:nvPr>
            </p:nvGraphicFramePr>
            <p:xfrm>
              <a:off x="606960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960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606209"/>
                  </p:ext>
                </p:extLst>
              </p:nvPr>
            </p:nvGraphicFramePr>
            <p:xfrm>
              <a:off x="4834789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 xmlns="">
          <p:pic>
            <p:nvPic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34789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33">
            <a:extLst>
              <a:ext uri="{FF2B5EF4-FFF2-40B4-BE49-F238E27FC236}">
                <a16:creationId xmlns:a16="http://schemas.microsoft.com/office/drawing/2014/main" id="{557499F9-066E-B1EC-AA47-69A6DBED6C3A}"/>
              </a:ext>
            </a:extLst>
          </p:cNvPr>
          <p:cNvSpPr txBox="1"/>
          <p:nvPr/>
        </p:nvSpPr>
        <p:spPr>
          <a:xfrm>
            <a:off x="5653980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36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1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25F33-D7C5-4CA8-9446-03079C7E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8029053B-59D4-9B1A-ADAB-5487DC9371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D9FE959-2A7B-9159-C24E-C282982B74DC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15</a:t>
            </a: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786384" y="137459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86384" y="137459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995781" y="1562965"/>
            <a:ext cx="171907" cy="17190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1545591"/>
            <a:ext cx="22819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995781" y="1892149"/>
            <a:ext cx="141594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806701" y="1892149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238,440,286원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995781" y="2155496"/>
            <a:ext cx="13570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2914651" y="2155496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11,036건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95781" y="241884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21" name="Text 16"/>
          <p:cNvSpPr txBox="1">
            <a:spLocks/>
          </p:cNvSpPr>
          <p:nvPr/>
        </p:nvSpPr>
        <p:spPr>
          <a:xfrm>
            <a:off x="2914650" y="2418843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21,606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86384" y="3024176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86384" y="3024176"/>
            <a:ext cx="38405" cy="14859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t="-2724" b="-2724"/>
          <a:stretch/>
        </p:blipFill>
        <p:spPr>
          <a:xfrm>
            <a:off x="995781" y="3212542"/>
            <a:ext cx="142646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14323" y="3196083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95781" y="3542641"/>
            <a:ext cx="13570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3155772" y="3537926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308,953,625원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995781" y="3805988"/>
            <a:ext cx="1117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3155772" y="3801273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15,323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995781" y="4068421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3066872" y="4063706"/>
            <a:ext cx="11174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20,163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786384" y="467466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786384" y="467466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995781" y="4863034"/>
            <a:ext cx="171907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243583" y="4845661"/>
            <a:ext cx="252191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995781" y="5193133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995781" y="5455566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995781" y="571891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76" name="Text 12">
            <a:extLst>
              <a:ext uri="{FF2B5EF4-FFF2-40B4-BE49-F238E27FC236}">
                <a16:creationId xmlns:a16="http://schemas.microsoft.com/office/drawing/2014/main" id="{68AED196-9D01-8582-8CAD-3EECE9003334}"/>
              </a:ext>
            </a:extLst>
          </p:cNvPr>
          <p:cNvSpPr txBox="1"/>
          <p:nvPr/>
        </p:nvSpPr>
        <p:spPr>
          <a:xfrm>
            <a:off x="2806701" y="5172170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330,185,000원</a:t>
            </a:r>
            <a:endParaRPr lang="en-US" sz="1000" dirty="0"/>
          </a:p>
        </p:txBody>
      </p:sp>
      <p:sp>
        <p:nvSpPr>
          <p:cNvPr id="77" name="Text 14">
            <a:extLst>
              <a:ext uri="{FF2B5EF4-FFF2-40B4-BE49-F238E27FC236}">
                <a16:creationId xmlns:a16="http://schemas.microsoft.com/office/drawing/2014/main" id="{E43F5EC8-BCA6-8F07-471C-4444BAA3645D}"/>
              </a:ext>
            </a:extLst>
          </p:cNvPr>
          <p:cNvSpPr txBox="1"/>
          <p:nvPr/>
        </p:nvSpPr>
        <p:spPr>
          <a:xfrm>
            <a:off x="2914651" y="5435517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16,297건</a:t>
            </a:r>
            <a:endParaRPr lang="en-US" sz="1000" dirty="0"/>
          </a:p>
        </p:txBody>
      </p:sp>
      <p:sp>
        <p:nvSpPr>
          <p:cNvPr id="78" name="Text 16">
            <a:extLst>
              <a:ext uri="{FF2B5EF4-FFF2-40B4-BE49-F238E27FC236}">
                <a16:creationId xmlns:a16="http://schemas.microsoft.com/office/drawing/2014/main" id="{518FBBFD-4666-5A2E-27BF-83F6302FFB12}"/>
              </a:ext>
            </a:extLst>
          </p:cNvPr>
          <p:cNvSpPr txBox="1">
            <a:spLocks/>
          </p:cNvSpPr>
          <p:nvPr/>
        </p:nvSpPr>
        <p:spPr>
          <a:xfrm>
            <a:off x="2914650" y="5698864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20,260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graphicFrame>
        <p:nvGraphicFramePr>
          <p:cNvPr id="7" name="SL20_chart">
            <a:extLst>
              <a:ext uri="{FF2B5EF4-FFF2-40B4-BE49-F238E27FC236}">
                <a16:creationId xmlns:a16="http://schemas.microsoft.com/office/drawing/2014/main" id="{FF7119F6-424E-7DC1-791B-BAFB1BE8B84F}"/>
              </a:ext>
            </a:extLst>
          </p:cNvPr>
          <p:cNvGraphicFramePr/>
          <p:nvPr/>
        </p:nvGraphicFramePr>
        <p:xfrm>
          <a:off x="5053584" y="1475188"/>
          <a:ext cx="6361122" cy="452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34381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5AE9E-1024-3718-22F5-B97AEA85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89">
            <a:extLst>
              <a:ext uri="{FF2B5EF4-FFF2-40B4-BE49-F238E27FC236}">
                <a16:creationId xmlns:a16="http://schemas.microsoft.com/office/drawing/2014/main" id="{5CBF4C51-4DA0-F2B1-42D4-46011FF93BDD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4F1423B-19C3-FA11-B3A4-23572E50FAC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68D0B72-E929-2A5D-C691-51C3CF4313ED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16</a:t>
            </a:r>
            <a:endParaRPr lang="en-US" dirty="0"/>
          </a:p>
        </p:txBody>
      </p:sp>
      <p:pic>
        <p:nvPicPr>
          <p:cNvPr id="19" name="Image 4">
            <a:extLst>
              <a:ext uri="{FF2B5EF4-FFF2-40B4-BE49-F238E27FC236}">
                <a16:creationId xmlns:a16="http://schemas.microsoft.com/office/drawing/2014/main" id="{88516B75-693D-356A-3961-9E9732EB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0" name="Text 20">
            <a:extLst>
              <a:ext uri="{FF2B5EF4-FFF2-40B4-BE49-F238E27FC236}">
                <a16:creationId xmlns:a16="http://schemas.microsoft.com/office/drawing/2014/main" id="{D12564EB-1793-8DDA-98A3-99E18AA59AC5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교통시설 현황</a:t>
            </a:r>
            <a:endParaRPr lang="en-US" sz="1200" dirty="0"/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D7257972-0B8F-79AA-7AE8-A8EEFC15B90F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0546269A-ED58-252E-FBBD-D2DA0354EB39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9CA01B08-6911-0146-B886-AA7F9DE0931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9279B6DA-5615-C364-7469-26A3DC71431A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B8FD955E-D4A1-310F-52AC-3A932E8BD6F2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철도역</a:t>
            </a:r>
            <a:endParaRPr lang="en-US" sz="1050" dirty="0"/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61924540-48BD-5E8B-6DF5-159F1CD62B33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2" name="Text 32">
            <a:extLst>
              <a:ext uri="{FF2B5EF4-FFF2-40B4-BE49-F238E27FC236}">
                <a16:creationId xmlns:a16="http://schemas.microsoft.com/office/drawing/2014/main" id="{7D380526-5907-7211-2432-A9C0DD86C02C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0개</a:t>
            </a:r>
            <a:endParaRPr lang="en-US" sz="1050" dirty="0"/>
          </a:p>
        </p:txBody>
      </p:sp>
      <p:sp>
        <p:nvSpPr>
          <p:cNvPr id="33" name="Shape 33">
            <a:extLst>
              <a:ext uri="{FF2B5EF4-FFF2-40B4-BE49-F238E27FC236}">
                <a16:creationId xmlns:a16="http://schemas.microsoft.com/office/drawing/2014/main" id="{50D7ECFE-3C44-A635-52D3-912ECA64B65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2EA35FBC-9C36-A506-B8D6-0096915E70E1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40DCC5BF-AE10-B95D-1AE9-F19FD945C15F}"/>
              </a:ext>
            </a:extLst>
          </p:cNvPr>
          <p:cNvSpPr txBox="1"/>
          <p:nvPr/>
        </p:nvSpPr>
        <p:spPr>
          <a:xfrm>
            <a:off x="6318847" y="2600789"/>
            <a:ext cx="58233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버스정류장</a:t>
            </a:r>
            <a:endParaRPr lang="en-US" sz="1050" dirty="0"/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57FB4CBA-5F2D-FDA7-81C7-40D8D45876A3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89E31F98-B207-DA7A-FA40-65668E0F9111}"/>
              </a:ext>
            </a:extLst>
          </p:cNvPr>
          <p:cNvSpPr txBox="1"/>
          <p:nvPr/>
        </p:nvSpPr>
        <p:spPr>
          <a:xfrm>
            <a:off x="7233311" y="260764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67개</a:t>
            </a:r>
            <a:endParaRPr lang="en-US" sz="1050" dirty="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3BF6F1E5-2E44-88DD-484E-BEDCD7C9B0B9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5" name="Shape 45">
            <a:extLst>
              <a:ext uri="{FF2B5EF4-FFF2-40B4-BE49-F238E27FC236}">
                <a16:creationId xmlns:a16="http://schemas.microsoft.com/office/drawing/2014/main" id="{9C590F6F-FB77-819E-0F68-809DC27473CA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6" name="Text 46">
            <a:extLst>
              <a:ext uri="{FF2B5EF4-FFF2-40B4-BE49-F238E27FC236}">
                <a16:creationId xmlns:a16="http://schemas.microsoft.com/office/drawing/2014/main" id="{B11AE84F-5985-1326-134B-68D136E56392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공항</a:t>
            </a:r>
            <a:endParaRPr lang="en-US" sz="1050" dirty="0"/>
          </a:p>
        </p:txBody>
      </p:sp>
      <p:sp>
        <p:nvSpPr>
          <p:cNvPr id="47" name="Shape 47">
            <a:extLst>
              <a:ext uri="{FF2B5EF4-FFF2-40B4-BE49-F238E27FC236}">
                <a16:creationId xmlns:a16="http://schemas.microsoft.com/office/drawing/2014/main" id="{BB851402-8C3A-AE81-3B26-4D30A9B61EA7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9" name="Shape 49">
            <a:extLst>
              <a:ext uri="{FF2B5EF4-FFF2-40B4-BE49-F238E27FC236}">
                <a16:creationId xmlns:a16="http://schemas.microsoft.com/office/drawing/2014/main" id="{EA8A76A8-BEDA-0A5A-66DB-0E143F6870D7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3" name="Shape 53">
            <a:extLst>
              <a:ext uri="{FF2B5EF4-FFF2-40B4-BE49-F238E27FC236}">
                <a16:creationId xmlns:a16="http://schemas.microsoft.com/office/drawing/2014/main" id="{877A4AB2-DE81-8833-490A-AF987D891678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4" name="Text 54">
            <a:extLst>
              <a:ext uri="{FF2B5EF4-FFF2-40B4-BE49-F238E27FC236}">
                <a16:creationId xmlns:a16="http://schemas.microsoft.com/office/drawing/2014/main" id="{C9AEAB62-8621-D649-B81C-92B26161F03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지하철</a:t>
            </a:r>
            <a:endParaRPr lang="en-US" sz="1050" dirty="0"/>
          </a:p>
        </p:txBody>
      </p:sp>
      <p:sp>
        <p:nvSpPr>
          <p:cNvPr id="55" name="Shape 55">
            <a:extLst>
              <a:ext uri="{FF2B5EF4-FFF2-40B4-BE49-F238E27FC236}">
                <a16:creationId xmlns:a16="http://schemas.microsoft.com/office/drawing/2014/main" id="{5397D75F-A270-8F10-ED6C-CF2393FCE70E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7" name="Shape 57">
            <a:extLst>
              <a:ext uri="{FF2B5EF4-FFF2-40B4-BE49-F238E27FC236}">
                <a16:creationId xmlns:a16="http://schemas.microsoft.com/office/drawing/2014/main" id="{1FBFDC6C-1423-8A82-0B71-37E9EFE6DD22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1" name="Shape 61">
            <a:extLst>
              <a:ext uri="{FF2B5EF4-FFF2-40B4-BE49-F238E27FC236}">
                <a16:creationId xmlns:a16="http://schemas.microsoft.com/office/drawing/2014/main" id="{849E24C7-B088-061E-45BD-458FBB75C31A}"/>
              </a:ext>
            </a:extLst>
          </p:cNvPr>
          <p:cNvSpPr/>
          <p:nvPr/>
        </p:nvSpPr>
        <p:spPr>
          <a:xfrm>
            <a:off x="6104877" y="3776707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Text 62">
            <a:extLst>
              <a:ext uri="{FF2B5EF4-FFF2-40B4-BE49-F238E27FC236}">
                <a16:creationId xmlns:a16="http://schemas.microsoft.com/office/drawing/2014/main" id="{EBA435A5-64E3-2AF5-B307-9CE56F00018E}"/>
              </a:ext>
            </a:extLst>
          </p:cNvPr>
          <p:cNvSpPr txBox="1"/>
          <p:nvPr/>
        </p:nvSpPr>
        <p:spPr>
          <a:xfrm>
            <a:off x="6353811" y="3561823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터미널</a:t>
            </a:r>
            <a:endParaRPr lang="en-US" sz="1050" dirty="0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3" name="Shape 63">
            <a:extLst>
              <a:ext uri="{FF2B5EF4-FFF2-40B4-BE49-F238E27FC236}">
                <a16:creationId xmlns:a16="http://schemas.microsoft.com/office/drawing/2014/main" id="{66B5BFFA-C585-4303-CB45-FB169E99E030}"/>
              </a:ext>
            </a:extLst>
          </p:cNvPr>
          <p:cNvSpPr/>
          <p:nvPr/>
        </p:nvSpPr>
        <p:spPr>
          <a:xfrm>
            <a:off x="7277748" y="3776707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65">
            <a:extLst>
              <a:ext uri="{FF2B5EF4-FFF2-40B4-BE49-F238E27FC236}">
                <a16:creationId xmlns:a16="http://schemas.microsoft.com/office/drawing/2014/main" id="{0C1FDC2F-4DFD-3529-2DF2-3DF954315B39}"/>
              </a:ext>
            </a:extLst>
          </p:cNvPr>
          <p:cNvSpPr/>
          <p:nvPr/>
        </p:nvSpPr>
        <p:spPr>
          <a:xfrm>
            <a:off x="7905026" y="3776707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26" name="Shape 21">
            <a:extLst>
              <a:ext uri="{FF2B5EF4-FFF2-40B4-BE49-F238E27FC236}">
                <a16:creationId xmlns:a16="http://schemas.microsoft.com/office/drawing/2014/main" id="{7FBA0120-60F8-BE54-D2E8-EE167C205B9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7" name="Shape 23">
            <a:extLst>
              <a:ext uri="{FF2B5EF4-FFF2-40B4-BE49-F238E27FC236}">
                <a16:creationId xmlns:a16="http://schemas.microsoft.com/office/drawing/2014/main" id="{A3C080A6-86FD-C184-857E-36287C5B3308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8" name="Shape 25">
            <a:extLst>
              <a:ext uri="{FF2B5EF4-FFF2-40B4-BE49-F238E27FC236}">
                <a16:creationId xmlns:a16="http://schemas.microsoft.com/office/drawing/2014/main" id="{6DF948B1-AD39-B5CB-8A1A-FE8C5D0527A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5BFD9B3-CF80-AB8B-6C72-23C4EBD7D1F1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6EAA01AB-126D-A0A6-D58A-D5FAD6D3D391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77E9AD9-058E-A9D1-4C40-45933EF0BE28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1FF1E77-AF77-79C0-BADB-75257F066C85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F440C769-EC2E-80B7-E2EE-78B2E0EAE864}"/>
              </a:ext>
            </a:extLst>
          </p:cNvPr>
          <p:cNvSpPr/>
          <p:nvPr/>
        </p:nvSpPr>
        <p:spPr>
          <a:xfrm>
            <a:off x="6167900" y="3599691"/>
            <a:ext cx="89801" cy="91210"/>
          </a:xfrm>
          <a:prstGeom prst="ellipse">
            <a:avLst/>
          </a:prstGeom>
          <a:solidFill>
            <a:srgbClr val="9467BD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" name="Text 40">
            <a:extLst>
              <a:ext uri="{FF2B5EF4-FFF2-40B4-BE49-F238E27FC236}">
                <a16:creationId xmlns:a16="http://schemas.microsoft.com/office/drawing/2014/main" id="{58F4CEEC-4C8A-D755-AFBB-D1FCE896F310}"/>
              </a:ext>
            </a:extLst>
          </p:cNvPr>
          <p:cNvSpPr txBox="1"/>
          <p:nvPr/>
        </p:nvSpPr>
        <p:spPr>
          <a:xfrm>
            <a:off x="7233311" y="292563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0개</a:t>
            </a:r>
            <a:endParaRPr lang="en-US" sz="1050" dirty="0"/>
          </a:p>
        </p:txBody>
      </p:sp>
      <p:sp>
        <p:nvSpPr>
          <p:cNvPr id="12" name="Text 40">
            <a:extLst>
              <a:ext uri="{FF2B5EF4-FFF2-40B4-BE49-F238E27FC236}">
                <a16:creationId xmlns:a16="http://schemas.microsoft.com/office/drawing/2014/main" id="{2263CBCA-FDE7-D544-3294-E9D67A82A8EA}"/>
              </a:ext>
            </a:extLst>
          </p:cNvPr>
          <p:cNvSpPr txBox="1"/>
          <p:nvPr/>
        </p:nvSpPr>
        <p:spPr>
          <a:xfrm>
            <a:off x="7233311" y="3243839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0개</a:t>
            </a:r>
            <a:endParaRPr lang="en-US" sz="1050" dirty="0"/>
          </a:p>
        </p:txBody>
      </p:sp>
      <p:sp>
        <p:nvSpPr>
          <p:cNvPr id="17" name="Text 40">
            <a:extLst>
              <a:ext uri="{FF2B5EF4-FFF2-40B4-BE49-F238E27FC236}">
                <a16:creationId xmlns:a16="http://schemas.microsoft.com/office/drawing/2014/main" id="{6F5A227C-7914-800A-EA03-152E5A61BB52}"/>
              </a:ext>
            </a:extLst>
          </p:cNvPr>
          <p:cNvSpPr txBox="1"/>
          <p:nvPr/>
        </p:nvSpPr>
        <p:spPr>
          <a:xfrm>
            <a:off x="7233311" y="3562581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3개</a:t>
            </a:r>
            <a:endParaRPr lang="en-US" sz="105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15132A6-EB3C-DC2B-2C34-E6528BB9509F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0.00000개</a:t>
            </a:r>
            <a:endParaRPr lang="en-US" sz="1050" dirty="0"/>
          </a:p>
        </p:txBody>
      </p:sp>
      <p:sp>
        <p:nvSpPr>
          <p:cNvPr id="36" name="Text 40">
            <a:extLst>
              <a:ext uri="{FF2B5EF4-FFF2-40B4-BE49-F238E27FC236}">
                <a16:creationId xmlns:a16="http://schemas.microsoft.com/office/drawing/2014/main" id="{1B84D7A4-815B-099D-00CA-763D5C28B620}"/>
              </a:ext>
            </a:extLst>
          </p:cNvPr>
          <p:cNvSpPr txBox="1"/>
          <p:nvPr/>
        </p:nvSpPr>
        <p:spPr>
          <a:xfrm>
            <a:off x="8152556" y="261212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0.00024개</a:t>
            </a:r>
            <a:endParaRPr lang="en-US" sz="1050" dirty="0"/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C5510F81-07BC-3AE6-E50D-080F837F490E}"/>
              </a:ext>
            </a:extLst>
          </p:cNvPr>
          <p:cNvSpPr txBox="1"/>
          <p:nvPr/>
        </p:nvSpPr>
        <p:spPr>
          <a:xfrm>
            <a:off x="8152556" y="293011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0.00000개</a:t>
            </a:r>
            <a:endParaRPr lang="en-US" sz="1050" dirty="0"/>
          </a:p>
        </p:txBody>
      </p:sp>
      <p:sp>
        <p:nvSpPr>
          <p:cNvPr id="76" name="Text 40">
            <a:extLst>
              <a:ext uri="{FF2B5EF4-FFF2-40B4-BE49-F238E27FC236}">
                <a16:creationId xmlns:a16="http://schemas.microsoft.com/office/drawing/2014/main" id="{B0EE30A0-7B0E-9AE9-0630-48C9FAD8FA21}"/>
              </a:ext>
            </a:extLst>
          </p:cNvPr>
          <p:cNvSpPr txBox="1"/>
          <p:nvPr/>
        </p:nvSpPr>
        <p:spPr>
          <a:xfrm>
            <a:off x="8152556" y="324832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0.00000개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08E1E2E2-5DF1-377E-7354-BA1E71A02598}"/>
              </a:ext>
            </a:extLst>
          </p:cNvPr>
          <p:cNvSpPr txBox="1"/>
          <p:nvPr/>
        </p:nvSpPr>
        <p:spPr>
          <a:xfrm>
            <a:off x="8080921" y="3567064"/>
            <a:ext cx="77237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0.00001개</a:t>
            </a:r>
            <a:endParaRPr lang="en-US" sz="1050" dirty="0"/>
          </a:p>
        </p:txBody>
      </p:sp>
      <p:sp>
        <p:nvSpPr>
          <p:cNvPr id="2" name="Text 22">
            <a:extLst>
              <a:ext uri="{FF2B5EF4-FFF2-40B4-BE49-F238E27FC236}">
                <a16:creationId xmlns:a16="http://schemas.microsoft.com/office/drawing/2014/main" id="{C4C684EC-D94F-4193-9E98-D6BFCBACEAAB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5" name="Text 24">
            <a:extLst>
              <a:ext uri="{FF2B5EF4-FFF2-40B4-BE49-F238E27FC236}">
                <a16:creationId xmlns:a16="http://schemas.microsoft.com/office/drawing/2014/main" id="{D6731A6D-F78B-11CC-2188-789ED25C7FE1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60D75D02-18ED-5EAA-730F-4BBC31451A46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B0D843-C341-1F5D-3FAB-38A406081241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57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42CD2-CE8F-A36E-F97D-E25C36E37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3E7CF25-2130-146A-047A-322AD3B8902B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1A8F62D-0D2B-F656-0B60-D5976CBCC701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17</a:t>
            </a:r>
            <a:endParaRPr lang="en-US" dirty="0"/>
          </a:p>
        </p:txBody>
      </p:sp>
      <p:sp>
        <p:nvSpPr>
          <p:cNvPr id="14" name="Shape 89">
            <a:extLst>
              <a:ext uri="{FF2B5EF4-FFF2-40B4-BE49-F238E27FC236}">
                <a16:creationId xmlns:a16="http://schemas.microsoft.com/office/drawing/2014/main" id="{3586C52A-6662-3F52-ADFC-B9B9ADC40C40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15" name="Image 4">
            <a:extLst>
              <a:ext uri="{FF2B5EF4-FFF2-40B4-BE49-F238E27FC236}">
                <a16:creationId xmlns:a16="http://schemas.microsoft.com/office/drawing/2014/main" id="{EBC2E1A8-0992-5807-62C5-FDECF509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16" name="Text 20">
            <a:extLst>
              <a:ext uri="{FF2B5EF4-FFF2-40B4-BE49-F238E27FC236}">
                <a16:creationId xmlns:a16="http://schemas.microsoft.com/office/drawing/2014/main" id="{E07046D8-19EA-0235-EFD9-1F12FF22802D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현황</a:t>
            </a:r>
            <a:endParaRPr lang="en-US" sz="1200" dirty="0"/>
          </a:p>
        </p:txBody>
      </p:sp>
      <p:sp>
        <p:nvSpPr>
          <p:cNvPr id="17" name="Shape 21">
            <a:extLst>
              <a:ext uri="{FF2B5EF4-FFF2-40B4-BE49-F238E27FC236}">
                <a16:creationId xmlns:a16="http://schemas.microsoft.com/office/drawing/2014/main" id="{FAFED983-EA43-C301-84EC-9F0A2509E029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8" name="Shape 23">
            <a:extLst>
              <a:ext uri="{FF2B5EF4-FFF2-40B4-BE49-F238E27FC236}">
                <a16:creationId xmlns:a16="http://schemas.microsoft.com/office/drawing/2014/main" id="{835E43B1-3CB1-F3A4-2744-01FE8434E96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7741F8CE-92AE-7B32-FF76-6BD28BE0E40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28B9E07B-E299-A0DD-A6DE-256311F92516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6" name="Text 30">
            <a:extLst>
              <a:ext uri="{FF2B5EF4-FFF2-40B4-BE49-F238E27FC236}">
                <a16:creationId xmlns:a16="http://schemas.microsoft.com/office/drawing/2014/main" id="{0758110F-BFAA-5BDE-A776-FBB9AB90EF6D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관공서</a:t>
            </a:r>
            <a:endParaRPr lang="en-US" sz="1050" dirty="0"/>
          </a:p>
        </p:txBody>
      </p:sp>
      <p:sp>
        <p:nvSpPr>
          <p:cNvPr id="27" name="Shape 31">
            <a:extLst>
              <a:ext uri="{FF2B5EF4-FFF2-40B4-BE49-F238E27FC236}">
                <a16:creationId xmlns:a16="http://schemas.microsoft.com/office/drawing/2014/main" id="{E058018C-5856-B046-55AC-3524A254783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Text 32">
            <a:extLst>
              <a:ext uri="{FF2B5EF4-FFF2-40B4-BE49-F238E27FC236}">
                <a16:creationId xmlns:a16="http://schemas.microsoft.com/office/drawing/2014/main" id="{E220930D-52C9-D8EC-8C8F-17B7B3031DD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9개</a:t>
            </a:r>
            <a:endParaRPr lang="en-US" altLang="ko-KR" sz="1050" dirty="0"/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73B1B31A-2731-6AB1-288C-94002171C23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5874619B-5858-0A24-9268-1622977EC04D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742F79E3-BAB6-7B2F-6FBA-1E4D5AAC82BF}"/>
              </a:ext>
            </a:extLst>
          </p:cNvPr>
          <p:cNvSpPr txBox="1"/>
          <p:nvPr/>
        </p:nvSpPr>
        <p:spPr>
          <a:xfrm>
            <a:off x="6318847" y="2600789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공공기관</a:t>
            </a:r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5260B114-78B5-FED5-3123-DB9A87FE6A90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8" name="Text 40">
            <a:extLst>
              <a:ext uri="{FF2B5EF4-FFF2-40B4-BE49-F238E27FC236}">
                <a16:creationId xmlns:a16="http://schemas.microsoft.com/office/drawing/2014/main" id="{B7122EF0-63D1-2B5C-5DC1-B7717FC6ED8C}"/>
              </a:ext>
            </a:extLst>
          </p:cNvPr>
          <p:cNvSpPr txBox="1"/>
          <p:nvPr/>
        </p:nvSpPr>
        <p:spPr>
          <a:xfrm>
            <a:off x="7233311" y="260764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10개</a:t>
            </a:r>
            <a:endParaRPr lang="en-US" sz="105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15914493-6DE2-B15F-7BC6-2696BE349260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1" name="Shape 45">
            <a:extLst>
              <a:ext uri="{FF2B5EF4-FFF2-40B4-BE49-F238E27FC236}">
                <a16:creationId xmlns:a16="http://schemas.microsoft.com/office/drawing/2014/main" id="{FAAD9CFB-A524-73CA-746E-C7D3F822D1D5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F93BC7DF-CE91-5902-6C56-0A27E3A073DE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교육기관</a:t>
            </a:r>
            <a:endParaRPr lang="en-US" sz="1050" dirty="0"/>
          </a:p>
        </p:txBody>
      </p:sp>
      <p:sp>
        <p:nvSpPr>
          <p:cNvPr id="56" name="Shape 47">
            <a:extLst>
              <a:ext uri="{FF2B5EF4-FFF2-40B4-BE49-F238E27FC236}">
                <a16:creationId xmlns:a16="http://schemas.microsoft.com/office/drawing/2014/main" id="{02C3ACE3-A437-2A1C-19F3-FDBED3DA0E3A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51CD4B6B-ACBB-FD80-A677-5C891A80F932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6EE59A19-C68F-7679-BD3A-10CA8FEBE36D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B8CBBA15-3E9D-648E-B3A0-D9F08F55389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은행점포</a:t>
            </a:r>
            <a:endParaRPr lang="en-US" altLang="ko-KR" sz="1050" dirty="0"/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CD08630D-4F30-8827-7CB8-75676C2D5CD7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Shape 57">
            <a:extLst>
              <a:ext uri="{FF2B5EF4-FFF2-40B4-BE49-F238E27FC236}">
                <a16:creationId xmlns:a16="http://schemas.microsoft.com/office/drawing/2014/main" id="{88D96BD5-6802-7D89-3C09-3BC289D00CD8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12FB7046-E1A0-2670-221C-7E0135555EAE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8" name="Shape 23">
            <a:extLst>
              <a:ext uri="{FF2B5EF4-FFF2-40B4-BE49-F238E27FC236}">
                <a16:creationId xmlns:a16="http://schemas.microsoft.com/office/drawing/2014/main" id="{E6ADAB23-74BE-15EB-07D8-CF207099CD7E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Shape 25">
            <a:extLst>
              <a:ext uri="{FF2B5EF4-FFF2-40B4-BE49-F238E27FC236}">
                <a16:creationId xmlns:a16="http://schemas.microsoft.com/office/drawing/2014/main" id="{75986FB5-32F9-BABF-0A83-973417A3A52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651217F-2F74-719A-C1E3-912B934DECB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F69248DB-83F4-D1EF-4154-A610C51F0FFF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9E9CD69-FA93-A05E-5574-CFDC1F7039C0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87DDBA78-7AD0-0669-F182-99F011226488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7" name="Text 40">
            <a:extLst>
              <a:ext uri="{FF2B5EF4-FFF2-40B4-BE49-F238E27FC236}">
                <a16:creationId xmlns:a16="http://schemas.microsoft.com/office/drawing/2014/main" id="{4CCAB12B-29A3-A046-F49A-7FCE6549FF98}"/>
              </a:ext>
            </a:extLst>
          </p:cNvPr>
          <p:cNvSpPr txBox="1"/>
          <p:nvPr/>
        </p:nvSpPr>
        <p:spPr>
          <a:xfrm>
            <a:off x="7233311" y="292563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42개</a:t>
            </a:r>
            <a:endParaRPr lang="en-US" sz="1050" dirty="0"/>
          </a:p>
        </p:txBody>
      </p:sp>
      <p:sp>
        <p:nvSpPr>
          <p:cNvPr id="78" name="Text 40">
            <a:extLst>
              <a:ext uri="{FF2B5EF4-FFF2-40B4-BE49-F238E27FC236}">
                <a16:creationId xmlns:a16="http://schemas.microsoft.com/office/drawing/2014/main" id="{C94A2492-C2B1-4E55-944A-A8891281DE07}"/>
              </a:ext>
            </a:extLst>
          </p:cNvPr>
          <p:cNvSpPr txBox="1"/>
          <p:nvPr/>
        </p:nvSpPr>
        <p:spPr>
          <a:xfrm>
            <a:off x="7233311" y="3243839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25개</a:t>
            </a:r>
            <a:endParaRPr lang="en-US" sz="1050" dirty="0"/>
          </a:p>
        </p:txBody>
      </p:sp>
      <p:sp>
        <p:nvSpPr>
          <p:cNvPr id="80" name="Text 32">
            <a:extLst>
              <a:ext uri="{FF2B5EF4-FFF2-40B4-BE49-F238E27FC236}">
                <a16:creationId xmlns:a16="http://schemas.microsoft.com/office/drawing/2014/main" id="{E8C4904E-9E9C-7D10-7350-1DE919D1EF2B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0.00003개</a:t>
            </a:r>
            <a:endParaRPr lang="en-US" sz="1050" dirty="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B3BC62C3-83B1-9896-94CC-E344D486472F}"/>
              </a:ext>
            </a:extLst>
          </p:cNvPr>
          <p:cNvSpPr txBox="1"/>
          <p:nvPr/>
        </p:nvSpPr>
        <p:spPr>
          <a:xfrm>
            <a:off x="8152556" y="261212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0.00004개</a:t>
            </a:r>
            <a:endParaRPr lang="en-US" sz="1050" dirty="0"/>
          </a:p>
        </p:txBody>
      </p:sp>
      <p:sp>
        <p:nvSpPr>
          <p:cNvPr id="82" name="Text 40">
            <a:extLst>
              <a:ext uri="{FF2B5EF4-FFF2-40B4-BE49-F238E27FC236}">
                <a16:creationId xmlns:a16="http://schemas.microsoft.com/office/drawing/2014/main" id="{F872CBA3-F773-A457-0A37-B979FB00CF97}"/>
              </a:ext>
            </a:extLst>
          </p:cNvPr>
          <p:cNvSpPr txBox="1"/>
          <p:nvPr/>
        </p:nvSpPr>
        <p:spPr>
          <a:xfrm>
            <a:off x="8152556" y="293011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0.00015개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DFFFA8BA-B7DB-4065-234E-6616FB90BD94}"/>
              </a:ext>
            </a:extLst>
          </p:cNvPr>
          <p:cNvSpPr txBox="1"/>
          <p:nvPr/>
        </p:nvSpPr>
        <p:spPr>
          <a:xfrm>
            <a:off x="8152556" y="324832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0.00009개</a:t>
            </a:r>
            <a:endParaRPr lang="en-US" sz="105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B54F9951-5D66-6296-AD56-1C3EDC9620E0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6" name="Text 24">
            <a:extLst>
              <a:ext uri="{FF2B5EF4-FFF2-40B4-BE49-F238E27FC236}">
                <a16:creationId xmlns:a16="http://schemas.microsoft.com/office/drawing/2014/main" id="{B6B490E1-0C75-C46D-E0F0-B6D7D33E0EA3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7" name="Text 26">
            <a:extLst>
              <a:ext uri="{FF2B5EF4-FFF2-40B4-BE49-F238E27FC236}">
                <a16:creationId xmlns:a16="http://schemas.microsoft.com/office/drawing/2014/main" id="{07349A7C-0225-1BC2-5C49-0B3EEE6951EC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C0F7D7-6265-209E-98A2-EAAB9C75C0B9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838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FC46-5C2F-4150-365D-A8755F777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91248D0-CFD1-BCD4-C224-62FC6A26D45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8E048AA-C950-7DC7-D6AD-4D14C8A871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18</a:t>
            </a:r>
            <a:endParaRPr lang="en-US" dirty="0"/>
          </a:p>
        </p:txBody>
      </p:sp>
      <p:sp>
        <p:nvSpPr>
          <p:cNvPr id="67" name="Shape 89">
            <a:extLst>
              <a:ext uri="{FF2B5EF4-FFF2-40B4-BE49-F238E27FC236}">
                <a16:creationId xmlns:a16="http://schemas.microsoft.com/office/drawing/2014/main" id="{9B3CECA8-344A-200D-2594-38604CB344D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8" name="Image 4">
            <a:extLst>
              <a:ext uri="{FF2B5EF4-FFF2-40B4-BE49-F238E27FC236}">
                <a16:creationId xmlns:a16="http://schemas.microsoft.com/office/drawing/2014/main" id="{3264EBB0-F156-37D7-55DE-CDE31C9ABF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9" name="Text 20">
            <a:extLst>
              <a:ext uri="{FF2B5EF4-FFF2-40B4-BE49-F238E27FC236}">
                <a16:creationId xmlns:a16="http://schemas.microsoft.com/office/drawing/2014/main" id="{9D960095-5AFE-101E-6DAF-A96EED1A91B2}"/>
              </a:ext>
            </a:extLst>
          </p:cNvPr>
          <p:cNvSpPr txBox="1"/>
          <p:nvPr/>
        </p:nvSpPr>
        <p:spPr>
          <a:xfrm>
            <a:off x="6298120" y="1591356"/>
            <a:ext cx="15250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현황</a:t>
            </a:r>
            <a:endParaRPr lang="en-US" sz="1200" dirty="0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564D61DF-85E4-9479-8CC7-37CCECF7E3B7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1" name="Shape 23">
            <a:extLst>
              <a:ext uri="{FF2B5EF4-FFF2-40B4-BE49-F238E27FC236}">
                <a16:creationId xmlns:a16="http://schemas.microsoft.com/office/drawing/2014/main" id="{F52B9E7D-C712-D587-391B-7C6BF0F83C6F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5">
            <a:extLst>
              <a:ext uri="{FF2B5EF4-FFF2-40B4-BE49-F238E27FC236}">
                <a16:creationId xmlns:a16="http://schemas.microsoft.com/office/drawing/2014/main" id="{4EC4E269-FDF9-D458-A2C9-A6DBC65641EB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3" name="Shape 29">
            <a:extLst>
              <a:ext uri="{FF2B5EF4-FFF2-40B4-BE49-F238E27FC236}">
                <a16:creationId xmlns:a16="http://schemas.microsoft.com/office/drawing/2014/main" id="{A4A15B4A-830A-9466-B6D0-3738ED8ED364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20549A98-20F4-47A9-4AA3-50B18D38201F}"/>
              </a:ext>
            </a:extLst>
          </p:cNvPr>
          <p:cNvSpPr txBox="1"/>
          <p:nvPr/>
        </p:nvSpPr>
        <p:spPr>
          <a:xfrm>
            <a:off x="6291416" y="2279834"/>
            <a:ext cx="707554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endParaRPr lang="en-US" altLang="ko-KR" sz="1050" dirty="0"/>
          </a:p>
        </p:txBody>
      </p:sp>
      <p:sp>
        <p:nvSpPr>
          <p:cNvPr id="75" name="Shape 31">
            <a:extLst>
              <a:ext uri="{FF2B5EF4-FFF2-40B4-BE49-F238E27FC236}">
                <a16:creationId xmlns:a16="http://schemas.microsoft.com/office/drawing/2014/main" id="{DAFCDC68-6692-D2C1-8BE3-022F7BF8F5A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6" name="Text 32">
            <a:extLst>
              <a:ext uri="{FF2B5EF4-FFF2-40B4-BE49-F238E27FC236}">
                <a16:creationId xmlns:a16="http://schemas.microsoft.com/office/drawing/2014/main" id="{1C5641AA-0DFC-660F-B3BD-EBC38005823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79개</a:t>
            </a:r>
            <a:endParaRPr lang="en-US" altLang="ko-KR" sz="1050" dirty="0"/>
          </a:p>
        </p:txBody>
      </p:sp>
      <p:sp>
        <p:nvSpPr>
          <p:cNvPr id="77" name="Shape 33">
            <a:extLst>
              <a:ext uri="{FF2B5EF4-FFF2-40B4-BE49-F238E27FC236}">
                <a16:creationId xmlns:a16="http://schemas.microsoft.com/office/drawing/2014/main" id="{FD17EB5C-D21E-6533-CC9A-D5156B9A770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EC14AC48-0C7D-235A-D128-0AA4FB62BB17}"/>
              </a:ext>
            </a:extLst>
          </p:cNvPr>
          <p:cNvSpPr/>
          <p:nvPr/>
        </p:nvSpPr>
        <p:spPr>
          <a:xfrm>
            <a:off x="6104877" y="2815673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756D5CD8-C45E-A4B9-8EB6-B4553DDCF218}"/>
              </a:ext>
            </a:extLst>
          </p:cNvPr>
          <p:cNvSpPr txBox="1"/>
          <p:nvPr/>
        </p:nvSpPr>
        <p:spPr>
          <a:xfrm>
            <a:off x="6318847" y="2582501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상영관</a:t>
            </a:r>
            <a:endParaRPr lang="en-US" altLang="ko-KR" sz="1050" dirty="0"/>
          </a:p>
        </p:txBody>
      </p:sp>
      <p:sp>
        <p:nvSpPr>
          <p:cNvPr id="80" name="Shape 39">
            <a:extLst>
              <a:ext uri="{FF2B5EF4-FFF2-40B4-BE49-F238E27FC236}">
                <a16:creationId xmlns:a16="http://schemas.microsoft.com/office/drawing/2014/main" id="{04B754D2-51CC-8D9C-27CC-3AEB0D75B5E6}"/>
              </a:ext>
            </a:extLst>
          </p:cNvPr>
          <p:cNvSpPr/>
          <p:nvPr/>
        </p:nvSpPr>
        <p:spPr>
          <a:xfrm>
            <a:off x="7277748" y="2815673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716B30C3-127E-5E03-32D4-90044DC954FF}"/>
              </a:ext>
            </a:extLst>
          </p:cNvPr>
          <p:cNvSpPr txBox="1"/>
          <p:nvPr/>
        </p:nvSpPr>
        <p:spPr>
          <a:xfrm>
            <a:off x="7233311" y="2589354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4개</a:t>
            </a:r>
            <a:endParaRPr lang="en-US" sz="1050" dirty="0"/>
          </a:p>
        </p:txBody>
      </p:sp>
      <p:sp>
        <p:nvSpPr>
          <p:cNvPr id="82" name="Shape 41">
            <a:extLst>
              <a:ext uri="{FF2B5EF4-FFF2-40B4-BE49-F238E27FC236}">
                <a16:creationId xmlns:a16="http://schemas.microsoft.com/office/drawing/2014/main" id="{4B29CEDB-5FB0-A77E-6C56-E4ED8F903393}"/>
              </a:ext>
            </a:extLst>
          </p:cNvPr>
          <p:cNvSpPr/>
          <p:nvPr/>
        </p:nvSpPr>
        <p:spPr>
          <a:xfrm>
            <a:off x="7905026" y="2815673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1" name="Shape 21">
            <a:extLst>
              <a:ext uri="{FF2B5EF4-FFF2-40B4-BE49-F238E27FC236}">
                <a16:creationId xmlns:a16="http://schemas.microsoft.com/office/drawing/2014/main" id="{59F6BD98-FF4B-00D6-6A21-44D937D1E070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A19A5FF1-EFB4-349D-91C3-1C022A34E83B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3" name="Shape 25">
            <a:extLst>
              <a:ext uri="{FF2B5EF4-FFF2-40B4-BE49-F238E27FC236}">
                <a16:creationId xmlns:a16="http://schemas.microsoft.com/office/drawing/2014/main" id="{07752F18-561F-2303-0813-2906EAF7AB0D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B89CA4CA-81E5-5E08-B60C-4C9B3602ED40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BD9B62E-AFB3-4AB3-918A-FF15CF71647A}"/>
              </a:ext>
            </a:extLst>
          </p:cNvPr>
          <p:cNvSpPr/>
          <p:nvPr/>
        </p:nvSpPr>
        <p:spPr>
          <a:xfrm>
            <a:off x="6167900" y="2612170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90F2CB1B-FC13-565E-1AB3-C44DA88F280A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0.00028개</a:t>
            </a:r>
            <a:endParaRPr lang="en-US" sz="1050" dirty="0"/>
          </a:p>
        </p:txBody>
      </p:sp>
      <p:sp>
        <p:nvSpPr>
          <p:cNvPr id="101" name="Text 40">
            <a:extLst>
              <a:ext uri="{FF2B5EF4-FFF2-40B4-BE49-F238E27FC236}">
                <a16:creationId xmlns:a16="http://schemas.microsoft.com/office/drawing/2014/main" id="{0D4EC7A8-BB54-BED8-B6ED-B60BAFAD2155}"/>
              </a:ext>
            </a:extLst>
          </p:cNvPr>
          <p:cNvSpPr txBox="1"/>
          <p:nvPr/>
        </p:nvSpPr>
        <p:spPr>
          <a:xfrm>
            <a:off x="8152556" y="2593837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0.00001개</a:t>
            </a:r>
            <a:endParaRPr lang="en-US" sz="1050" dirty="0"/>
          </a:p>
        </p:txBody>
      </p:sp>
      <p:sp>
        <p:nvSpPr>
          <p:cNvPr id="104" name="Text 22">
            <a:extLst>
              <a:ext uri="{FF2B5EF4-FFF2-40B4-BE49-F238E27FC236}">
                <a16:creationId xmlns:a16="http://schemas.microsoft.com/office/drawing/2014/main" id="{FE074BBC-A051-9F6E-C9B6-14CDD04E90BA}"/>
              </a:ext>
            </a:extLst>
          </p:cNvPr>
          <p:cNvSpPr txBox="1"/>
          <p:nvPr/>
        </p:nvSpPr>
        <p:spPr>
          <a:xfrm>
            <a:off x="6275339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2ECD63DF-B31B-43E5-D308-624FA44FE6B6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106" name="Text 26">
            <a:extLst>
              <a:ext uri="{FF2B5EF4-FFF2-40B4-BE49-F238E27FC236}">
                <a16:creationId xmlns:a16="http://schemas.microsoft.com/office/drawing/2014/main" id="{BDA44058-70E1-FBEB-4980-3BDF342305AA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BD41D7-A447-EF1F-CCC3-A3C2596F6AFB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99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02D-D361-D56D-2F92-C10CD03E9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1CFCCE28-00A8-774B-6812-AF910EC1330C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F66E34-3DC3-7B33-E05D-03D39E97622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19</a:t>
            </a:r>
            <a:endParaRPr 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FB3B317F-53DE-BAC6-56FF-60084AE28AF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F5738B61-0937-787A-A860-61E818AF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67A64BD1-1F53-1109-C7F1-5D01EF462B89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042E65D6-FD91-CD7F-64BA-356FE7284314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AED682F9-95C6-0AEB-73E7-4B3E4B89FC1B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1219AD85-B5BB-01BC-A4A7-0E54A45AD20F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758FD951-A2A4-180C-D4E8-4B0715759343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AF8F4647-1A74-BF3C-FF23-EE74DF031B0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AE5E285C-6E3C-6331-E25B-047C97CAD4AC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F4F38638-998F-FCA3-5B96-C92EB1C04CC1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5,502개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1BC13BD1-2AFF-FDE0-DDB3-353A1336BEA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6" name="Shape 21">
            <a:extLst>
              <a:ext uri="{FF2B5EF4-FFF2-40B4-BE49-F238E27FC236}">
                <a16:creationId xmlns:a16="http://schemas.microsoft.com/office/drawing/2014/main" id="{114BF688-C9FD-966D-E904-1AB5EC9CC627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7" name="Shape 23">
            <a:extLst>
              <a:ext uri="{FF2B5EF4-FFF2-40B4-BE49-F238E27FC236}">
                <a16:creationId xmlns:a16="http://schemas.microsoft.com/office/drawing/2014/main" id="{EC90540B-2395-838F-5B60-7536D9332934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95EE7012-656E-E475-E10F-51ADC1A2543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26A027A-7E20-862B-F0BD-0E872FAB0E3C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81" name="Text 32">
            <a:extLst>
              <a:ext uri="{FF2B5EF4-FFF2-40B4-BE49-F238E27FC236}">
                <a16:creationId xmlns:a16="http://schemas.microsoft.com/office/drawing/2014/main" id="{BD2C1675-D746-A214-A6AF-A40DBD7F8BC5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0.01947개</a:t>
            </a:r>
            <a:endParaRPr lang="en-US" sz="1050" dirty="0"/>
          </a:p>
        </p:txBody>
      </p:sp>
      <p:sp>
        <p:nvSpPr>
          <p:cNvPr id="83" name="Text 22">
            <a:extLst>
              <a:ext uri="{FF2B5EF4-FFF2-40B4-BE49-F238E27FC236}">
                <a16:creationId xmlns:a16="http://schemas.microsoft.com/office/drawing/2014/main" id="{873BC08C-DC2A-93E0-1C1F-FCE0B4502614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4" name="Text 24">
            <a:extLst>
              <a:ext uri="{FF2B5EF4-FFF2-40B4-BE49-F238E27FC236}">
                <a16:creationId xmlns:a16="http://schemas.microsoft.com/office/drawing/2014/main" id="{718F2494-033A-E4BC-A149-E81244831644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5" name="Text 26">
            <a:extLst>
              <a:ext uri="{FF2B5EF4-FFF2-40B4-BE49-F238E27FC236}">
                <a16:creationId xmlns:a16="http://schemas.microsoft.com/office/drawing/2014/main" id="{F321B55D-58B5-10E2-8B69-78B3E33D5872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D9817B-8E4D-DE09-62FB-6AF00162A396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195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83DC-3693-B50C-B05B-26598AD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7DDA72D-F66F-FA96-8EDA-F484F1152A9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EFFF75F-170D-ACC3-8EDC-B17244C4964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20</a:t>
            </a:r>
            <a:endParaRPr 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0369F17A-AB85-6650-36F6-0544E54B264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5C8A779E-92FA-66EF-9106-82DC56D49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2BE5A9CD-6CAB-8F37-591B-6F7D6E91A48E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D0A0EAE3-05DB-8B0E-1BBC-6B884065A8EE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537CF7DF-E45C-0A66-FA19-5BB721EB044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A194729D-5DFB-D792-0D39-70C79630A4FC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B557C4D3-7E6A-FCBF-C6AD-64CFE5C0A811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F4241D30-8542-C11E-BD86-979C498C135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497AF7B9-138A-4FFE-5038-55B9C1F5894B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32C507C9-8D1F-0DD4-8F81-212E596F2603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202개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90832395-375B-B139-CEA4-B305185D307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1" name="Shape 21">
            <a:extLst>
              <a:ext uri="{FF2B5EF4-FFF2-40B4-BE49-F238E27FC236}">
                <a16:creationId xmlns:a16="http://schemas.microsoft.com/office/drawing/2014/main" id="{EB273C14-8621-C402-7189-8636CD66A851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3">
            <a:extLst>
              <a:ext uri="{FF2B5EF4-FFF2-40B4-BE49-F238E27FC236}">
                <a16:creationId xmlns:a16="http://schemas.microsoft.com/office/drawing/2014/main" id="{373F6BFA-9A8B-ECF0-3261-728215086D3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3" name="Shape 25">
            <a:extLst>
              <a:ext uri="{FF2B5EF4-FFF2-40B4-BE49-F238E27FC236}">
                <a16:creationId xmlns:a16="http://schemas.microsoft.com/office/drawing/2014/main" id="{E37EF3CF-BC59-23D7-A9CB-BBBE8FD54233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0C9F483A-D107-CF02-DC3D-3B7387827F17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5" name="Text 32">
            <a:extLst>
              <a:ext uri="{FF2B5EF4-FFF2-40B4-BE49-F238E27FC236}">
                <a16:creationId xmlns:a16="http://schemas.microsoft.com/office/drawing/2014/main" id="{6BE4B8F2-72F2-8817-A923-D2F450B56191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0.00071개</a:t>
            </a:r>
            <a:endParaRPr lang="en-US" sz="105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AD96E7BC-6273-7C03-9612-6656C99138CA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BB3F16D0-9A6A-0F9A-AFFB-CE4549C3248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5F09583B-D36E-F423-829A-8F2FCE35B274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0126C5-CBB2-FDF5-C109-AEF3CA530EF8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272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D0E65-23B5-45F6-392F-312AA31B7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72502E7-E3D4-1082-5397-95FFBD1AA74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638C80F-9598-0CA8-3895-E97ACF5BB042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23</a:t>
            </a:r>
            <a:endParaRPr lang="en-US" dirty="0"/>
          </a:p>
        </p:txBody>
      </p:sp>
      <p:sp>
        <p:nvSpPr>
          <p:cNvPr id="5" name="Shape 89">
            <a:extLst>
              <a:ext uri="{FF2B5EF4-FFF2-40B4-BE49-F238E27FC236}">
                <a16:creationId xmlns:a16="http://schemas.microsoft.com/office/drawing/2014/main" id="{D551E142-5028-811C-B633-E0BA5A053E8C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606913BB-8855-8288-47E2-D954E1C74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C9C1D5C-8E48-9AB3-0ED6-DDAD071DF7E2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ED216A12-1B5C-668B-9ACC-616D1F2022D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0C6B334B-5C9A-FF65-9961-2F550401BA47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E65E0C10-FD9A-92BA-4583-56A60DE65559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874F6782-EC6B-1785-DE94-D202F77F936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4C4A6F51-252E-0550-59F4-9434484A8D3A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580AF454-1237-3E62-5521-54E23744B4F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1D6F023F-AD11-FFD0-4467-D9724BA41C9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178개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173159A5-CC98-F72C-7FF2-A6123137D547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C1FF11E6-29EA-8C58-7F27-34A4B856918C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13CDD25-080D-5196-4A6A-2F6279F46096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8AB9D1E-E429-5315-E56B-6F9A8600961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67AE3D7-4B0A-2009-0DFA-18488E23201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FC40D82D-DB6E-3CA1-B348-F788E15AF98C}"/>
              </a:ext>
            </a:extLst>
          </p:cNvPr>
          <p:cNvSpPr txBox="1"/>
          <p:nvPr/>
        </p:nvSpPr>
        <p:spPr>
          <a:xfrm>
            <a:off x="8152556" y="2284317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0.00063개</a:t>
            </a:r>
            <a:endParaRPr lang="en-US" sz="1050" dirty="0"/>
          </a:p>
        </p:txBody>
      </p:sp>
      <p:sp>
        <p:nvSpPr>
          <p:cNvPr id="37" name="Text 22">
            <a:extLst>
              <a:ext uri="{FF2B5EF4-FFF2-40B4-BE49-F238E27FC236}">
                <a16:creationId xmlns:a16="http://schemas.microsoft.com/office/drawing/2014/main" id="{E9E17891-5784-1E77-0696-DF5C65B3D45D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8" name="Text 24">
            <a:extLst>
              <a:ext uri="{FF2B5EF4-FFF2-40B4-BE49-F238E27FC236}">
                <a16:creationId xmlns:a16="http://schemas.microsoft.com/office/drawing/2014/main" id="{3A1760EA-D2C1-971E-69F7-6109E1AC1F2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67BA7F89-B13A-0461-10D5-78F350CB1E33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B6D9B4-DB85-3FA7-4742-7CCC82366326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837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3954-8D65-A16F-3A7C-F5FCBE6B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D67AC873-6E7D-CC67-2A3B-17A02F90090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D1749C-FB0D-A687-9BA5-AF6423B0696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21</a:t>
            </a:r>
            <a:endParaRPr lang="en-US" dirty="0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179488DC-3655-AF47-4A51-55663BB186BA}"/>
              </a:ext>
            </a:extLst>
          </p:cNvPr>
          <p:cNvSpPr/>
          <p:nvPr/>
        </p:nvSpPr>
        <p:spPr>
          <a:xfrm>
            <a:off x="6003379" y="4584340"/>
            <a:ext cx="3069501" cy="1491951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03997975-B5BD-60CB-007B-A895681EABDE}"/>
              </a:ext>
            </a:extLst>
          </p:cNvPr>
          <p:cNvSpPr txBox="1"/>
          <p:nvPr/>
        </p:nvSpPr>
        <p:spPr>
          <a:xfrm>
            <a:off x="6327076" y="4689587"/>
            <a:ext cx="12783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endParaRPr lang="en-US" sz="1200" dirty="0"/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A825D50C-C116-DD9D-15C7-5ACFBCEF4D44}"/>
              </a:ext>
            </a:extLst>
          </p:cNvPr>
          <p:cNvSpPr/>
          <p:nvPr/>
        </p:nvSpPr>
        <p:spPr>
          <a:xfrm>
            <a:off x="6161264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9F92BA27-5A0C-0344-C1D2-F4798F599100}"/>
              </a:ext>
            </a:extLst>
          </p:cNvPr>
          <p:cNvSpPr/>
          <p:nvPr/>
        </p:nvSpPr>
        <p:spPr>
          <a:xfrm>
            <a:off x="7318895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F626B08B-BA62-1224-27B1-DBE81A1B04AF}"/>
              </a:ext>
            </a:extLst>
          </p:cNvPr>
          <p:cNvSpPr/>
          <p:nvPr/>
        </p:nvSpPr>
        <p:spPr>
          <a:xfrm>
            <a:off x="7946173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5" name="Shape 14">
            <a:extLst>
              <a:ext uri="{FF2B5EF4-FFF2-40B4-BE49-F238E27FC236}">
                <a16:creationId xmlns:a16="http://schemas.microsoft.com/office/drawing/2014/main" id="{0B6F251D-524E-C23E-403F-F3888401F61A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pic>
        <p:nvPicPr>
          <p:cNvPr id="2" name="Image 7">
            <a:extLst>
              <a:ext uri="{FF2B5EF4-FFF2-40B4-BE49-F238E27FC236}">
                <a16:creationId xmlns:a16="http://schemas.microsoft.com/office/drawing/2014/main" id="{15256D91-9CA2-7C4E-D206-9495293522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359" b="-1359"/>
          <a:stretch/>
        </p:blipFill>
        <p:spPr>
          <a:xfrm>
            <a:off x="6156268" y="4722529"/>
            <a:ext cx="105156" cy="1234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81B8E5-4109-785F-CAE0-43745048A1C0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0.00012개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     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Shape 89">
            <a:extLst>
              <a:ext uri="{FF2B5EF4-FFF2-40B4-BE49-F238E27FC236}">
                <a16:creationId xmlns:a16="http://schemas.microsoft.com/office/drawing/2014/main" id="{58651FEA-D133-6CB7-9FF4-BA394973DB8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4FED0A02-A6B6-F249-8774-7AD3572382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F7E87DD-0CAA-2C3E-BD88-024151EA005F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0642F2AC-993E-F173-A983-CB905F99015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BFA27880-CAB1-A475-5BC1-2CE632B6653A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374B3FF8-70F4-D13E-9975-422C674120B8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2813A219-B937-FAE7-1C79-56A58524C07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5B016D45-B257-F589-E300-4B2567E07B56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3C12769E-B815-D3CB-AAF5-840E34289CD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4315A721-A7DD-C363-B0E7-44A84C88BF23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33개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CE5F9EA4-537D-16C2-5DC1-B42A1792066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F95371BB-E4D8-9066-D00E-D423209B862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E92F6E0-7AD6-5A13-E5D1-E76C969CF14D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1217BE18-823C-55BF-8320-073DBAAA570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4533FA7-22F2-5612-46BD-CAE5CE74D40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42DB4301-C7E7-4427-5E35-5444C1FF1D19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0.00012개</a:t>
            </a:r>
            <a:endParaRPr lang="en-US" sz="1050" dirty="0"/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2D3FB75A-55B3-A77B-C3EC-693D5AF83E15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32EF261A-3AD8-A0B5-132C-A725F4CEFAC5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3ED83D98-2E07-CCA5-BA8F-67FFB6171653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5EF51D-B0FB-3268-5130-7AFE08A16B7B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CC956B-2F45-F4D7-87AA-344B7B398B33}"/>
              </a:ext>
            </a:extLst>
          </p:cNvPr>
          <p:cNvSpPr txBox="1"/>
          <p:nvPr/>
        </p:nvSpPr>
        <p:spPr>
          <a:xfrm>
            <a:off x="6013795" y="6067167"/>
            <a:ext cx="45515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606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화장실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47BB7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미만이면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이상이면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D99EC2-DCA3-59B8-997B-3B06E034F4FC}"/>
              </a:ext>
            </a:extLst>
          </p:cNvPr>
          <p:cNvSpPr txBox="1"/>
          <p:nvPr/>
        </p:nvSpPr>
        <p:spPr>
          <a:xfrm>
            <a:off x="6348957" y="5421938"/>
            <a:ext cx="18859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>
                <a:solidFill>
                  <a:srgbClr val="47BB7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</a:t>
            </a:r>
            <a:endParaRPr lang="ko-KR" altLang="en-US" sz="20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284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65F9-878E-E1EF-2C90-76C4350A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CF669B4-95F8-B081-0E34-5FCA30CA70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3B5EF02-09E0-0B50-26ED-4800276856B0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22</a:t>
            </a:r>
            <a:endParaRPr lang="en-US" dirty="0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77FAE520-2D59-4201-856F-51F35AF20E7D}"/>
              </a:ext>
            </a:extLst>
          </p:cNvPr>
          <p:cNvSpPr/>
          <p:nvPr/>
        </p:nvSpPr>
        <p:spPr>
          <a:xfrm>
            <a:off x="6003379" y="4584340"/>
            <a:ext cx="3069501" cy="149261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4B1F3A78-CDF0-26E8-D9ED-6B6397BDFE43}"/>
              </a:ext>
            </a:extLst>
          </p:cNvPr>
          <p:cNvSpPr txBox="1"/>
          <p:nvPr/>
        </p:nvSpPr>
        <p:spPr>
          <a:xfrm>
            <a:off x="6327076" y="4698640"/>
            <a:ext cx="12783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endParaRPr lang="en-US" sz="1200" dirty="0"/>
          </a:p>
        </p:txBody>
      </p:sp>
      <p:sp>
        <p:nvSpPr>
          <p:cNvPr id="2" name="Shape 84">
            <a:extLst>
              <a:ext uri="{FF2B5EF4-FFF2-40B4-BE49-F238E27FC236}">
                <a16:creationId xmlns:a16="http://schemas.microsoft.com/office/drawing/2014/main" id="{349FE88E-8A74-12C4-8EE3-5E0456B2DAAC}"/>
              </a:ext>
            </a:extLst>
          </p:cNvPr>
          <p:cNvSpPr>
            <a:spLocks/>
          </p:cNvSpPr>
          <p:nvPr/>
        </p:nvSpPr>
        <p:spPr>
          <a:xfrm>
            <a:off x="9159351" y="1463266"/>
            <a:ext cx="2457799" cy="4613683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5" name="Image 4" descr="preencoded.png">
            <a:extLst>
              <a:ext uri="{FF2B5EF4-FFF2-40B4-BE49-F238E27FC236}">
                <a16:creationId xmlns:a16="http://schemas.microsoft.com/office/drawing/2014/main" id="{297D2893-4B7D-78AD-D88F-CE0B258A4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100" b="-1100"/>
          <a:stretch/>
        </p:blipFill>
        <p:spPr>
          <a:xfrm>
            <a:off x="9219193" y="1552675"/>
            <a:ext cx="114300" cy="133502"/>
          </a:xfrm>
          <a:prstGeom prst="rect">
            <a:avLst/>
          </a:prstGeom>
        </p:spPr>
      </p:pic>
      <p:sp>
        <p:nvSpPr>
          <p:cNvPr id="7" name="Text 86">
            <a:extLst>
              <a:ext uri="{FF2B5EF4-FFF2-40B4-BE49-F238E27FC236}">
                <a16:creationId xmlns:a16="http://schemas.microsoft.com/office/drawing/2014/main" id="{73DB3EE5-0B9B-D094-A261-88032ACA063C}"/>
              </a:ext>
            </a:extLst>
          </p:cNvPr>
          <p:cNvSpPr txBox="1"/>
          <p:nvPr/>
        </p:nvSpPr>
        <p:spPr>
          <a:xfrm>
            <a:off x="9401722" y="1541656"/>
            <a:ext cx="137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주차장별 구획수 상세</a:t>
            </a:r>
            <a:endParaRPr lang="en-US" sz="1200" dirty="0"/>
          </a:p>
        </p:txBody>
      </p:sp>
      <p:sp>
        <p:nvSpPr>
          <p:cNvPr id="8" name="Shape 87">
            <a:extLst>
              <a:ext uri="{FF2B5EF4-FFF2-40B4-BE49-F238E27FC236}">
                <a16:creationId xmlns:a16="http://schemas.microsoft.com/office/drawing/2014/main" id="{506F8EDB-95F5-BEF9-6267-506F2F39B07A}"/>
              </a:ext>
            </a:extLst>
          </p:cNvPr>
          <p:cNvSpPr/>
          <p:nvPr/>
        </p:nvSpPr>
        <p:spPr>
          <a:xfrm>
            <a:off x="9191761" y="2096032"/>
            <a:ext cx="2476195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8">
            <a:extLst>
              <a:ext uri="{FF2B5EF4-FFF2-40B4-BE49-F238E27FC236}">
                <a16:creationId xmlns:a16="http://schemas.microsoft.com/office/drawing/2014/main" id="{D1A26453-CDC0-07F3-3FDE-350489083584}"/>
              </a:ext>
            </a:extLst>
          </p:cNvPr>
          <p:cNvSpPr txBox="1"/>
          <p:nvPr/>
        </p:nvSpPr>
        <p:spPr>
          <a:xfrm>
            <a:off x="9273651" y="1875662"/>
            <a:ext cx="48006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주차장명</a:t>
            </a:r>
            <a:endParaRPr lang="en-US" sz="1050" dirty="0"/>
          </a:p>
        </p:txBody>
      </p:sp>
      <p:sp>
        <p:nvSpPr>
          <p:cNvPr id="106" name="Text 90">
            <a:extLst>
              <a:ext uri="{FF2B5EF4-FFF2-40B4-BE49-F238E27FC236}">
                <a16:creationId xmlns:a16="http://schemas.microsoft.com/office/drawing/2014/main" id="{EC6108F2-B3E8-AE88-3BCB-5D081F9CDADA}"/>
              </a:ext>
            </a:extLst>
          </p:cNvPr>
          <p:cNvSpPr txBox="1"/>
          <p:nvPr/>
        </p:nvSpPr>
        <p:spPr>
          <a:xfrm>
            <a:off x="10506779" y="1887080"/>
            <a:ext cx="37581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050" dirty="0"/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2335B14C-2EEB-8B2A-24EB-0C8E733ED384}"/>
              </a:ext>
            </a:extLst>
          </p:cNvPr>
          <p:cNvSpPr/>
          <p:nvPr/>
        </p:nvSpPr>
        <p:spPr>
          <a:xfrm>
            <a:off x="6197840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4A60799B-427D-7DBE-642A-9F63758BC936}"/>
              </a:ext>
            </a:extLst>
          </p:cNvPr>
          <p:cNvSpPr/>
          <p:nvPr/>
        </p:nvSpPr>
        <p:spPr>
          <a:xfrm>
            <a:off x="7355471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6FD546F5-BEC9-0A98-C577-F53F843119B2}"/>
              </a:ext>
            </a:extLst>
          </p:cNvPr>
          <p:cNvSpPr/>
          <p:nvPr/>
        </p:nvSpPr>
        <p:spPr>
          <a:xfrm>
            <a:off x="7982749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2" name="Shape 21">
            <a:extLst>
              <a:ext uri="{FF2B5EF4-FFF2-40B4-BE49-F238E27FC236}">
                <a16:creationId xmlns:a16="http://schemas.microsoft.com/office/drawing/2014/main" id="{048A869B-777D-4C47-70D2-C1D165D87128}"/>
              </a:ext>
            </a:extLst>
          </p:cNvPr>
          <p:cNvSpPr/>
          <p:nvPr/>
        </p:nvSpPr>
        <p:spPr>
          <a:xfrm>
            <a:off x="9196841" y="1795426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3" name="Shape 23">
            <a:extLst>
              <a:ext uri="{FF2B5EF4-FFF2-40B4-BE49-F238E27FC236}">
                <a16:creationId xmlns:a16="http://schemas.microsoft.com/office/drawing/2014/main" id="{B470F403-DE9C-A91A-843F-478C03083E10}"/>
              </a:ext>
            </a:extLst>
          </p:cNvPr>
          <p:cNvSpPr/>
          <p:nvPr/>
        </p:nvSpPr>
        <p:spPr>
          <a:xfrm>
            <a:off x="10354472" y="1795426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pic>
        <p:nvPicPr>
          <p:cNvPr id="3" name="Image 6">
            <a:extLst>
              <a:ext uri="{FF2B5EF4-FFF2-40B4-BE49-F238E27FC236}">
                <a16:creationId xmlns:a16="http://schemas.microsoft.com/office/drawing/2014/main" id="{EB756ABE-BC75-0B03-36AF-6285BB7631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163430" y="4733355"/>
            <a:ext cx="105156" cy="123444"/>
          </a:xfrm>
          <a:prstGeom prst="rect">
            <a:avLst/>
          </a:prstGeom>
        </p:spPr>
      </p:pic>
      <p:graphicFrame>
        <p:nvGraphicFramePr>
          <p:cNvPr id="14" name="SL23_table_parking">
            <a:extLst>
              <a:ext uri="{FF2B5EF4-FFF2-40B4-BE49-F238E27FC236}">
                <a16:creationId xmlns:a16="http://schemas.microsoft.com/office/drawing/2014/main" id="{37C2BA61-F7DA-76AD-6342-A0EC488E0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564793"/>
              </p:ext>
            </p:extLst>
          </p:nvPr>
        </p:nvGraphicFramePr>
        <p:xfrm>
          <a:off x="9187698" y="2142120"/>
          <a:ext cx="2302320" cy="453258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54159">
                  <a:extLst>
                    <a:ext uri="{9D8B030D-6E8A-4147-A177-3AD203B41FA5}">
                      <a16:colId xmlns:a16="http://schemas.microsoft.com/office/drawing/2014/main" val="1873021465"/>
                    </a:ext>
                  </a:extLst>
                </a:gridCol>
                <a:gridCol w="1048161">
                  <a:extLst>
                    <a:ext uri="{9D8B030D-6E8A-4147-A177-3AD203B41FA5}">
                      <a16:colId xmlns:a16="http://schemas.microsoft.com/office/drawing/2014/main" val="3854174969"/>
                    </a:ext>
                  </a:extLst>
                </a:gridCol>
              </a:tblGrid>
              <a:tr h="165011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>화성박물관,팔달구청</a:t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>340대</a:t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168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>장안동공영</a:t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>138대</a:t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46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>선경도서관</a:t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>73대</a:t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27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>남수동</a:t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>60대</a:t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5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770131"/>
                  </a:ext>
                </a:extLst>
              </a:tr>
              <a:tr h="265386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02123"/>
                  </a:ext>
                </a:extLst>
              </a:tr>
              <a:tr h="165011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85152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653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696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244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688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533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137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622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72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0933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797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526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5130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73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0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01925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DB14BF68-D90F-B159-7349-BC7C2D95AC23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0.00027대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C0392B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     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7" name="Shape 25">
            <a:extLst>
              <a:ext uri="{FF2B5EF4-FFF2-40B4-BE49-F238E27FC236}">
                <a16:creationId xmlns:a16="http://schemas.microsoft.com/office/drawing/2014/main" id="{711AF733-5047-BB33-BCA7-93A551354E23}"/>
              </a:ext>
            </a:extLst>
          </p:cNvPr>
          <p:cNvSpPr/>
          <p:nvPr/>
        </p:nvSpPr>
        <p:spPr>
          <a:xfrm>
            <a:off x="10648968" y="1795426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18" name="Shape 89">
            <a:extLst>
              <a:ext uri="{FF2B5EF4-FFF2-40B4-BE49-F238E27FC236}">
                <a16:creationId xmlns:a16="http://schemas.microsoft.com/office/drawing/2014/main" id="{9DBAA836-DE4F-9273-1F0B-5B5B00EB77B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000"/>
          </a:p>
        </p:txBody>
      </p:sp>
      <p:pic>
        <p:nvPicPr>
          <p:cNvPr id="27" name="Image 4">
            <a:extLst>
              <a:ext uri="{FF2B5EF4-FFF2-40B4-BE49-F238E27FC236}">
                <a16:creationId xmlns:a16="http://schemas.microsoft.com/office/drawing/2014/main" id="{D515E3F5-85D4-E382-7188-B4F0D02ACE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56D75A5B-9DAC-25C9-DB2B-E6BE7B9035F1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현황</a:t>
            </a:r>
            <a:endParaRPr lang="en-US" sz="1400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374AECFD-FCA4-786F-70AB-9D628813B9FC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8F65180A-701C-35BE-EDEE-459D6BBE69FD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D5963D56-5CD3-9C5F-557A-3F31B3CDC3A1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35BA6584-98A3-CB54-8499-59BD708EB57D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2818179-DB77-08EF-CBFB-248C0E09A323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</a:t>
            </a:r>
            <a:endParaRPr lang="en-US" altLang="ko-KR" sz="1050" dirty="0"/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7A8B280D-2811-6A94-C156-38077CE289BE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D879F417-52C9-1F60-4927-CBA5434857EA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4개 (611대)</a:t>
            </a:r>
            <a:endParaRPr lang="en-US" altLang="ko-KR" sz="1050" dirty="0"/>
          </a:p>
        </p:txBody>
      </p:sp>
      <p:sp>
        <p:nvSpPr>
          <p:cNvPr id="39" name="Shape 33">
            <a:extLst>
              <a:ext uri="{FF2B5EF4-FFF2-40B4-BE49-F238E27FC236}">
                <a16:creationId xmlns:a16="http://schemas.microsoft.com/office/drawing/2014/main" id="{BB51C283-DC4E-BC21-92F8-1FDC1B35E312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0" name="Shape 21">
            <a:extLst>
              <a:ext uri="{FF2B5EF4-FFF2-40B4-BE49-F238E27FC236}">
                <a16:creationId xmlns:a16="http://schemas.microsoft.com/office/drawing/2014/main" id="{62CC7481-19D5-7D77-4287-D366F079C4AB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1" name="Shape 23">
            <a:extLst>
              <a:ext uri="{FF2B5EF4-FFF2-40B4-BE49-F238E27FC236}">
                <a16:creationId xmlns:a16="http://schemas.microsoft.com/office/drawing/2014/main" id="{DA52A339-3FBD-A61A-D9DA-404B4EB5E7D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2" name="Shape 25">
            <a:extLst>
              <a:ext uri="{FF2B5EF4-FFF2-40B4-BE49-F238E27FC236}">
                <a16:creationId xmlns:a16="http://schemas.microsoft.com/office/drawing/2014/main" id="{58E2F16A-D2DE-DC93-EB81-5D27B7BD1E24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205017AF-C390-72A7-1C98-BDEC6B24714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E3B3B91E-0D80-E953-A82A-EF194E5179EC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0.00027대</a:t>
            </a:r>
            <a:endParaRPr lang="en-US" sz="1050" dirty="0"/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73FDD2E5-28A3-C963-B59B-8C6D38EBD356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3D47B8DF-B025-594D-0FBF-3AD73CE619D9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621B5E49-09F3-6D6A-721C-532802DD9C80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04E0D8B0-30A8-B205-F606-AE878B177892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CFB8E8-F22A-F644-B52C-BB18804ECC28}"/>
              </a:ext>
            </a:extLst>
          </p:cNvPr>
          <p:cNvSpPr txBox="1"/>
          <p:nvPr/>
        </p:nvSpPr>
        <p:spPr>
          <a:xfrm>
            <a:off x="6348957" y="5421938"/>
            <a:ext cx="18859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>
                <a:solidFill>
                  <a:srgbClr val="C0392B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</a:t>
            </a:r>
            <a:endParaRPr lang="ko-KR" altLang="en-US" sz="20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87EFF4-4B88-8183-BBCB-E04FF5DDE88B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89CE91-616F-C5D7-828D-CBA1D0D59F97}"/>
              </a:ext>
            </a:extLst>
          </p:cNvPr>
          <p:cNvSpPr txBox="1"/>
          <p:nvPr/>
        </p:nvSpPr>
        <p:spPr>
          <a:xfrm>
            <a:off x="6013795" y="6067167"/>
            <a:ext cx="45515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5000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주차장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47BB7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미만이면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이상이면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3692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7A08-4EBF-798F-5697-CE44EF04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F09CBD45-9074-EA06-4579-5DA8A5B1B868}"/>
              </a:ext>
            </a:extLst>
          </p:cNvPr>
          <p:cNvSpPr txBox="1"/>
          <p:nvPr/>
        </p:nvSpPr>
        <p:spPr>
          <a:xfrm>
            <a:off x="3286354" y="2612035"/>
            <a:ext cx="561929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7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감사합니다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3808364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F4E79"/>
        </a:solidFill>
        <a:ln/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7764</TotalTime>
  <Words>2245</Words>
  <Application>Microsoft Office PowerPoint</Application>
  <PresentationFormat>와이드스크린</PresentationFormat>
  <Paragraphs>605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Calibri Light</vt:lpstr>
      <vt:lpstr>Pretendard</vt:lpstr>
      <vt:lpstr>Arial</vt:lpstr>
      <vt:lpstr>Calibri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김경은</cp:lastModifiedBy>
  <cp:revision>1496</cp:revision>
  <dcterms:created xsi:type="dcterms:W3CDTF">2025-10-15T03:48:02Z</dcterms:created>
  <dcterms:modified xsi:type="dcterms:W3CDTF">2025-11-03T00:41:37Z</dcterms:modified>
</cp:coreProperties>
</file>