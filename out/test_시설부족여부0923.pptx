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75" d="100"/>
          <a:sy n="75" d="100"/>
        </p:scale>
        <p:origin x="3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 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A7-4578-8716-0E5E1F61EFC0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0-6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46177.5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52DBB15-58A3-4FBD-B7E2-41DB5F814CA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9F163E-25E3-4448-8F02-06BCEBAF963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1CE33B9-B704-4C41-A898-068038266A9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9788604-DABD-4F35-80E7-373A9A9ECFA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39E7BB7-596B-47A0-9A51-5B4F1179F7B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FD93597-E785-4FDD-AA5A-3AE7248D043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C982286-4422-4313-9336-77523666329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50-4C4C-BDAC-2014C9F4A542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4.4856400000000001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4.837933333333333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/>
              <a:t>유입지별 방문인구 추이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602FDC9-4663-48CC-840C-080C70EBFD6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B150813-CF8E-4080-B152-0EE34809024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2836401-71E3-4B45-A8E2-4066C0A34AE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1C354A-81E2-492B-B0B4-85493033A09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D5F7DFB-E9A4-4816-A7AF-4000902E40C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8.4339999999999993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2.7919999999999998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4.4160000000000004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0.22600000000000001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0-6시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2.9670000000000001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4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2792000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8434000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7457000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226000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0~6시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2967000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 10 </a:t>
            </a:r>
            <a:r>
              <a:rPr lang="ko-KR" altLang="en-US" sz="1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7.8077683083448965E-2"/>
          <c:y val="0.13302083585204677"/>
          <c:w val="0.88894198134729685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2D-453F-8D20-2AB3D4B18820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92D-453F-8D20-2AB3D4B18820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92D-453F-8D20-2AB3D4B18820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92D-453F-8D20-2AB3D4B18820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92D-453F-8D20-2AB3D4B18820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92D-453F-8D20-2AB3D4B18820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92D-453F-8D20-2AB3D4B18820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92D-453F-8D20-2AB3D4B18820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92D-453F-8D20-2AB3D4B18820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92D-453F-8D20-2AB3D4B18820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92D-453F-8D20-2AB3D4B18820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292D-453F-8D20-2AB3D4B18820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292D-453F-8D20-2AB3D4B18820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292D-453F-8D20-2AB3D4B18820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292D-453F-8D20-2AB3D4B18820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292D-453F-8D20-2AB3D4B18820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292D-453F-8D20-2AB3D4B18820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292D-453F-8D20-2AB3D4B18820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292D-453F-8D20-2AB3D4B18820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292D-453F-8D20-2AB3D4B18820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292D-453F-8D20-2AB3D4B18820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292D-453F-8D20-2AB3D4B18820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292D-453F-8D20-2AB3D4B1882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292D-453F-8D20-2AB3D4B1882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292D-453F-8D20-2AB3D4B1882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292D-453F-8D20-2AB3D4B1882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292D-453F-8D20-2AB3D4B1882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292D-453F-8D20-2AB3D4B18820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292D-453F-8D20-2AB3D4B1882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292D-453F-8D20-2AB3D4B18820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292D-453F-8D20-2AB3D4B18820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292D-453F-8D20-2AB3D4B18820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292D-453F-8D20-2AB3D4B18820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292D-453F-8D20-2AB3D4B18820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292D-453F-8D20-2AB3D4B18820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292D-453F-8D20-2AB3D4B18820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292D-453F-8D20-2AB3D4B18820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292D-453F-8D20-2AB3D4B18820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292D-453F-8D20-2AB3D4B18820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292D-453F-8D20-2AB3D4B18820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292D-453F-8D20-2AB3D4B18820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292D-453F-8D20-2AB3D4B18820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(46,178명)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1,754,083명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1,695,410명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2,119백만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231483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5852929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00-06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46,178명)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190918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6228539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20635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426964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564705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203303" y="4429264"/>
            <a:ext cx="3371872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94951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31177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98541" y="5163278"/>
            <a:ext cx="3376634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208067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8683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31177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3004162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3004161" y="4608881"/>
            <a:ext cx="1571013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4801797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294189"/>
              </p:ext>
            </p:extLst>
          </p:nvPr>
        </p:nvGraphicFramePr>
        <p:xfrm>
          <a:off x="989828" y="117850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00-06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474661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43983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24407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75404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90188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18858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59324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75404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75734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90519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19188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59654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75734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448497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190226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40350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0241920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763,691,000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(19,389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371,546,000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(25,744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284859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002064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558389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710669" y="1111576"/>
            <a:ext cx="16559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006148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60022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1958357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61603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1291" y="369041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3643" y="415560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1131" y="2180175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3483" y="2645362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5051703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606209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/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0F7D7-6265-209E-98A2-EAAB9C75C0B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D41D7-A447-EF1F-CCC3-A3C2596F6AFB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9817B-8E4D-DE09-62FB-6AF00162A396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126C5-CBB2-FDF5-C109-AEF3CA530EF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6D9B4-DB85-3FA7-4742-7CCC82366326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81B8E5-4109-785F-CAE0-43745048A1C0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EF51D-B0FB-3268-5130-7AFE08A16B7B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99EC2-DCA3-59B8-997B-3B06E034F4FC}"/>
              </a:ext>
            </a:extLst>
          </p:cNvPr>
          <p:cNvSpPr txBox="1"/>
          <p:nvPr/>
        </p:nvSpPr>
        <p:spPr>
          <a:xfrm>
            <a:off x="6348957" y="5421938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시설물 및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endParaRPr lang="en-US" sz="1200" dirty="0"/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19193" y="1552675"/>
            <a:ext cx="114300" cy="133502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01722" y="1541656"/>
            <a:ext cx="137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 구획수 상세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09603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1" y="1875662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05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06779" y="1887080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05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79542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79542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64793"/>
              </p:ext>
            </p:extLst>
          </p:nvPr>
        </p:nvGraphicFramePr>
        <p:xfrm>
          <a:off x="9187698" y="2142120"/>
          <a:ext cx="2302320" cy="465450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54159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48161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0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B14BF68-D90F-B159-7349-BC7C2D95AC23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79542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4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FB8E8-F22A-F644-B52C-BB18804ECC28}"/>
              </a:ext>
            </a:extLst>
          </p:cNvPr>
          <p:cNvSpPr txBox="1"/>
          <p:nvPr/>
        </p:nvSpPr>
        <p:spPr>
          <a:xfrm>
            <a:off x="6348957" y="5421938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87EFF4-4B88-8183-BBCB-E04FF5DDE88B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7816</TotalTime>
  <Words>2274</Words>
  <Application>Microsoft Office PowerPoint</Application>
  <PresentationFormat>와이드스크린</PresentationFormat>
  <Paragraphs>614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1501</cp:revision>
  <dcterms:created xsi:type="dcterms:W3CDTF">2025-10-15T03:48:02Z</dcterms:created>
  <dcterms:modified xsi:type="dcterms:W3CDTF">2025-11-03T01:50:34Z</dcterms:modified>
</cp:coreProperties>
</file>