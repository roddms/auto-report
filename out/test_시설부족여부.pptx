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-1458" y="-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 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182.94300000000001</c:v>
                </c:pt>
                <c:pt idx="1">
                  <c:v>179.81489999999999</c:v>
                </c:pt>
                <c:pt idx="2">
                  <c:v>226.08709999999999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-1.71</c:v>
                </c:pt>
                <c:pt idx="2">
                  <c:v>25.73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2201.1689999999999</c:v>
                </c:pt>
                <c:pt idx="1">
                  <c:v>2696.7359999999999</c:v>
                </c:pt>
                <c:pt idx="2">
                  <c:v>2471.6289999999999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22.51</c:v>
                </c:pt>
                <c:pt idx="2">
                  <c:v>-8.35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EC7-42CD-8696-F538AABC330D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42.140900000000002</c:v>
                </c:pt>
                <c:pt idx="1">
                  <c:v>38.535699999999999</c:v>
                </c:pt>
                <c:pt idx="2">
                  <c:v>34.635100000000001</c:v>
                </c:pt>
                <c:pt idx="3">
                  <c:v>40.242100000000001</c:v>
                </c:pt>
                <c:pt idx="4">
                  <c:v>44.440100000000001</c:v>
                </c:pt>
                <c:pt idx="5">
                  <c:v>26.093499999999999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0-6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46177.5</c:v>
                </c:pt>
                <c:pt idx="1">
                  <c:v>6861.375</c:v>
                </c:pt>
                <c:pt idx="2">
                  <c:v>7696</c:v>
                </c:pt>
                <c:pt idx="3">
                  <c:v>8802.5</c:v>
                </c:pt>
                <c:pt idx="4">
                  <c:v>10283</c:v>
                </c:pt>
                <c:pt idx="5">
                  <c:v>12293.875</c:v>
                </c:pt>
                <c:pt idx="6">
                  <c:v>14581.75</c:v>
                </c:pt>
                <c:pt idx="7">
                  <c:v>16471.5</c:v>
                </c:pt>
                <c:pt idx="8">
                  <c:v>18041.125</c:v>
                </c:pt>
                <c:pt idx="9">
                  <c:v>19235.5</c:v>
                </c:pt>
                <c:pt idx="10">
                  <c:v>19733</c:v>
                </c:pt>
                <c:pt idx="11">
                  <c:v>19624.375</c:v>
                </c:pt>
                <c:pt idx="12">
                  <c:v>18754.625</c:v>
                </c:pt>
                <c:pt idx="13">
                  <c:v>17778.625</c:v>
                </c:pt>
                <c:pt idx="14">
                  <c:v>15871.5</c:v>
                </c:pt>
                <c:pt idx="15">
                  <c:v>12915.75</c:v>
                </c:pt>
                <c:pt idx="16">
                  <c:v>9701.5</c:v>
                </c:pt>
                <c:pt idx="17">
                  <c:v>7785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1C0712D0-0C03-4F6A-8CC8-A0DD595113E8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3FE364C-C1B3-4B83-8CDB-E9101F6D15E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107.71639999999999</c:v>
                </c:pt>
                <c:pt idx="1">
                  <c:v>118.3707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366DF71-E2B1-4CE6-BFB5-69DB19A3ED2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39CD008-3A93-4E30-BE71-0A5F2FA1892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211.0522</c:v>
                </c:pt>
                <c:pt idx="1">
                  <c:v>15.0352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5043E71-6EAB-4D7F-BEF3-4098B559F7C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F33331D-166A-42C9-A425-C6EDF4D1915C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0E4E711-D672-4EE9-AFC1-4354E9E3EBE7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76.302599999999998</c:v>
                </c:pt>
                <c:pt idx="1">
                  <c:v>15.9636</c:v>
                </c:pt>
                <c:pt idx="2">
                  <c:v>133.8212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1077164</c:v>
                </c:pt>
                <c:pt idx="1">
                  <c:v>1183707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644-4775-8AD4-E846758DC114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421409</c:v>
                </c:pt>
                <c:pt idx="1">
                  <c:v>385357</c:v>
                </c:pt>
                <c:pt idx="2">
                  <c:v>346351</c:v>
                </c:pt>
                <c:pt idx="3">
                  <c:v>402421</c:v>
                </c:pt>
                <c:pt idx="4">
                  <c:v>444401</c:v>
                </c:pt>
                <c:pt idx="5">
                  <c:v>260935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-1.25</c:v>
                </c:pt>
                <c:pt idx="1">
                  <c:v>20.260000000000002</c:v>
                </c:pt>
                <c:pt idx="2">
                  <c:v>33.08</c:v>
                </c:pt>
                <c:pt idx="3">
                  <c:v>26.89</c:v>
                </c:pt>
                <c:pt idx="4">
                  <c:v>40.270000000000003</c:v>
                </c:pt>
                <c:pt idx="5">
                  <c:v>66.48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4.4856400000000001</c:v>
                </c:pt>
                <c:pt idx="1">
                  <c:v>0.67205999999999999</c:v>
                </c:pt>
                <c:pt idx="2">
                  <c:v>0.76026000000000005</c:v>
                </c:pt>
                <c:pt idx="3">
                  <c:v>0.85424</c:v>
                </c:pt>
                <c:pt idx="4">
                  <c:v>0.98126000000000002</c:v>
                </c:pt>
                <c:pt idx="5">
                  <c:v>1.1455</c:v>
                </c:pt>
                <c:pt idx="6">
                  <c:v>1.3177399999999999</c:v>
                </c:pt>
                <c:pt idx="7">
                  <c:v>1.4311799999999999</c:v>
                </c:pt>
                <c:pt idx="8">
                  <c:v>1.5017799999999999</c:v>
                </c:pt>
                <c:pt idx="9">
                  <c:v>1.5275000000000001</c:v>
                </c:pt>
                <c:pt idx="10">
                  <c:v>1.52016</c:v>
                </c:pt>
                <c:pt idx="11">
                  <c:v>1.5037199999999999</c:v>
                </c:pt>
                <c:pt idx="12">
                  <c:v>1.4893400000000001</c:v>
                </c:pt>
                <c:pt idx="13">
                  <c:v>1.46238</c:v>
                </c:pt>
                <c:pt idx="14">
                  <c:v>1.36666</c:v>
                </c:pt>
                <c:pt idx="15">
                  <c:v>1.1593199999999999</c:v>
                </c:pt>
                <c:pt idx="16">
                  <c:v>0.91210000000000002</c:v>
                </c:pt>
                <c:pt idx="17">
                  <c:v>0.75029999999999997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4.837933333333333</c:v>
                </c:pt>
                <c:pt idx="1">
                  <c:v>0.70960000000000001</c:v>
                </c:pt>
                <c:pt idx="2">
                  <c:v>0.78516666666666668</c:v>
                </c:pt>
                <c:pt idx="3">
                  <c:v>0.92359999999999998</c:v>
                </c:pt>
                <c:pt idx="4">
                  <c:v>1.1067</c:v>
                </c:pt>
                <c:pt idx="5">
                  <c:v>1.3692</c:v>
                </c:pt>
                <c:pt idx="6">
                  <c:v>1.6922333333333333</c:v>
                </c:pt>
                <c:pt idx="7">
                  <c:v>2.0070999999999999</c:v>
                </c:pt>
                <c:pt idx="8">
                  <c:v>2.3079999999999998</c:v>
                </c:pt>
                <c:pt idx="9">
                  <c:v>2.5836333333333332</c:v>
                </c:pt>
                <c:pt idx="10">
                  <c:v>2.7285333333333335</c:v>
                </c:pt>
                <c:pt idx="11">
                  <c:v>2.7269666666666668</c:v>
                </c:pt>
                <c:pt idx="12">
                  <c:v>2.5190000000000001</c:v>
                </c:pt>
                <c:pt idx="13">
                  <c:v>2.3036666666666665</c:v>
                </c:pt>
                <c:pt idx="14">
                  <c:v>1.9546333333333332</c:v>
                </c:pt>
                <c:pt idx="15">
                  <c:v>1.512</c:v>
                </c:pt>
                <c:pt idx="16">
                  <c:v>1.0669</c:v>
                </c:pt>
                <c:pt idx="17">
                  <c:v>0.82550000000000001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/>
              <a:t>유입지별 방문인구 추이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7.0658500000000002</c:v>
                </c:pt>
                <c:pt idx="1">
                  <c:v>6.3370699999999998</c:v>
                </c:pt>
                <c:pt idx="2">
                  <c:v>7.6302599999999998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1.1330499999999999</c:v>
                </c:pt>
                <c:pt idx="1">
                  <c:v>1.1454599999999999</c:v>
                </c:pt>
                <c:pt idx="2">
                  <c:v>1.59636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10.09538</c:v>
                </c:pt>
                <c:pt idx="1">
                  <c:v>10.498950000000001</c:v>
                </c:pt>
                <c:pt idx="2">
                  <c:v>13.38212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5.7192400000000001</c:v>
                </c:pt>
                <c:pt idx="1">
                  <c:v>4.9782400000000004</c:v>
                </c:pt>
                <c:pt idx="2">
                  <c:v>1.50352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91.866789999999995</c:v>
                </c:pt>
                <c:pt idx="1">
                  <c:v>86.113569999999996</c:v>
                </c:pt>
                <c:pt idx="2">
                  <c:v>21.105219999999999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311496</c:v>
                </c:pt>
                <c:pt idx="1">
                  <c:v>292227</c:v>
                </c:pt>
                <c:pt idx="2">
                  <c:v>211385</c:v>
                </c:pt>
                <c:pt idx="3">
                  <c:v>218631</c:v>
                </c:pt>
                <c:pt idx="4">
                  <c:v>204114</c:v>
                </c:pt>
                <c:pt idx="5">
                  <c:v>224241</c:v>
                </c:pt>
                <c:pt idx="6">
                  <c:v>246818</c:v>
                </c:pt>
                <c:pt idx="7">
                  <c:v>354225</c:v>
                </c:pt>
                <c:pt idx="8">
                  <c:v>322383</c:v>
                </c:pt>
                <c:pt idx="9">
                  <c:v>220826</c:v>
                </c:pt>
                <c:pt idx="10">
                  <c:v>226053</c:v>
                </c:pt>
                <c:pt idx="11">
                  <c:v>227242</c:v>
                </c:pt>
                <c:pt idx="12">
                  <c:v>245394</c:v>
                </c:pt>
                <c:pt idx="13">
                  <c:v>322544</c:v>
                </c:pt>
                <c:pt idx="14">
                  <c:v>342204</c:v>
                </c:pt>
                <c:pt idx="15">
                  <c:v>245228</c:v>
                </c:pt>
                <c:pt idx="16">
                  <c:v>202779</c:v>
                </c:pt>
                <c:pt idx="17">
                  <c:v>270633</c:v>
                </c:pt>
                <c:pt idx="18">
                  <c:v>373678</c:v>
                </c:pt>
                <c:pt idx="19">
                  <c:v>318525</c:v>
                </c:pt>
                <c:pt idx="20">
                  <c:v>235725</c:v>
                </c:pt>
                <c:pt idx="21">
                  <c:v>297598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626FD07-2CF4-42F5-AE15-D75FB60768CC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CFE1366-1D32-4D73-BE23-68B7F9D4FFB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1233.1110000000001</c:v>
                </c:pt>
                <c:pt idx="1">
                  <c:v>1238.5060000000001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30대</c:v>
                </c:pt>
                <c:pt idx="1">
                  <c:v>40대</c:v>
                </c:pt>
                <c:pt idx="2">
                  <c:v>20대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670.28599999999994</c:v>
                </c:pt>
                <c:pt idx="1">
                  <c:v>655.10500000000002</c:v>
                </c:pt>
                <c:pt idx="2">
                  <c:v>423.923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19786BEA-CB46-4054-9EB9-0F43DC7DAA96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ED64C64-F02D-4717-93A9-83C7EC3030DA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8A44008-2B42-458D-89DA-C65E30D28B1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348.36</c:v>
                </c:pt>
                <c:pt idx="1">
                  <c:v>1930.0340000000001</c:v>
                </c:pt>
                <c:pt idx="2">
                  <c:v>193.233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538.64300000000003</c:v>
                </c:pt>
                <c:pt idx="1">
                  <c:v>326.916</c:v>
                </c:pt>
                <c:pt idx="2">
                  <c:v>158.47399999999999</c:v>
                </c:pt>
                <c:pt idx="3">
                  <c:v>161.387</c:v>
                </c:pt>
                <c:pt idx="4">
                  <c:v>152.56</c:v>
                </c:pt>
                <c:pt idx="5">
                  <c:v>253.755</c:v>
                </c:pt>
                <c:pt idx="6">
                  <c:v>412.71100000000001</c:v>
                </c:pt>
                <c:pt idx="7">
                  <c:v>467.18299999999999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</a:t>
            </a:r>
            <a:endParaRPr lang="en-US" altLang="ko-KR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  <c:pt idx="5">
                  <c:v>96.724999999999994</c:v>
                </c:pt>
                <c:pt idx="6">
                  <c:v>86.614000000000004</c:v>
                </c:pt>
                <c:pt idx="7">
                  <c:v>76.896000000000001</c:v>
                </c:pt>
                <c:pt idx="8">
                  <c:v>65.010999999999996</c:v>
                </c:pt>
                <c:pt idx="9">
                  <c:v>51.896999999999998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19386</c:v>
                </c:pt>
                <c:pt idx="1">
                  <c:v>25744</c:v>
                </c:pt>
                <c:pt idx="2">
                  <c:v>5908</c:v>
                </c:pt>
                <c:pt idx="3">
                  <c:v>9932</c:v>
                </c:pt>
                <c:pt idx="4">
                  <c:v>4976</c:v>
                </c:pt>
                <c:pt idx="5">
                  <c:v>14785</c:v>
                </c:pt>
                <c:pt idx="6">
                  <c:v>5194</c:v>
                </c:pt>
                <c:pt idx="7">
                  <c:v>1758</c:v>
                </c:pt>
                <c:pt idx="8">
                  <c:v>1524</c:v>
                </c:pt>
                <c:pt idx="9">
                  <c:v>1054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건강보조식품</c:v>
                </c:pt>
                <c:pt idx="1">
                  <c:v>가방,핸드백</c:v>
                </c:pt>
                <c:pt idx="2">
                  <c:v>유흥음식/주점</c:v>
                </c:pt>
                <c:pt idx="3">
                  <c:v>차량정비/부품</c:v>
                </c:pt>
                <c:pt idx="4">
                  <c:v>단란주점</c:v>
                </c:pt>
                <c:pt idx="5">
                  <c:v>주점</c:v>
                </c:pt>
                <c:pt idx="6">
                  <c:v>미용실</c:v>
                </c:pt>
                <c:pt idx="7">
                  <c:v>주방가구/용품</c:v>
                </c:pt>
                <c:pt idx="8">
                  <c:v>화장품</c:v>
                </c:pt>
                <c:pt idx="9">
                  <c:v>재활용품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17.84277108433735</c:v>
                </c:pt>
                <c:pt idx="1">
                  <c:v>15.81875</c:v>
                </c:pt>
                <c:pt idx="2">
                  <c:v>10.4</c:v>
                </c:pt>
                <c:pt idx="3">
                  <c:v>7.0781954887218044</c:v>
                </c:pt>
                <c:pt idx="4">
                  <c:v>6.5625</c:v>
                </c:pt>
                <c:pt idx="5">
                  <c:v>6.385325264750378</c:v>
                </c:pt>
                <c:pt idx="6">
                  <c:v>6.3166666666666664</c:v>
                </c:pt>
                <c:pt idx="7">
                  <c:v>6.1717821782178222</c:v>
                </c:pt>
                <c:pt idx="8">
                  <c:v>5.5275862068965518</c:v>
                </c:pt>
                <c:pt idx="9">
                  <c:v>4.9595238095238097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432.63900000000001</c:v>
                </c:pt>
                <c:pt idx="1">
                  <c:v>141.65199999999999</c:v>
                </c:pt>
                <c:pt idx="2">
                  <c:v>126.54</c:v>
                </c:pt>
                <c:pt idx="3">
                  <c:v>108.78</c:v>
                </c:pt>
                <c:pt idx="4">
                  <c:v>55.834000000000003</c:v>
                </c:pt>
                <c:pt idx="5">
                  <c:v>57.57</c:v>
                </c:pt>
                <c:pt idx="6">
                  <c:v>33.935000000000002</c:v>
                </c:pt>
                <c:pt idx="7">
                  <c:v>45.378999999999998</c:v>
                </c:pt>
                <c:pt idx="8">
                  <c:v>33.284999999999997</c:v>
                </c:pt>
                <c:pt idx="9">
                  <c:v>22.274999999999999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331.053</c:v>
                </c:pt>
                <c:pt idx="1">
                  <c:v>229.88900000000001</c:v>
                </c:pt>
                <c:pt idx="2">
                  <c:v>145.322</c:v>
                </c:pt>
                <c:pt idx="3">
                  <c:v>89.787999999999997</c:v>
                </c:pt>
                <c:pt idx="4">
                  <c:v>58.231000000000002</c:v>
                </c:pt>
                <c:pt idx="5">
                  <c:v>39.155000000000001</c:v>
                </c:pt>
                <c:pt idx="6">
                  <c:v>52.677999999999997</c:v>
                </c:pt>
                <c:pt idx="7">
                  <c:v>31.515999999999998</c:v>
                </c:pt>
                <c:pt idx="8">
                  <c:v>31.727</c:v>
                </c:pt>
                <c:pt idx="9">
                  <c:v>29.622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8.4339999999999993</c:v>
                </c:pt>
                <c:pt idx="1">
                  <c:v>2.242</c:v>
                </c:pt>
                <c:pt idx="2">
                  <c:v>0.218</c:v>
                </c:pt>
                <c:pt idx="3">
                  <c:v>0.112</c:v>
                </c:pt>
                <c:pt idx="4">
                  <c:v>2.4449999999999998</c:v>
                </c:pt>
                <c:pt idx="5">
                  <c:v>16.417999999999999</c:v>
                </c:pt>
                <c:pt idx="6">
                  <c:v>53.313000000000002</c:v>
                </c:pt>
                <c:pt idx="7">
                  <c:v>64.653999999999996</c:v>
                </c:pt>
                <c:pt idx="8">
                  <c:v>50.930999999999997</c:v>
                </c:pt>
                <c:pt idx="9">
                  <c:v>35.107999999999997</c:v>
                </c:pt>
                <c:pt idx="10">
                  <c:v>31.013000000000002</c:v>
                </c:pt>
                <c:pt idx="11">
                  <c:v>55.893999999999998</c:v>
                </c:pt>
                <c:pt idx="12">
                  <c:v>120.261</c:v>
                </c:pt>
                <c:pt idx="13">
                  <c:v>120.788</c:v>
                </c:pt>
                <c:pt idx="14">
                  <c:v>97.673000000000002</c:v>
                </c:pt>
                <c:pt idx="15">
                  <c:v>59.386000000000003</c:v>
                </c:pt>
                <c:pt idx="16">
                  <c:v>31.359000000000002</c:v>
                </c:pt>
                <c:pt idx="17">
                  <c:v>13.442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2.7919999999999998</c:v>
                </c:pt>
                <c:pt idx="1">
                  <c:v>0.17499999999999999</c:v>
                </c:pt>
                <c:pt idx="2">
                  <c:v>1.1479999999999999</c:v>
                </c:pt>
                <c:pt idx="3">
                  <c:v>1.9370000000000001</c:v>
                </c:pt>
                <c:pt idx="4">
                  <c:v>5.556</c:v>
                </c:pt>
                <c:pt idx="5">
                  <c:v>36.597999999999999</c:v>
                </c:pt>
                <c:pt idx="6">
                  <c:v>30.850999999999999</c:v>
                </c:pt>
                <c:pt idx="7">
                  <c:v>36.582000000000001</c:v>
                </c:pt>
                <c:pt idx="8">
                  <c:v>45.034999999999997</c:v>
                </c:pt>
                <c:pt idx="9">
                  <c:v>48.073</c:v>
                </c:pt>
                <c:pt idx="10">
                  <c:v>38.902000000000001</c:v>
                </c:pt>
                <c:pt idx="11">
                  <c:v>34.256999999999998</c:v>
                </c:pt>
                <c:pt idx="12">
                  <c:v>26.984999999999999</c:v>
                </c:pt>
                <c:pt idx="13">
                  <c:v>24.690999999999999</c:v>
                </c:pt>
                <c:pt idx="14">
                  <c:v>21.366</c:v>
                </c:pt>
                <c:pt idx="15">
                  <c:v>11.776999999999999</c:v>
                </c:pt>
                <c:pt idx="16">
                  <c:v>2.871</c:v>
                </c:pt>
                <c:pt idx="17">
                  <c:v>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4.4160000000000004</c:v>
                </c:pt>
                <c:pt idx="1">
                  <c:v>0</c:v>
                </c:pt>
                <c:pt idx="2">
                  <c:v>1.2E-2</c:v>
                </c:pt>
                <c:pt idx="3">
                  <c:v>1.0999999999999999E-2</c:v>
                </c:pt>
                <c:pt idx="4">
                  <c:v>5.1999999999999998E-2</c:v>
                </c:pt>
                <c:pt idx="5">
                  <c:v>6.2140000000000004</c:v>
                </c:pt>
                <c:pt idx="6">
                  <c:v>26.202000000000002</c:v>
                </c:pt>
                <c:pt idx="7">
                  <c:v>28.190999999999999</c:v>
                </c:pt>
                <c:pt idx="8">
                  <c:v>24.802</c:v>
                </c:pt>
                <c:pt idx="9">
                  <c:v>14.715</c:v>
                </c:pt>
                <c:pt idx="10">
                  <c:v>8.0649999999999995</c:v>
                </c:pt>
                <c:pt idx="11">
                  <c:v>22.878</c:v>
                </c:pt>
                <c:pt idx="12">
                  <c:v>41.667000000000002</c:v>
                </c:pt>
                <c:pt idx="13">
                  <c:v>42.509</c:v>
                </c:pt>
                <c:pt idx="14">
                  <c:v>25.312000000000001</c:v>
                </c:pt>
                <c:pt idx="15">
                  <c:v>11.725</c:v>
                </c:pt>
                <c:pt idx="16">
                  <c:v>10.289</c:v>
                </c:pt>
                <c:pt idx="17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0.22600000000000001</c:v>
                </c:pt>
                <c:pt idx="1">
                  <c:v>4.2999999999999997E-2</c:v>
                </c:pt>
                <c:pt idx="2">
                  <c:v>0.26800000000000002</c:v>
                </c:pt>
                <c:pt idx="3">
                  <c:v>0.29099999999999998</c:v>
                </c:pt>
                <c:pt idx="4">
                  <c:v>1.266</c:v>
                </c:pt>
                <c:pt idx="5">
                  <c:v>4.8090000000000002</c:v>
                </c:pt>
                <c:pt idx="6">
                  <c:v>11.396000000000001</c:v>
                </c:pt>
                <c:pt idx="7">
                  <c:v>18.419</c:v>
                </c:pt>
                <c:pt idx="8">
                  <c:v>14.677</c:v>
                </c:pt>
                <c:pt idx="9">
                  <c:v>18.765000000000001</c:v>
                </c:pt>
                <c:pt idx="10">
                  <c:v>15.685</c:v>
                </c:pt>
                <c:pt idx="11">
                  <c:v>19.064</c:v>
                </c:pt>
                <c:pt idx="12">
                  <c:v>23.806999999999999</c:v>
                </c:pt>
                <c:pt idx="13">
                  <c:v>19.36</c:v>
                </c:pt>
                <c:pt idx="14">
                  <c:v>20.773</c:v>
                </c:pt>
                <c:pt idx="15">
                  <c:v>16.768999999999998</c:v>
                </c:pt>
                <c:pt idx="16">
                  <c:v>11.871</c:v>
                </c:pt>
                <c:pt idx="17">
                  <c:v>1.085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2.9670000000000001</c:v>
                </c:pt>
                <c:pt idx="1">
                  <c:v>0.20200000000000001</c:v>
                </c:pt>
                <c:pt idx="2">
                  <c:v>1.097</c:v>
                </c:pt>
                <c:pt idx="3">
                  <c:v>5.3959999999999999</c:v>
                </c:pt>
                <c:pt idx="4">
                  <c:v>11.068</c:v>
                </c:pt>
                <c:pt idx="5">
                  <c:v>14.505000000000001</c:v>
                </c:pt>
                <c:pt idx="6">
                  <c:v>12.571</c:v>
                </c:pt>
                <c:pt idx="7">
                  <c:v>6.266</c:v>
                </c:pt>
                <c:pt idx="8">
                  <c:v>11.537000000000001</c:v>
                </c:pt>
                <c:pt idx="9">
                  <c:v>13.311</c:v>
                </c:pt>
                <c:pt idx="10">
                  <c:v>9.5410000000000004</c:v>
                </c:pt>
                <c:pt idx="11">
                  <c:v>6.7409999999999997</c:v>
                </c:pt>
                <c:pt idx="12">
                  <c:v>8.5429999999999993</c:v>
                </c:pt>
                <c:pt idx="13">
                  <c:v>1.6930000000000001</c:v>
                </c:pt>
                <c:pt idx="14">
                  <c:v>2.4700000000000002</c:v>
                </c:pt>
                <c:pt idx="15">
                  <c:v>4.0030000000000001</c:v>
                </c:pt>
                <c:pt idx="16">
                  <c:v>1.161</c:v>
                </c:pt>
                <c:pt idx="17">
                  <c:v>0.997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4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2792000</c:v>
                </c:pt>
                <c:pt idx="1">
                  <c:v>175000</c:v>
                </c:pt>
                <c:pt idx="2">
                  <c:v>1148000</c:v>
                </c:pt>
                <c:pt idx="3">
                  <c:v>1937000</c:v>
                </c:pt>
                <c:pt idx="4">
                  <c:v>5556000</c:v>
                </c:pt>
                <c:pt idx="5">
                  <c:v>36598000</c:v>
                </c:pt>
                <c:pt idx="6">
                  <c:v>30851000</c:v>
                </c:pt>
                <c:pt idx="7">
                  <c:v>36582000</c:v>
                </c:pt>
                <c:pt idx="8">
                  <c:v>45035000</c:v>
                </c:pt>
                <c:pt idx="9">
                  <c:v>48073000</c:v>
                </c:pt>
                <c:pt idx="10">
                  <c:v>38902000</c:v>
                </c:pt>
                <c:pt idx="11">
                  <c:v>34257000</c:v>
                </c:pt>
                <c:pt idx="12">
                  <c:v>26985000</c:v>
                </c:pt>
                <c:pt idx="13">
                  <c:v>24691000</c:v>
                </c:pt>
                <c:pt idx="14">
                  <c:v>21366000</c:v>
                </c:pt>
                <c:pt idx="15">
                  <c:v>11777000</c:v>
                </c:pt>
                <c:pt idx="16">
                  <c:v>2871000</c:v>
                </c:pt>
                <c:pt idx="17">
                  <c:v>1950000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8434000</c:v>
                </c:pt>
                <c:pt idx="1">
                  <c:v>2242000</c:v>
                </c:pt>
                <c:pt idx="2">
                  <c:v>218000</c:v>
                </c:pt>
                <c:pt idx="3">
                  <c:v>112000</c:v>
                </c:pt>
                <c:pt idx="4">
                  <c:v>2445000</c:v>
                </c:pt>
                <c:pt idx="5">
                  <c:v>16418000</c:v>
                </c:pt>
                <c:pt idx="6">
                  <c:v>53313000</c:v>
                </c:pt>
                <c:pt idx="7">
                  <c:v>64654000</c:v>
                </c:pt>
                <c:pt idx="8">
                  <c:v>50931000</c:v>
                </c:pt>
                <c:pt idx="9">
                  <c:v>35108000</c:v>
                </c:pt>
                <c:pt idx="10">
                  <c:v>31013000</c:v>
                </c:pt>
                <c:pt idx="11">
                  <c:v>55894000</c:v>
                </c:pt>
                <c:pt idx="12">
                  <c:v>120261000</c:v>
                </c:pt>
                <c:pt idx="13">
                  <c:v>120788000</c:v>
                </c:pt>
                <c:pt idx="14">
                  <c:v>97673000</c:v>
                </c:pt>
                <c:pt idx="15">
                  <c:v>59386000</c:v>
                </c:pt>
                <c:pt idx="16">
                  <c:v>31359000</c:v>
                </c:pt>
                <c:pt idx="17">
                  <c:v>13442000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7457000</c:v>
                </c:pt>
                <c:pt idx="1">
                  <c:v>1614000</c:v>
                </c:pt>
                <c:pt idx="2">
                  <c:v>2255000</c:v>
                </c:pt>
                <c:pt idx="3">
                  <c:v>1613000</c:v>
                </c:pt>
                <c:pt idx="4">
                  <c:v>2827000</c:v>
                </c:pt>
                <c:pt idx="5">
                  <c:v>3665000</c:v>
                </c:pt>
                <c:pt idx="6">
                  <c:v>4785000</c:v>
                </c:pt>
                <c:pt idx="7">
                  <c:v>4505000</c:v>
                </c:pt>
                <c:pt idx="8">
                  <c:v>4989000</c:v>
                </c:pt>
                <c:pt idx="9">
                  <c:v>5747000</c:v>
                </c:pt>
                <c:pt idx="10">
                  <c:v>7132000</c:v>
                </c:pt>
                <c:pt idx="11">
                  <c:v>7104000</c:v>
                </c:pt>
                <c:pt idx="12">
                  <c:v>9516000</c:v>
                </c:pt>
                <c:pt idx="13">
                  <c:v>7710000</c:v>
                </c:pt>
                <c:pt idx="14">
                  <c:v>8753000</c:v>
                </c:pt>
                <c:pt idx="15">
                  <c:v>8374000</c:v>
                </c:pt>
                <c:pt idx="16">
                  <c:v>5983000</c:v>
                </c:pt>
                <c:pt idx="17">
                  <c:v>2697000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226000</c:v>
                </c:pt>
                <c:pt idx="1">
                  <c:v>43000</c:v>
                </c:pt>
                <c:pt idx="2">
                  <c:v>268000</c:v>
                </c:pt>
                <c:pt idx="3">
                  <c:v>291000</c:v>
                </c:pt>
                <c:pt idx="4">
                  <c:v>1266000</c:v>
                </c:pt>
                <c:pt idx="5">
                  <c:v>4809000</c:v>
                </c:pt>
                <c:pt idx="6">
                  <c:v>11396000</c:v>
                </c:pt>
                <c:pt idx="7">
                  <c:v>18419000</c:v>
                </c:pt>
                <c:pt idx="8">
                  <c:v>14677000</c:v>
                </c:pt>
                <c:pt idx="9">
                  <c:v>18765000</c:v>
                </c:pt>
                <c:pt idx="10">
                  <c:v>15685000</c:v>
                </c:pt>
                <c:pt idx="11">
                  <c:v>19064000</c:v>
                </c:pt>
                <c:pt idx="12">
                  <c:v>23807000</c:v>
                </c:pt>
                <c:pt idx="13">
                  <c:v>19360000</c:v>
                </c:pt>
                <c:pt idx="14">
                  <c:v>20773000</c:v>
                </c:pt>
                <c:pt idx="15">
                  <c:v>16769000</c:v>
                </c:pt>
                <c:pt idx="16">
                  <c:v>11871000</c:v>
                </c:pt>
                <c:pt idx="17">
                  <c:v>1085000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2967000</c:v>
                </c:pt>
                <c:pt idx="1">
                  <c:v>202000</c:v>
                </c:pt>
                <c:pt idx="2">
                  <c:v>1097000</c:v>
                </c:pt>
                <c:pt idx="3">
                  <c:v>5396000</c:v>
                </c:pt>
                <c:pt idx="4">
                  <c:v>11068000</c:v>
                </c:pt>
                <c:pt idx="5">
                  <c:v>14505000</c:v>
                </c:pt>
                <c:pt idx="6">
                  <c:v>12571000</c:v>
                </c:pt>
                <c:pt idx="7">
                  <c:v>6266000</c:v>
                </c:pt>
                <c:pt idx="8">
                  <c:v>11537000</c:v>
                </c:pt>
                <c:pt idx="9">
                  <c:v>13311000</c:v>
                </c:pt>
                <c:pt idx="10">
                  <c:v>9541000</c:v>
                </c:pt>
                <c:pt idx="11">
                  <c:v>6741000</c:v>
                </c:pt>
                <c:pt idx="12">
                  <c:v>8543000</c:v>
                </c:pt>
                <c:pt idx="13">
                  <c:v>1693000</c:v>
                </c:pt>
                <c:pt idx="14">
                  <c:v>2470000</c:v>
                </c:pt>
                <c:pt idx="15">
                  <c:v>4003000</c:v>
                </c:pt>
                <c:pt idx="16">
                  <c:v>1161000</c:v>
                </c:pt>
                <c:pt idx="17">
                  <c:v>997000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 10 </a:t>
            </a: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7.8077683083448965E-2"/>
          <c:y val="0.13302083585204677"/>
          <c:w val="0.88894198134729685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106.181</c:v>
                </c:pt>
                <c:pt idx="1">
                  <c:v>33.348999999999997</c:v>
                </c:pt>
                <c:pt idx="2">
                  <c:v>25.443999999999999</c:v>
                </c:pt>
                <c:pt idx="3">
                  <c:v>22.027999999999999</c:v>
                </c:pt>
                <c:pt idx="4">
                  <c:v>25.486999999999998</c:v>
                </c:pt>
                <c:pt idx="5">
                  <c:v>29.03</c:v>
                </c:pt>
                <c:pt idx="6">
                  <c:v>29.123000000000001</c:v>
                </c:pt>
                <c:pt idx="7">
                  <c:v>8.7590000000000003</c:v>
                </c:pt>
                <c:pt idx="8">
                  <c:v>7.3209999999999997</c:v>
                </c:pt>
                <c:pt idx="9">
                  <c:v>4.37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593.23900000000003</c:v>
                </c:pt>
                <c:pt idx="1">
                  <c:v>307.67500000000001</c:v>
                </c:pt>
                <c:pt idx="2">
                  <c:v>223.43299999999999</c:v>
                </c:pt>
                <c:pt idx="3">
                  <c:v>161.82499999999999</c:v>
                </c:pt>
                <c:pt idx="4">
                  <c:v>84.667000000000002</c:v>
                </c:pt>
                <c:pt idx="5">
                  <c:v>58.41</c:v>
                </c:pt>
                <c:pt idx="6">
                  <c:v>56.756</c:v>
                </c:pt>
                <c:pt idx="7">
                  <c:v>62.158999999999999</c:v>
                </c:pt>
                <c:pt idx="8">
                  <c:v>51.277999999999999</c:v>
                </c:pt>
                <c:pt idx="9">
                  <c:v>43.145000000000003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64.27</c:v>
                </c:pt>
                <c:pt idx="1">
                  <c:v>30.515000000000001</c:v>
                </c:pt>
                <c:pt idx="2">
                  <c:v>22.983000000000001</c:v>
                </c:pt>
                <c:pt idx="3">
                  <c:v>14.717000000000001</c:v>
                </c:pt>
                <c:pt idx="4">
                  <c:v>3.911</c:v>
                </c:pt>
                <c:pt idx="5">
                  <c:v>9.2859999999999996</c:v>
                </c:pt>
                <c:pt idx="6">
                  <c:v>0.73299999999999998</c:v>
                </c:pt>
                <c:pt idx="7">
                  <c:v>5.976</c:v>
                </c:pt>
                <c:pt idx="8">
                  <c:v>6.4109999999999996</c:v>
                </c:pt>
                <c:pt idx="9">
                  <c:v>4.3810000000000002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83D-4F12-BDEB-4DFFE248B73E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83D-4F12-BDEB-4DFFE248B73E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83D-4F12-BDEB-4DFFE248B73E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83D-4F12-BDEB-4DFFE248B73E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83D-4F12-BDEB-4DFFE248B73E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83D-4F12-BDEB-4DFFE248B73E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83D-4F12-BDEB-4DFFE248B73E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B83D-4F12-BDEB-4DFFE248B73E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B83D-4F12-BDEB-4DFFE248B73E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B83D-4F12-BDEB-4DFFE248B73E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B83D-4F12-BDEB-4DFFE248B73E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B83D-4F12-BDEB-4DFFE248B73E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B83D-4F12-BDEB-4DFFE248B73E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B83D-4F12-BDEB-4DFFE248B73E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B83D-4F12-BDEB-4DFFE248B73E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B83D-4F12-BDEB-4DFFE248B73E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B83D-4F12-BDEB-4DFFE248B73E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B83D-4F12-BDEB-4DFFE248B73E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B83D-4F12-BDEB-4DFFE248B73E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B83D-4F12-BDEB-4DFFE248B73E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B83D-4F12-BDEB-4DFFE248B73E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450.07</c:v>
                </c:pt>
                <c:pt idx="1">
                  <c:v>388.05</c:v>
                </c:pt>
                <c:pt idx="2">
                  <c:v>129.75</c:v>
                </c:pt>
                <c:pt idx="3">
                  <c:v>202.18</c:v>
                </c:pt>
                <c:pt idx="4">
                  <c:v>109.98</c:v>
                </c:pt>
                <c:pt idx="5">
                  <c:v>163.13</c:v>
                </c:pt>
                <c:pt idx="6">
                  <c:v>225.92</c:v>
                </c:pt>
                <c:pt idx="7">
                  <c:v>538.64</c:v>
                </c:pt>
                <c:pt idx="8">
                  <c:v>326.92</c:v>
                </c:pt>
                <c:pt idx="9">
                  <c:v>158.47</c:v>
                </c:pt>
                <c:pt idx="10">
                  <c:v>161.38999999999999</c:v>
                </c:pt>
                <c:pt idx="11">
                  <c:v>152.56</c:v>
                </c:pt>
                <c:pt idx="12">
                  <c:v>253.76</c:v>
                </c:pt>
                <c:pt idx="13">
                  <c:v>412.71</c:v>
                </c:pt>
                <c:pt idx="14">
                  <c:v>467.18</c:v>
                </c:pt>
                <c:pt idx="15">
                  <c:v>246.34</c:v>
                </c:pt>
                <c:pt idx="16">
                  <c:v>164.08</c:v>
                </c:pt>
                <c:pt idx="17">
                  <c:v>312.27</c:v>
                </c:pt>
                <c:pt idx="18">
                  <c:v>554.13</c:v>
                </c:pt>
                <c:pt idx="19">
                  <c:v>469.73</c:v>
                </c:pt>
                <c:pt idx="20">
                  <c:v>179.03</c:v>
                </c:pt>
                <c:pt idx="21">
                  <c:v>385.72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B83D-4F12-BDEB-4DFFE248B73E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B83D-4F12-BDEB-4DFFE248B73E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B83D-4F12-BDEB-4DFFE248B73E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B83D-4F12-BDEB-4DFFE248B73E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B83D-4F12-BDEB-4DFFE248B73E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B83D-4F12-BDEB-4DFFE248B73E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B83D-4F12-BDEB-4DFFE248B73E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B83D-4F12-BDEB-4DFFE248B73E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B83D-4F12-BDEB-4DFFE248B73E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B83D-4F12-BDEB-4DFFE248B73E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B83D-4F12-BDEB-4DFFE248B73E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B83D-4F12-BDEB-4DFFE248B73E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B83D-4F12-BDEB-4DFFE248B73E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B83D-4F12-BDEB-4DFFE248B73E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B83D-4F12-BDEB-4DFFE248B73E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B83D-4F12-BDEB-4DFFE248B73E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B83D-4F12-BDEB-4DFFE248B73E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B83D-4F12-BDEB-4DFFE248B73E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B83D-4F12-BDEB-4DFFE248B73E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B83D-4F12-BDEB-4DFFE248B73E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B83D-4F12-BDEB-4DFFE248B73E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20576</c:v>
                </c:pt>
                <c:pt idx="1">
                  <c:v>19878</c:v>
                </c:pt>
                <c:pt idx="2">
                  <c:v>7114</c:v>
                </c:pt>
                <c:pt idx="3">
                  <c:v>7364</c:v>
                </c:pt>
                <c:pt idx="4">
                  <c:v>4848</c:v>
                </c:pt>
                <c:pt idx="5">
                  <c:v>7281</c:v>
                </c:pt>
                <c:pt idx="6">
                  <c:v>10191</c:v>
                </c:pt>
                <c:pt idx="7">
                  <c:v>27268</c:v>
                </c:pt>
                <c:pt idx="8">
                  <c:v>16557</c:v>
                </c:pt>
                <c:pt idx="9">
                  <c:v>7473</c:v>
                </c:pt>
                <c:pt idx="10">
                  <c:v>7980</c:v>
                </c:pt>
                <c:pt idx="11">
                  <c:v>8109</c:v>
                </c:pt>
                <c:pt idx="12">
                  <c:v>10617</c:v>
                </c:pt>
                <c:pt idx="13">
                  <c:v>21101</c:v>
                </c:pt>
                <c:pt idx="14">
                  <c:v>23480</c:v>
                </c:pt>
                <c:pt idx="15">
                  <c:v>11343</c:v>
                </c:pt>
                <c:pt idx="16">
                  <c:v>7104</c:v>
                </c:pt>
                <c:pt idx="17">
                  <c:v>15655</c:v>
                </c:pt>
                <c:pt idx="18">
                  <c:v>27565</c:v>
                </c:pt>
                <c:pt idx="19">
                  <c:v>23104</c:v>
                </c:pt>
                <c:pt idx="20">
                  <c:v>8605</c:v>
                </c:pt>
                <c:pt idx="21">
                  <c:v>20705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양식</cx:pt>
          <cx:pt idx="3">간이음식점</cx:pt>
          <cx:pt idx="4">양약국</cx:pt>
          <cx:pt idx="5">편의점</cx:pt>
          <cx:pt idx="6">농산물</cx:pt>
          <cx:pt idx="7">중식</cx:pt>
          <cx:pt idx="8">일식</cx:pt>
          <cx:pt idx="9">종합의류</cx:pt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</cx:lvl>
      </cx:strDim>
      <cx:numDim type="size">
        <cx:f>Sheet1!$D$2:$D$17</cx:f>
        <cx:lvl ptCount="16" formatCode="G/표준">
          <cx:pt idx="0">755.60000000000002</cx:pt>
          <cx:pt idx="1">367.80000000000001</cx:pt>
          <cx:pt idx="2">269.80000000000001</cx:pt>
          <cx:pt idx="3">196.40000000000001</cx:pt>
          <cx:pt idx="4">110.59999999999999</cx:pt>
          <cx:pt idx="5">94.599999999999994</cx:pt>
          <cx:pt idx="6">82.900000000000006</cx:pt>
          <cx:pt idx="7">75.099999999999994</cx:pt>
          <cx:pt idx="8">64.400000000000006</cx:pt>
          <cx:pt idx="9">51.299999999999997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농산물</cx:pt>
          <cx:pt idx="2">음료</cx:pt>
          <cx:pt idx="3">양약국</cx:pt>
          <cx:pt idx="4">간이음식점</cx:pt>
          <cx:pt idx="5">편의점</cx:pt>
          <cx:pt idx="6">양식</cx:pt>
          <cx:pt idx="7">건강보조식품</cx:pt>
          <cx:pt idx="8">중식</cx:pt>
          <cx:pt idx="9">마트</cx:pt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</cx:lvl>
      </cx:strDim>
      <cx:numDim type="size">
        <cx:f>Sheet1!$D$2:$D$17</cx:f>
        <cx:lvl ptCount="16" formatCode="G/표준">
          <cx:pt idx="0">8.0999999999999996</cx:pt>
          <cx:pt idx="1">3.7000000000000002</cx:pt>
          <cx:pt idx="2">3.7000000000000002</cx:pt>
          <cx:pt idx="3">3.5</cx:pt>
          <cx:pt idx="4">2.2000000000000002</cx:pt>
          <cx:pt idx="5">2.2000000000000002</cx:pt>
          <cx:pt idx="6">2.1000000000000001</cx:pt>
          <cx:pt idx="7">2</cx:pt>
          <cx:pt idx="8">1.8</cx:pt>
          <cx:pt idx="9">1.1000000000000001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29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61534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1" y="452513"/>
            <a:ext cx="601042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25.7%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00-06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(46,178명)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27.3%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8.3%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1,754,083명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1,695,410명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1.7%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2,119백만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2,345백만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22.5%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12.3%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41441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9231483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5852929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443880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25.7%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00-06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46,178명)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16.3%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9765981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9234555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20635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27.4%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24.2%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5426964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564705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4.7%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203303" y="4429264"/>
            <a:ext cx="3371872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94951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58683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31177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98541" y="5163278"/>
            <a:ext cx="3376634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208067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58683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31177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3004162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(1.3%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3004161" y="4608881"/>
            <a:ext cx="1571013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(66.5%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4801797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27일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29일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9.8%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282,609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248,412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54.9%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339,604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45.1%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4062192"/>
              </p:ext>
            </p:extLst>
          </p:nvPr>
        </p:nvGraphicFramePr>
        <p:xfrm>
          <a:off x="989828" y="117850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00-06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00-06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14.2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4998116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75404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90188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18858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763,026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59324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20.4%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75404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43983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24407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75404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90188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18858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1,338,212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59324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27.5%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75404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75734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90519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19188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159,636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59654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39.4%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75734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6448497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86.7%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2,110,522명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65.7%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6190226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1,708,912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244,130명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2,260,871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282,609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1,944,166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277,738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940350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37003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(122,585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1,093원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27.1%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30.9%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0241920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763,691,000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(19,389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371,546,000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(25,744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건강보조식품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185,138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(160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284859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3002064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(35.1%)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(11.5%)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(10.3%)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(26.7%)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(18.6%)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(11.7%)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558389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710669" y="1111576"/>
            <a:ext cx="16559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424백만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(17.2%)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670백만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(27.1%)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655백만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(26.5%)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399백만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(16.1%)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221백만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(8.9%)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90백만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(3.6%)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60022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8006148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60022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PC방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1958357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PC방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18,388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20,320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22,324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348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(18,945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193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(8,656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1,930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(94,983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2361603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(22.8%)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(10.5%)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(10.4%)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1291" y="369041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3643" y="415560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14,261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1131" y="2180175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120,086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3483" y="2645362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2,497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(31.0%)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(15.1%)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(11.1%)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568190745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674328124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 xmlns=""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238,440,286원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11,036건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21,606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308,953,625원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15,323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20,163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330,185,000원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16,297건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20,260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/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233311" y="3562581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0.00024개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8080921" y="3567064"/>
            <a:ext cx="77237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0.00015개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233311" y="2589354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0.00028개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8152556" y="2593837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5,502개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0.01947개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0.00071개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0.00063개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12783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endParaRPr lang="en-US" sz="12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81B8E5-4109-785F-CAE0-43745048A1C0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r>
              <a:rPr lang="en-US" altLang="ko-KR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5EF51D-B0FB-3268-5130-7AFE08A16B7B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98205" y="5852253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12783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endParaRPr lang="en-US" sz="1200" dirty="0"/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19193" y="1552675"/>
            <a:ext cx="114300" cy="133502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01722" y="1541656"/>
            <a:ext cx="137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 구획수 상세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09603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1" y="1875662"/>
            <a:ext cx="4800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05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06779" y="1887080"/>
            <a:ext cx="3758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05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79542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79542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564793"/>
              </p:ext>
            </p:extLst>
          </p:nvPr>
        </p:nvGraphicFramePr>
        <p:xfrm>
          <a:off x="9187698" y="2142120"/>
          <a:ext cx="2302320" cy="465450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54159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48161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algn="l" latinLnBrk="1"/>
                      <a:r>
                        <a:rPr sz="100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0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100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0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100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0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100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0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B14BF68-D90F-B159-7349-BC7C2D95AC23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0.00027대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r>
              <a:rPr lang="en-US" altLang="ko-KR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79542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4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 (611대)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0.00027대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7756</TotalTime>
  <Words>2161</Words>
  <Application>Microsoft Office PowerPoint</Application>
  <PresentationFormat>와이드스크린</PresentationFormat>
  <Paragraphs>598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Arial</vt:lpstr>
      <vt:lpstr>Pretendard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1489</cp:revision>
  <dcterms:created xsi:type="dcterms:W3CDTF">2025-10-15T03:48:02Z</dcterms:created>
  <dcterms:modified xsi:type="dcterms:W3CDTF">2025-11-03T00:10:06Z</dcterms:modified>
</cp:coreProperties>
</file>